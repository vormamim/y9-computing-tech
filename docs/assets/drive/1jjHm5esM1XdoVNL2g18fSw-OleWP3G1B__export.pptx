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4" r:id="rId20"/>
    <p:sldId id="273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FA74AB-6527-4098-A8BA-843A99E88507}" v="71" dt="2026-02-09T02:21:35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Scott" userId="7d0a05fc-27ff-4f30-ba91-fd3532e3a0b7" providerId="ADAL" clId="{CA98C52A-F844-476E-86FE-1B30B5F7C505}"/>
    <pc:docChg chg="undo redo custSel mod addSld delSld modSld sldOrd">
      <pc:chgData name="Stephen Scott" userId="7d0a05fc-27ff-4f30-ba91-fd3532e3a0b7" providerId="ADAL" clId="{CA98C52A-F844-476E-86FE-1B30B5F7C505}" dt="2026-02-09T02:28:55.504" v="842" actId="20577"/>
      <pc:docMkLst>
        <pc:docMk/>
      </pc:docMkLst>
      <pc:sldChg chg="addSp delSp modSp new mod modMedia setBg addAnim delAnim">
        <pc:chgData name="Stephen Scott" userId="7d0a05fc-27ff-4f30-ba91-fd3532e3a0b7" providerId="ADAL" clId="{CA98C52A-F844-476E-86FE-1B30B5F7C505}" dt="2026-02-09T01:49:17.615" v="82"/>
        <pc:sldMkLst>
          <pc:docMk/>
          <pc:sldMk cId="2777446651" sldId="256"/>
        </pc:sldMkLst>
        <pc:spChg chg="mod">
          <ac:chgData name="Stephen Scott" userId="7d0a05fc-27ff-4f30-ba91-fd3532e3a0b7" providerId="ADAL" clId="{CA98C52A-F844-476E-86FE-1B30B5F7C505}" dt="2026-02-09T01:49:17.602" v="80" actId="26606"/>
          <ac:spMkLst>
            <pc:docMk/>
            <pc:sldMk cId="2777446651" sldId="256"/>
            <ac:spMk id="2" creationId="{819E1D2A-B833-063F-9D55-01C0A34CF14A}"/>
          </ac:spMkLst>
        </pc:spChg>
        <pc:spChg chg="mod">
          <ac:chgData name="Stephen Scott" userId="7d0a05fc-27ff-4f30-ba91-fd3532e3a0b7" providerId="ADAL" clId="{CA98C52A-F844-476E-86FE-1B30B5F7C505}" dt="2026-02-09T01:49:17.602" v="80" actId="26606"/>
          <ac:spMkLst>
            <pc:docMk/>
            <pc:sldMk cId="2777446651" sldId="256"/>
            <ac:spMk id="3" creationId="{1840E9C0-5CAB-4D6D-BEA8-DD361853B44B}"/>
          </ac:spMkLst>
        </pc:spChg>
        <pc:spChg chg="add">
          <ac:chgData name="Stephen Scott" userId="7d0a05fc-27ff-4f30-ba91-fd3532e3a0b7" providerId="ADAL" clId="{CA98C52A-F844-476E-86FE-1B30B5F7C505}" dt="2026-02-09T01:49:17.602" v="80" actId="26606"/>
          <ac:spMkLst>
            <pc:docMk/>
            <pc:sldMk cId="2777446651" sldId="256"/>
            <ac:spMk id="6" creationId="{ECC07320-C2CA-4E29-8481-9D9E143C7788}"/>
          </ac:spMkLst>
        </pc:spChg>
        <pc:spChg chg="add del">
          <ac:chgData name="Stephen Scott" userId="7d0a05fc-27ff-4f30-ba91-fd3532e3a0b7" providerId="ADAL" clId="{CA98C52A-F844-476E-86FE-1B30B5F7C505}" dt="2026-02-09T01:48:44.658" v="61" actId="26606"/>
          <ac:spMkLst>
            <pc:docMk/>
            <pc:sldMk cId="2777446651" sldId="256"/>
            <ac:spMk id="10" creationId="{A3363022-C969-41E9-8EB2-E4C94908C1FA}"/>
          </ac:spMkLst>
        </pc:spChg>
        <pc:spChg chg="add del">
          <ac:chgData name="Stephen Scott" userId="7d0a05fc-27ff-4f30-ba91-fd3532e3a0b7" providerId="ADAL" clId="{CA98C52A-F844-476E-86FE-1B30B5F7C505}" dt="2026-02-09T01:48:50.524" v="67" actId="26606"/>
          <ac:spMkLst>
            <pc:docMk/>
            <pc:sldMk cId="2777446651" sldId="256"/>
            <ac:spMk id="11" creationId="{4063B759-00FC-46D1-9898-8E8625268FAF}"/>
          </ac:spMkLst>
        </pc:spChg>
        <pc:spChg chg="add del">
          <ac:chgData name="Stephen Scott" userId="7d0a05fc-27ff-4f30-ba91-fd3532e3a0b7" providerId="ADAL" clId="{CA98C52A-F844-476E-86FE-1B30B5F7C505}" dt="2026-02-09T01:48:44.658" v="61" actId="26606"/>
          <ac:spMkLst>
            <pc:docMk/>
            <pc:sldMk cId="2777446651" sldId="256"/>
            <ac:spMk id="12" creationId="{8D1AD6B3-BE88-4CEB-BA17-790657CC4729}"/>
          </ac:spMkLst>
        </pc:spChg>
        <pc:spChg chg="add del">
          <ac:chgData name="Stephen Scott" userId="7d0a05fc-27ff-4f30-ba91-fd3532e3a0b7" providerId="ADAL" clId="{CA98C52A-F844-476E-86FE-1B30B5F7C505}" dt="2026-02-09T01:48:50.524" v="67" actId="26606"/>
          <ac:spMkLst>
            <pc:docMk/>
            <pc:sldMk cId="2777446651" sldId="256"/>
            <ac:spMk id="13" creationId="{D5B012D8-7F27-4758-9AC6-C889B154BD73}"/>
          </ac:spMkLst>
        </pc:spChg>
        <pc:spChg chg="add del">
          <ac:chgData name="Stephen Scott" userId="7d0a05fc-27ff-4f30-ba91-fd3532e3a0b7" providerId="ADAL" clId="{CA98C52A-F844-476E-86FE-1B30B5F7C505}" dt="2026-02-09T01:49:05.751" v="79" actId="26606"/>
          <ac:spMkLst>
            <pc:docMk/>
            <pc:sldMk cId="2777446651" sldId="256"/>
            <ac:spMk id="15" creationId="{08C9B587-E65E-4B52-B37C-ABEBB6E87928}"/>
          </ac:spMkLst>
        </pc:spChg>
        <pc:spChg chg="add">
          <ac:chgData name="Stephen Scott" userId="7d0a05fc-27ff-4f30-ba91-fd3532e3a0b7" providerId="ADAL" clId="{CA98C52A-F844-476E-86FE-1B30B5F7C505}" dt="2026-02-09T01:49:17.602" v="80" actId="26606"/>
          <ac:spMkLst>
            <pc:docMk/>
            <pc:sldMk cId="2777446651" sldId="256"/>
            <ac:spMk id="16" creationId="{178FB36B-5BFE-42CA-BC60-1115E0D95EEC}"/>
          </ac:spMkLst>
        </pc:spChg>
        <pc:spChg chg="add del">
          <ac:chgData name="Stephen Scott" userId="7d0a05fc-27ff-4f30-ba91-fd3532e3a0b7" providerId="ADAL" clId="{CA98C52A-F844-476E-86FE-1B30B5F7C505}" dt="2026-02-09T01:48:46.123" v="63" actId="26606"/>
          <ac:spMkLst>
            <pc:docMk/>
            <pc:sldMk cId="2777446651" sldId="256"/>
            <ac:spMk id="19" creationId="{74751229-0244-4FBB-BED1-407467F4C951}"/>
          </ac:spMkLst>
        </pc:spChg>
        <pc:spChg chg="add del">
          <ac:chgData name="Stephen Scott" userId="7d0a05fc-27ff-4f30-ba91-fd3532e3a0b7" providerId="ADAL" clId="{CA98C52A-F844-476E-86FE-1B30B5F7C505}" dt="2026-02-09T01:48:50.524" v="67" actId="26606"/>
          <ac:spMkLst>
            <pc:docMk/>
            <pc:sldMk cId="2777446651" sldId="256"/>
            <ac:spMk id="22" creationId="{716F42E0-28DF-4093-AFC5-CA01F54C8897}"/>
          </ac:spMkLst>
        </pc:spChg>
        <pc:spChg chg="add del">
          <ac:chgData name="Stephen Scott" userId="7d0a05fc-27ff-4f30-ba91-fd3532e3a0b7" providerId="ADAL" clId="{CA98C52A-F844-476E-86FE-1B30B5F7C505}" dt="2026-02-09T01:48:53.635" v="71" actId="26606"/>
          <ac:spMkLst>
            <pc:docMk/>
            <pc:sldMk cId="2777446651" sldId="256"/>
            <ac:spMk id="24" creationId="{9B7AD9F6-8CE7-4299-8FC6-328F4DCD3FF9}"/>
          </ac:spMkLst>
        </pc:spChg>
        <pc:spChg chg="add del">
          <ac:chgData name="Stephen Scott" userId="7d0a05fc-27ff-4f30-ba91-fd3532e3a0b7" providerId="ADAL" clId="{CA98C52A-F844-476E-86FE-1B30B5F7C505}" dt="2026-02-09T01:48:53.635" v="71" actId="26606"/>
          <ac:spMkLst>
            <pc:docMk/>
            <pc:sldMk cId="2777446651" sldId="256"/>
            <ac:spMk id="26" creationId="{82580482-BA80-420A-8A05-C58E97F26B21}"/>
          </ac:spMkLst>
        </pc:spChg>
        <pc:spChg chg="add del">
          <ac:chgData name="Stephen Scott" userId="7d0a05fc-27ff-4f30-ba91-fd3532e3a0b7" providerId="ADAL" clId="{CA98C52A-F844-476E-86FE-1B30B5F7C505}" dt="2026-02-09T01:49:05.751" v="79" actId="26606"/>
          <ac:spMkLst>
            <pc:docMk/>
            <pc:sldMk cId="2777446651" sldId="256"/>
            <ac:spMk id="28" creationId="{6CCA5F87-1D1E-45CB-8D83-FC7EEFAD9935}"/>
          </ac:spMkLst>
        </pc:spChg>
        <pc:spChg chg="add del">
          <ac:chgData name="Stephen Scott" userId="7d0a05fc-27ff-4f30-ba91-fd3532e3a0b7" providerId="ADAL" clId="{CA98C52A-F844-476E-86FE-1B30B5F7C505}" dt="2026-02-09T01:49:05.751" v="79" actId="26606"/>
          <ac:spMkLst>
            <pc:docMk/>
            <pc:sldMk cId="2777446651" sldId="256"/>
            <ac:spMk id="30" creationId="{7CCFC2C6-6238-4A2F-93DE-2ADF74AF635E}"/>
          </ac:spMkLst>
        </pc:spChg>
        <pc:spChg chg="add del">
          <ac:chgData name="Stephen Scott" userId="7d0a05fc-27ff-4f30-ba91-fd3532e3a0b7" providerId="ADAL" clId="{CA98C52A-F844-476E-86FE-1B30B5F7C505}" dt="2026-02-09T01:49:05.751" v="79" actId="26606"/>
          <ac:spMkLst>
            <pc:docMk/>
            <pc:sldMk cId="2777446651" sldId="256"/>
            <ac:spMk id="31" creationId="{AF2F604E-43BE-4DC3-B983-E071523364F8}"/>
          </ac:spMkLst>
        </pc:spChg>
        <pc:spChg chg="add del">
          <ac:chgData name="Stephen Scott" userId="7d0a05fc-27ff-4f30-ba91-fd3532e3a0b7" providerId="ADAL" clId="{CA98C52A-F844-476E-86FE-1B30B5F7C505}" dt="2026-02-09T01:49:03.420" v="76" actId="26606"/>
          <ac:spMkLst>
            <pc:docMk/>
            <pc:sldMk cId="2777446651" sldId="256"/>
            <ac:spMk id="36" creationId="{9C6777B5-64F4-4200-B099-34168B69FE53}"/>
          </ac:spMkLst>
        </pc:spChg>
        <pc:spChg chg="add del">
          <ac:chgData name="Stephen Scott" userId="7d0a05fc-27ff-4f30-ba91-fd3532e3a0b7" providerId="ADAL" clId="{CA98C52A-F844-476E-86FE-1B30B5F7C505}" dt="2026-02-09T01:49:03.420" v="76" actId="26606"/>
          <ac:spMkLst>
            <pc:docMk/>
            <pc:sldMk cId="2777446651" sldId="256"/>
            <ac:spMk id="38" creationId="{9B37791B-B040-4694-BFDC-8DD132D86E8E}"/>
          </ac:spMkLst>
        </pc:spChg>
        <pc:spChg chg="add del">
          <ac:chgData name="Stephen Scott" userId="7d0a05fc-27ff-4f30-ba91-fd3532e3a0b7" providerId="ADAL" clId="{CA98C52A-F844-476E-86FE-1B30B5F7C505}" dt="2026-02-09T01:49:05.419" v="78" actId="26606"/>
          <ac:spMkLst>
            <pc:docMk/>
            <pc:sldMk cId="2777446651" sldId="256"/>
            <ac:spMk id="44" creationId="{6CCA5F87-1D1E-45CB-8D83-FC7EEFAD9935}"/>
          </ac:spMkLst>
        </pc:spChg>
        <pc:spChg chg="add del">
          <ac:chgData name="Stephen Scott" userId="7d0a05fc-27ff-4f30-ba91-fd3532e3a0b7" providerId="ADAL" clId="{CA98C52A-F844-476E-86FE-1B30B5F7C505}" dt="2026-02-09T01:49:05.419" v="78" actId="26606"/>
          <ac:spMkLst>
            <pc:docMk/>
            <pc:sldMk cId="2777446651" sldId="256"/>
            <ac:spMk id="45" creationId="{7CCFC2C6-6238-4A2F-93DE-2ADF74AF635E}"/>
          </ac:spMkLst>
        </pc:spChg>
        <pc:spChg chg="add del">
          <ac:chgData name="Stephen Scott" userId="7d0a05fc-27ff-4f30-ba91-fd3532e3a0b7" providerId="ADAL" clId="{CA98C52A-F844-476E-86FE-1B30B5F7C505}" dt="2026-02-09T01:49:05.419" v="78" actId="26606"/>
          <ac:spMkLst>
            <pc:docMk/>
            <pc:sldMk cId="2777446651" sldId="256"/>
            <ac:spMk id="46" creationId="{AF2F604E-43BE-4DC3-B983-E071523364F8}"/>
          </ac:spMkLst>
        </pc:spChg>
        <pc:spChg chg="add del">
          <ac:chgData name="Stephen Scott" userId="7d0a05fc-27ff-4f30-ba91-fd3532e3a0b7" providerId="ADAL" clId="{CA98C52A-F844-476E-86FE-1B30B5F7C505}" dt="2026-02-09T01:49:05.419" v="78" actId="26606"/>
          <ac:spMkLst>
            <pc:docMk/>
            <pc:sldMk cId="2777446651" sldId="256"/>
            <ac:spMk id="47" creationId="{08C9B587-E65E-4B52-B37C-ABEBB6E87928}"/>
          </ac:spMkLst>
        </pc:spChg>
        <pc:grpChg chg="add del">
          <ac:chgData name="Stephen Scott" userId="7d0a05fc-27ff-4f30-ba91-fd3532e3a0b7" providerId="ADAL" clId="{CA98C52A-F844-476E-86FE-1B30B5F7C505}" dt="2026-02-09T01:48:44.658" v="61" actId="26606"/>
          <ac:grpSpMkLst>
            <pc:docMk/>
            <pc:sldMk cId="2777446651" sldId="256"/>
            <ac:grpSpMk id="14" creationId="{89D1390B-7E13-4B4F-9CB2-391063412E54}"/>
          </ac:grpSpMkLst>
        </pc:grpChg>
        <pc:grpChg chg="add del">
          <ac:chgData name="Stephen Scott" userId="7d0a05fc-27ff-4f30-ba91-fd3532e3a0b7" providerId="ADAL" clId="{CA98C52A-F844-476E-86FE-1B30B5F7C505}" dt="2026-02-09T01:49:03.420" v="76" actId="26606"/>
          <ac:grpSpMkLst>
            <pc:docMk/>
            <pc:sldMk cId="2777446651" sldId="256"/>
            <ac:grpSpMk id="40" creationId="{4252769E-B9F0-4068-A645-5BBEF16E9C28}"/>
          </ac:grpSpMkLst>
        </pc:grpChg>
        <pc:picChg chg="add del mod">
          <ac:chgData name="Stephen Scott" userId="7d0a05fc-27ff-4f30-ba91-fd3532e3a0b7" providerId="ADAL" clId="{CA98C52A-F844-476E-86FE-1B30B5F7C505}" dt="2026-02-09T01:48:50.524" v="67" actId="26606"/>
          <ac:picMkLst>
            <pc:docMk/>
            <pc:sldMk cId="2777446651" sldId="256"/>
            <ac:picMk id="5" creationId="{BFC2005B-51E9-A2FE-AEC0-1256FD3CA8D3}"/>
          </ac:picMkLst>
        </pc:picChg>
        <pc:picChg chg="add del">
          <ac:chgData name="Stephen Scott" userId="7d0a05fc-27ff-4f30-ba91-fd3532e3a0b7" providerId="ADAL" clId="{CA98C52A-F844-476E-86FE-1B30B5F7C505}" dt="2026-02-09T01:48:44.658" v="61" actId="26606"/>
          <ac:picMkLst>
            <pc:docMk/>
            <pc:sldMk cId="2777446651" sldId="256"/>
            <ac:picMk id="7" creationId="{B037E607-785E-86A5-214D-BA6BA04C86E8}"/>
          </ac:picMkLst>
        </pc:picChg>
        <pc:picChg chg="add">
          <ac:chgData name="Stephen Scott" userId="7d0a05fc-27ff-4f30-ba91-fd3532e3a0b7" providerId="ADAL" clId="{CA98C52A-F844-476E-86FE-1B30B5F7C505}" dt="2026-02-09T01:49:17.602" v="80" actId="26606"/>
          <ac:picMkLst>
            <pc:docMk/>
            <pc:sldMk cId="2777446651" sldId="256"/>
            <ac:picMk id="8" creationId="{ABFD5CE2-C175-1487-3E2F-9FF7141D1B94}"/>
          </ac:picMkLst>
        </pc:picChg>
        <pc:picChg chg="add del">
          <ac:chgData name="Stephen Scott" userId="7d0a05fc-27ff-4f30-ba91-fd3532e3a0b7" providerId="ADAL" clId="{CA98C52A-F844-476E-86FE-1B30B5F7C505}" dt="2026-02-09T01:48:46.123" v="63" actId="26606"/>
          <ac:picMkLst>
            <pc:docMk/>
            <pc:sldMk cId="2777446651" sldId="256"/>
            <ac:picMk id="9" creationId="{E3B90DDB-C118-46C0-B04B-984055C67F16}"/>
          </ac:picMkLst>
        </pc:picChg>
        <pc:picChg chg="add del">
          <ac:chgData name="Stephen Scott" userId="7d0a05fc-27ff-4f30-ba91-fd3532e3a0b7" providerId="ADAL" clId="{CA98C52A-F844-476E-86FE-1B30B5F7C505}" dt="2026-02-09T01:48:46.123" v="63" actId="26606"/>
          <ac:picMkLst>
            <pc:docMk/>
            <pc:sldMk cId="2777446651" sldId="256"/>
            <ac:picMk id="20" creationId="{3030D3A2-9597-8FB0-3C1E-B374AD619E2F}"/>
          </ac:picMkLst>
        </pc:picChg>
        <pc:picChg chg="add del">
          <ac:chgData name="Stephen Scott" userId="7d0a05fc-27ff-4f30-ba91-fd3532e3a0b7" providerId="ADAL" clId="{CA98C52A-F844-476E-86FE-1B30B5F7C505}" dt="2026-02-09T01:48:53.635" v="71" actId="26606"/>
          <ac:picMkLst>
            <pc:docMk/>
            <pc:sldMk cId="2777446651" sldId="256"/>
            <ac:picMk id="25" creationId="{22E69DE2-3F41-1A65-2B9F-0F36319DD35D}"/>
          </ac:picMkLst>
        </pc:picChg>
        <pc:picChg chg="add del mod">
          <ac:chgData name="Stephen Scott" userId="7d0a05fc-27ff-4f30-ba91-fd3532e3a0b7" providerId="ADAL" clId="{CA98C52A-F844-476E-86FE-1B30B5F7C505}" dt="2026-02-09T01:49:05.751" v="79" actId="26606"/>
          <ac:picMkLst>
            <pc:docMk/>
            <pc:sldMk cId="2777446651" sldId="256"/>
            <ac:picMk id="29" creationId="{3BAE0D0C-9A8E-70A3-D3C3-0F78AD5C6821}"/>
          </ac:picMkLst>
        </pc:picChg>
      </pc:sldChg>
      <pc:sldChg chg="new del">
        <pc:chgData name="Stephen Scott" userId="7d0a05fc-27ff-4f30-ba91-fd3532e3a0b7" providerId="ADAL" clId="{CA98C52A-F844-476E-86FE-1B30B5F7C505}" dt="2026-02-09T01:49:25.794" v="83" actId="2696"/>
        <pc:sldMkLst>
          <pc:docMk/>
          <pc:sldMk cId="1611629018" sldId="257"/>
        </pc:sldMkLst>
      </pc:sldChg>
      <pc:sldChg chg="addSp delSp modSp new mod setBg">
        <pc:chgData name="Stephen Scott" userId="7d0a05fc-27ff-4f30-ba91-fd3532e3a0b7" providerId="ADAL" clId="{CA98C52A-F844-476E-86FE-1B30B5F7C505}" dt="2026-02-09T01:58:34.726" v="504" actId="26606"/>
        <pc:sldMkLst>
          <pc:docMk/>
          <pc:sldMk cId="3843000615" sldId="257"/>
        </pc:sldMkLst>
        <pc:spChg chg="mod">
          <ac:chgData name="Stephen Scott" userId="7d0a05fc-27ff-4f30-ba91-fd3532e3a0b7" providerId="ADAL" clId="{CA98C52A-F844-476E-86FE-1B30B5F7C505}" dt="2026-02-09T01:58:34.726" v="504" actId="26606"/>
          <ac:spMkLst>
            <pc:docMk/>
            <pc:sldMk cId="3843000615" sldId="257"/>
            <ac:spMk id="2" creationId="{011D223E-3D70-42B8-77C1-27AEF6A82D5D}"/>
          </ac:spMkLst>
        </pc:spChg>
        <pc:spChg chg="add del mod">
          <ac:chgData name="Stephen Scott" userId="7d0a05fc-27ff-4f30-ba91-fd3532e3a0b7" providerId="ADAL" clId="{CA98C52A-F844-476E-86FE-1B30B5F7C505}" dt="2026-02-09T01:56:16.374" v="170" actId="26606"/>
          <ac:spMkLst>
            <pc:docMk/>
            <pc:sldMk cId="3843000615" sldId="257"/>
            <ac:spMk id="3" creationId="{08FE88C4-F97F-D723-5D6F-50949D94E38E}"/>
          </ac:spMkLst>
        </pc:spChg>
        <pc:spChg chg="add del">
          <ac:chgData name="Stephen Scott" userId="7d0a05fc-27ff-4f30-ba91-fd3532e3a0b7" providerId="ADAL" clId="{CA98C52A-F844-476E-86FE-1B30B5F7C505}" dt="2026-02-09T01:56:02.638" v="169" actId="26606"/>
          <ac:spMkLst>
            <pc:docMk/>
            <pc:sldMk cId="3843000615" sldId="257"/>
            <ac:spMk id="6" creationId="{CB49665F-0298-4449-8D2D-209989CB9EE3}"/>
          </ac:spMkLst>
        </pc:spChg>
        <pc:spChg chg="add del">
          <ac:chgData name="Stephen Scott" userId="7d0a05fc-27ff-4f30-ba91-fd3532e3a0b7" providerId="ADAL" clId="{CA98C52A-F844-476E-86FE-1B30B5F7C505}" dt="2026-02-09T01:56:02.638" v="169" actId="26606"/>
          <ac:spMkLst>
            <pc:docMk/>
            <pc:sldMk cId="3843000615" sldId="257"/>
            <ac:spMk id="7" creationId="{A71EEC14-174A-46FA-B046-474750457130}"/>
          </ac:spMkLst>
        </pc:spChg>
        <pc:spChg chg="add del">
          <ac:chgData name="Stephen Scott" userId="7d0a05fc-27ff-4f30-ba91-fd3532e3a0b7" providerId="ADAL" clId="{CA98C52A-F844-476E-86FE-1B30B5F7C505}" dt="2026-02-09T01:55:29.879" v="135" actId="26606"/>
          <ac:spMkLst>
            <pc:docMk/>
            <pc:sldMk cId="3843000615" sldId="257"/>
            <ac:spMk id="9" creationId="{53B021B3-DE93-4AB7-8A18-CF5F1CED88B8}"/>
          </ac:spMkLst>
        </pc:spChg>
        <pc:spChg chg="add del">
          <ac:chgData name="Stephen Scott" userId="7d0a05fc-27ff-4f30-ba91-fd3532e3a0b7" providerId="ADAL" clId="{CA98C52A-F844-476E-86FE-1B30B5F7C505}" dt="2026-02-09T01:55:29.879" v="135" actId="26606"/>
          <ac:spMkLst>
            <pc:docMk/>
            <pc:sldMk cId="3843000615" sldId="257"/>
            <ac:spMk id="11" creationId="{52D502E5-F6B4-4D58-B4AE-FC466FF15EE8}"/>
          </ac:spMkLst>
        </pc:spChg>
        <pc:spChg chg="add del">
          <ac:chgData name="Stephen Scott" userId="7d0a05fc-27ff-4f30-ba91-fd3532e3a0b7" providerId="ADAL" clId="{CA98C52A-F844-476E-86FE-1B30B5F7C505}" dt="2026-02-09T01:55:29.879" v="135" actId="26606"/>
          <ac:spMkLst>
            <pc:docMk/>
            <pc:sldMk cId="3843000615" sldId="257"/>
            <ac:spMk id="13" creationId="{9DECDBF4-02B6-4BB4-B65B-B8107AD6A9E8}"/>
          </ac:spMkLst>
        </pc:spChg>
        <pc:spChg chg="add del">
          <ac:chgData name="Stephen Scott" userId="7d0a05fc-27ff-4f30-ba91-fd3532e3a0b7" providerId="ADAL" clId="{CA98C52A-F844-476E-86FE-1B30B5F7C505}" dt="2026-02-09T01:55:42.106" v="157" actId="26606"/>
          <ac:spMkLst>
            <pc:docMk/>
            <pc:sldMk cId="3843000615" sldId="257"/>
            <ac:spMk id="16" creationId="{CB49665F-0298-4449-8D2D-209989CB9EE3}"/>
          </ac:spMkLst>
        </pc:spChg>
        <pc:spChg chg="add del">
          <ac:chgData name="Stephen Scott" userId="7d0a05fc-27ff-4f30-ba91-fd3532e3a0b7" providerId="ADAL" clId="{CA98C52A-F844-476E-86FE-1B30B5F7C505}" dt="2026-02-09T01:58:16.483" v="502" actId="26606"/>
          <ac:spMkLst>
            <pc:docMk/>
            <pc:sldMk cId="3843000615" sldId="257"/>
            <ac:spMk id="19" creationId="{53B021B3-DE93-4AB7-8A18-CF5F1CED88B8}"/>
          </ac:spMkLst>
        </pc:spChg>
        <pc:spChg chg="add del">
          <ac:chgData name="Stephen Scott" userId="7d0a05fc-27ff-4f30-ba91-fd3532e3a0b7" providerId="ADAL" clId="{CA98C52A-F844-476E-86FE-1B30B5F7C505}" dt="2026-02-09T01:58:16.483" v="502" actId="26606"/>
          <ac:spMkLst>
            <pc:docMk/>
            <pc:sldMk cId="3843000615" sldId="257"/>
            <ac:spMk id="21" creationId="{52D502E5-F6B4-4D58-B4AE-FC466FF15EE8}"/>
          </ac:spMkLst>
        </pc:spChg>
        <pc:spChg chg="add del">
          <ac:chgData name="Stephen Scott" userId="7d0a05fc-27ff-4f30-ba91-fd3532e3a0b7" providerId="ADAL" clId="{CA98C52A-F844-476E-86FE-1B30B5F7C505}" dt="2026-02-09T01:58:16.483" v="502" actId="26606"/>
          <ac:spMkLst>
            <pc:docMk/>
            <pc:sldMk cId="3843000615" sldId="257"/>
            <ac:spMk id="23" creationId="{9DECDBF4-02B6-4BB4-B65B-B8107AD6A9E8}"/>
          </ac:spMkLst>
        </pc:spChg>
        <pc:spChg chg="add del">
          <ac:chgData name="Stephen Scott" userId="7d0a05fc-27ff-4f30-ba91-fd3532e3a0b7" providerId="ADAL" clId="{CA98C52A-F844-476E-86FE-1B30B5F7C505}" dt="2026-02-09T01:55:42.106" v="157" actId="26606"/>
          <ac:spMkLst>
            <pc:docMk/>
            <pc:sldMk cId="3843000615" sldId="257"/>
            <ac:spMk id="25" creationId="{A71EEC14-174A-46FA-B046-474750457130}"/>
          </ac:spMkLst>
        </pc:spChg>
        <pc:spChg chg="add del">
          <ac:chgData name="Stephen Scott" userId="7d0a05fc-27ff-4f30-ba91-fd3532e3a0b7" providerId="ADAL" clId="{CA98C52A-F844-476E-86FE-1B30B5F7C505}" dt="2026-02-09T01:58:34.726" v="504" actId="26606"/>
          <ac:spMkLst>
            <pc:docMk/>
            <pc:sldMk cId="3843000615" sldId="257"/>
            <ac:spMk id="29" creationId="{6C4028FD-8BAA-4A19-BFDE-594D991B7552}"/>
          </ac:spMkLst>
        </pc:spChg>
        <pc:spChg chg="add">
          <ac:chgData name="Stephen Scott" userId="7d0a05fc-27ff-4f30-ba91-fd3532e3a0b7" providerId="ADAL" clId="{CA98C52A-F844-476E-86FE-1B30B5F7C505}" dt="2026-02-09T01:58:34.726" v="504" actId="26606"/>
          <ac:spMkLst>
            <pc:docMk/>
            <pc:sldMk cId="3843000615" sldId="257"/>
            <ac:spMk id="34" creationId="{DCC231C8-C761-4B31-9B1C-C6D19248C6B3}"/>
          </ac:spMkLst>
        </pc:spChg>
        <pc:grpChg chg="add del">
          <ac:chgData name="Stephen Scott" userId="7d0a05fc-27ff-4f30-ba91-fd3532e3a0b7" providerId="ADAL" clId="{CA98C52A-F844-476E-86FE-1B30B5F7C505}" dt="2026-02-09T01:56:02.638" v="169" actId="26606"/>
          <ac:grpSpMkLst>
            <pc:docMk/>
            <pc:sldMk cId="3843000615" sldId="257"/>
            <ac:grpSpMk id="8" creationId="{EEB6CB95-E653-4C6C-AE51-62FD848E8D5B}"/>
          </ac:grpSpMkLst>
        </pc:grpChg>
        <pc:grpChg chg="add del">
          <ac:chgData name="Stephen Scott" userId="7d0a05fc-27ff-4f30-ba91-fd3532e3a0b7" providerId="ADAL" clId="{CA98C52A-F844-476E-86FE-1B30B5F7C505}" dt="2026-02-09T01:55:42.106" v="157" actId="26606"/>
          <ac:grpSpMkLst>
            <pc:docMk/>
            <pc:sldMk cId="3843000615" sldId="257"/>
            <ac:grpSpMk id="17" creationId="{43F5E015-E085-4624-B431-B42414448684}"/>
          </ac:grpSpMkLst>
        </pc:grpChg>
        <pc:grpChg chg="add del">
          <ac:chgData name="Stephen Scott" userId="7d0a05fc-27ff-4f30-ba91-fd3532e3a0b7" providerId="ADAL" clId="{CA98C52A-F844-476E-86FE-1B30B5F7C505}" dt="2026-02-09T01:55:42.106" v="157" actId="26606"/>
          <ac:grpSpMkLst>
            <pc:docMk/>
            <pc:sldMk cId="3843000615" sldId="257"/>
            <ac:grpSpMk id="26" creationId="{EEB6CB95-E653-4C6C-AE51-62FD848E8D5B}"/>
          </ac:grpSpMkLst>
        </pc:grpChg>
        <pc:grpChg chg="add del">
          <ac:chgData name="Stephen Scott" userId="7d0a05fc-27ff-4f30-ba91-fd3532e3a0b7" providerId="ADAL" clId="{CA98C52A-F844-476E-86FE-1B30B5F7C505}" dt="2026-02-09T01:56:02.638" v="169" actId="26606"/>
          <ac:grpSpMkLst>
            <pc:docMk/>
            <pc:sldMk cId="3843000615" sldId="257"/>
            <ac:grpSpMk id="28" creationId="{43F5E015-E085-4624-B431-B42414448684}"/>
          </ac:grpSpMkLst>
        </pc:grpChg>
        <pc:graphicFrameChg chg="add del">
          <ac:chgData name="Stephen Scott" userId="7d0a05fc-27ff-4f30-ba91-fd3532e3a0b7" providerId="ADAL" clId="{CA98C52A-F844-476E-86FE-1B30B5F7C505}" dt="2026-02-09T01:55:29.879" v="135" actId="26606"/>
          <ac:graphicFrameMkLst>
            <pc:docMk/>
            <pc:sldMk cId="3843000615" sldId="257"/>
            <ac:graphicFrameMk id="5" creationId="{F3F872D2-B589-0F46-BFA1-C6009BF33A77}"/>
          </ac:graphicFrameMkLst>
        </pc:graphicFrameChg>
        <pc:graphicFrameChg chg="add mod modGraphic">
          <ac:chgData name="Stephen Scott" userId="7d0a05fc-27ff-4f30-ba91-fd3532e3a0b7" providerId="ADAL" clId="{CA98C52A-F844-476E-86FE-1B30B5F7C505}" dt="2026-02-09T01:58:34.726" v="504" actId="26606"/>
          <ac:graphicFrameMkLst>
            <pc:docMk/>
            <pc:sldMk cId="3843000615" sldId="257"/>
            <ac:graphicFrameMk id="14" creationId="{506D9749-35BB-21C9-883B-E4F264E4DAD4}"/>
          </ac:graphicFrameMkLst>
        </pc:graphicFrameChg>
        <pc:graphicFrameChg chg="add del modGraphic">
          <ac:chgData name="Stephen Scott" userId="7d0a05fc-27ff-4f30-ba91-fd3532e3a0b7" providerId="ADAL" clId="{CA98C52A-F844-476E-86FE-1B30B5F7C505}" dt="2026-02-09T01:55:42.106" v="157" actId="26606"/>
          <ac:graphicFrameMkLst>
            <pc:docMk/>
            <pc:sldMk cId="3843000615" sldId="257"/>
            <ac:graphicFrameMk id="27" creationId="{DC2B218F-99ED-5194-3FDD-A3782B5416D6}"/>
          </ac:graphicFrameMkLst>
        </pc:graphicFrameChg>
        <pc:graphicFrameChg chg="add del modGraphic">
          <ac:chgData name="Stephen Scott" userId="7d0a05fc-27ff-4f30-ba91-fd3532e3a0b7" providerId="ADAL" clId="{CA98C52A-F844-476E-86FE-1B30B5F7C505}" dt="2026-02-09T01:56:02.638" v="169" actId="26606"/>
          <ac:graphicFrameMkLst>
            <pc:docMk/>
            <pc:sldMk cId="3843000615" sldId="257"/>
            <ac:graphicFrameMk id="36" creationId="{34BF9099-EFC6-4A93-964C-B0FE1BE64AC2}"/>
          </ac:graphicFrameMkLst>
        </pc:graphicFrameChg>
      </pc:sldChg>
      <pc:sldChg chg="addSp delSp modSp new mod setBg">
        <pc:chgData name="Stephen Scott" userId="7d0a05fc-27ff-4f30-ba91-fd3532e3a0b7" providerId="ADAL" clId="{CA98C52A-F844-476E-86FE-1B30B5F7C505}" dt="2026-02-09T02:28:55.504" v="842" actId="20577"/>
        <pc:sldMkLst>
          <pc:docMk/>
          <pc:sldMk cId="2658049023" sldId="258"/>
        </pc:sldMkLst>
        <pc:spChg chg="mod">
          <ac:chgData name="Stephen Scott" userId="7d0a05fc-27ff-4f30-ba91-fd3532e3a0b7" providerId="ADAL" clId="{CA98C52A-F844-476E-86FE-1B30B5F7C505}" dt="2026-02-09T01:58:31.123" v="503" actId="26606"/>
          <ac:spMkLst>
            <pc:docMk/>
            <pc:sldMk cId="2658049023" sldId="258"/>
            <ac:spMk id="2" creationId="{2EE68ADA-5B04-48EE-8140-B7065F6C0EA1}"/>
          </ac:spMkLst>
        </pc:spChg>
        <pc:spChg chg="del mod">
          <ac:chgData name="Stephen Scott" userId="7d0a05fc-27ff-4f30-ba91-fd3532e3a0b7" providerId="ADAL" clId="{CA98C52A-F844-476E-86FE-1B30B5F7C505}" dt="2026-02-09T01:58:11.172" v="501" actId="26606"/>
          <ac:spMkLst>
            <pc:docMk/>
            <pc:sldMk cId="2658049023" sldId="258"/>
            <ac:spMk id="3" creationId="{FC4EC5A5-9209-92A2-2FA1-9BCD5A3BF7CE}"/>
          </ac:spMkLst>
        </pc:spChg>
        <pc:spChg chg="add">
          <ac:chgData name="Stephen Scott" userId="7d0a05fc-27ff-4f30-ba91-fd3532e3a0b7" providerId="ADAL" clId="{CA98C52A-F844-476E-86FE-1B30B5F7C505}" dt="2026-02-09T01:58:31.123" v="503" actId="26606"/>
          <ac:spMkLst>
            <pc:docMk/>
            <pc:sldMk cId="2658049023" sldId="258"/>
            <ac:spMk id="10" creationId="{81E1224E-6618-482E-BE87-321A7FC1CDE8}"/>
          </ac:spMkLst>
        </pc:spChg>
        <pc:spChg chg="add">
          <ac:chgData name="Stephen Scott" userId="7d0a05fc-27ff-4f30-ba91-fd3532e3a0b7" providerId="ADAL" clId="{CA98C52A-F844-476E-86FE-1B30B5F7C505}" dt="2026-02-09T01:58:31.123" v="503" actId="26606"/>
          <ac:spMkLst>
            <pc:docMk/>
            <pc:sldMk cId="2658049023" sldId="258"/>
            <ac:spMk id="12" creationId="{066346BE-FDB4-4772-A696-0719490ABD64}"/>
          </ac:spMkLst>
        </pc:spChg>
        <pc:spChg chg="add">
          <ac:chgData name="Stephen Scott" userId="7d0a05fc-27ff-4f30-ba91-fd3532e3a0b7" providerId="ADAL" clId="{CA98C52A-F844-476E-86FE-1B30B5F7C505}" dt="2026-02-09T01:58:31.123" v="503" actId="26606"/>
          <ac:spMkLst>
            <pc:docMk/>
            <pc:sldMk cId="2658049023" sldId="258"/>
            <ac:spMk id="14" creationId="{FB92FFCE-0C90-454E-AA25-D4EE9A6C39C5}"/>
          </ac:spMkLst>
        </pc:spChg>
        <pc:graphicFrameChg chg="add mod modGraphic">
          <ac:chgData name="Stephen Scott" userId="7d0a05fc-27ff-4f30-ba91-fd3532e3a0b7" providerId="ADAL" clId="{CA98C52A-F844-476E-86FE-1B30B5F7C505}" dt="2026-02-09T02:28:55.504" v="842" actId="20577"/>
          <ac:graphicFrameMkLst>
            <pc:docMk/>
            <pc:sldMk cId="2658049023" sldId="258"/>
            <ac:graphicFrameMk id="5" creationId="{210C75F0-23F8-C068-FB48-BE22F54A2CDE}"/>
          </ac:graphicFrameMkLst>
        </pc:graphicFrameChg>
      </pc:sldChg>
      <pc:sldChg chg="addSp delSp modSp new mod setBg">
        <pc:chgData name="Stephen Scott" userId="7d0a05fc-27ff-4f30-ba91-fd3532e3a0b7" providerId="ADAL" clId="{CA98C52A-F844-476E-86FE-1B30B5F7C505}" dt="2026-02-09T02:00:25.468" v="526" actId="26606"/>
        <pc:sldMkLst>
          <pc:docMk/>
          <pc:sldMk cId="3310883439" sldId="259"/>
        </pc:sldMkLst>
        <pc:spChg chg="mod">
          <ac:chgData name="Stephen Scott" userId="7d0a05fc-27ff-4f30-ba91-fd3532e3a0b7" providerId="ADAL" clId="{CA98C52A-F844-476E-86FE-1B30B5F7C505}" dt="2026-02-09T01:59:18.240" v="510" actId="26606"/>
          <ac:spMkLst>
            <pc:docMk/>
            <pc:sldMk cId="3310883439" sldId="259"/>
            <ac:spMk id="2" creationId="{B1ABC065-D364-AFFA-42D0-29D36FB01521}"/>
          </ac:spMkLst>
        </pc:spChg>
        <pc:spChg chg="del">
          <ac:chgData name="Stephen Scott" userId="7d0a05fc-27ff-4f30-ba91-fd3532e3a0b7" providerId="ADAL" clId="{CA98C52A-F844-476E-86FE-1B30B5F7C505}" dt="2026-02-09T01:58:51.413" v="507"/>
          <ac:spMkLst>
            <pc:docMk/>
            <pc:sldMk cId="3310883439" sldId="259"/>
            <ac:spMk id="3" creationId="{9CB9269B-E88D-EA56-F125-50D7D59235C9}"/>
          </ac:spMkLst>
        </pc:spChg>
        <pc:spChg chg="add del mod">
          <ac:chgData name="Stephen Scott" userId="7d0a05fc-27ff-4f30-ba91-fd3532e3a0b7" providerId="ADAL" clId="{CA98C52A-F844-476E-86FE-1B30B5F7C505}" dt="2026-02-09T01:59:18.240" v="510" actId="26606"/>
          <ac:spMkLst>
            <pc:docMk/>
            <pc:sldMk cId="3310883439" sldId="259"/>
            <ac:spMk id="4" creationId="{DE909383-7652-9026-B200-A4B93975ADAD}"/>
          </ac:spMkLst>
        </pc:spChg>
        <pc:spChg chg="add del">
          <ac:chgData name="Stephen Scott" userId="7d0a05fc-27ff-4f30-ba91-fd3532e3a0b7" providerId="ADAL" clId="{CA98C52A-F844-476E-86FE-1B30B5F7C505}" dt="2026-02-09T01:59:18.228" v="509" actId="26606"/>
          <ac:spMkLst>
            <pc:docMk/>
            <pc:sldMk cId="3310883439" sldId="259"/>
            <ac:spMk id="9" creationId="{5C8908E2-EE49-44D2-9428-A28D2312A8D5}"/>
          </ac:spMkLst>
        </pc:spChg>
        <pc:spChg chg="add">
          <ac:chgData name="Stephen Scott" userId="7d0a05fc-27ff-4f30-ba91-fd3532e3a0b7" providerId="ADAL" clId="{CA98C52A-F844-476E-86FE-1B30B5F7C505}" dt="2026-02-09T01:59:18.240" v="510" actId="26606"/>
          <ac:spMkLst>
            <pc:docMk/>
            <pc:sldMk cId="3310883439" sldId="259"/>
            <ac:spMk id="10" creationId="{DCC231C8-C761-4B31-9B1C-C6D19248C6B3}"/>
          </ac:spMkLst>
        </pc:spChg>
        <pc:spChg chg="add del">
          <ac:chgData name="Stephen Scott" userId="7d0a05fc-27ff-4f30-ba91-fd3532e3a0b7" providerId="ADAL" clId="{CA98C52A-F844-476E-86FE-1B30B5F7C505}" dt="2026-02-09T01:59:18.228" v="509" actId="26606"/>
          <ac:spMkLst>
            <pc:docMk/>
            <pc:sldMk cId="3310883439" sldId="259"/>
            <ac:spMk id="15" creationId="{BD92035A-AA2F-4CD8-A556-1CE8BDEC75BD}"/>
          </ac:spMkLst>
        </pc:spChg>
        <pc:spChg chg="add del">
          <ac:chgData name="Stephen Scott" userId="7d0a05fc-27ff-4f30-ba91-fd3532e3a0b7" providerId="ADAL" clId="{CA98C52A-F844-476E-86FE-1B30B5F7C505}" dt="2026-02-09T01:59:18.228" v="509" actId="26606"/>
          <ac:spMkLst>
            <pc:docMk/>
            <pc:sldMk cId="3310883439" sldId="259"/>
            <ac:spMk id="17" creationId="{ED888B23-07FA-482A-96DF-47E31AF1A603}"/>
          </ac:spMkLst>
        </pc:spChg>
        <pc:grpChg chg="add del">
          <ac:chgData name="Stephen Scott" userId="7d0a05fc-27ff-4f30-ba91-fd3532e3a0b7" providerId="ADAL" clId="{CA98C52A-F844-476E-86FE-1B30B5F7C505}" dt="2026-02-09T01:59:18.228" v="509" actId="26606"/>
          <ac:grpSpMkLst>
            <pc:docMk/>
            <pc:sldMk cId="3310883439" sldId="259"/>
            <ac:grpSpMk id="11" creationId="{5D1A9D8B-3117-4D9D-BDA4-DD81895098B0}"/>
          </ac:grpSpMkLst>
        </pc:grpChg>
        <pc:graphicFrameChg chg="add modGraphic">
          <ac:chgData name="Stephen Scott" userId="7d0a05fc-27ff-4f30-ba91-fd3532e3a0b7" providerId="ADAL" clId="{CA98C52A-F844-476E-86FE-1B30B5F7C505}" dt="2026-02-09T02:00:25.468" v="526" actId="26606"/>
          <ac:graphicFrameMkLst>
            <pc:docMk/>
            <pc:sldMk cId="3310883439" sldId="259"/>
            <ac:graphicFrameMk id="6" creationId="{D720620A-8DB0-8758-3382-DFAC92F1B0C5}"/>
          </ac:graphicFrameMkLst>
        </pc:graphicFrameChg>
      </pc:sldChg>
      <pc:sldChg chg="addSp delSp modSp new mod setBg">
        <pc:chgData name="Stephen Scott" userId="7d0a05fc-27ff-4f30-ba91-fd3532e3a0b7" providerId="ADAL" clId="{CA98C52A-F844-476E-86FE-1B30B5F7C505}" dt="2026-02-09T02:02:22.504" v="542" actId="1076"/>
        <pc:sldMkLst>
          <pc:docMk/>
          <pc:sldMk cId="652163549" sldId="260"/>
        </pc:sldMkLst>
        <pc:spChg chg="mod">
          <ac:chgData name="Stephen Scott" userId="7d0a05fc-27ff-4f30-ba91-fd3532e3a0b7" providerId="ADAL" clId="{CA98C52A-F844-476E-86FE-1B30B5F7C505}" dt="2026-02-09T02:00:17.049" v="525" actId="26606"/>
          <ac:spMkLst>
            <pc:docMk/>
            <pc:sldMk cId="652163549" sldId="260"/>
            <ac:spMk id="2" creationId="{4BEC2A40-6135-2E9D-F9AC-B20C5812A264}"/>
          </ac:spMkLst>
        </pc:spChg>
        <pc:spChg chg="del">
          <ac:chgData name="Stephen Scott" userId="7d0a05fc-27ff-4f30-ba91-fd3532e3a0b7" providerId="ADAL" clId="{CA98C52A-F844-476E-86FE-1B30B5F7C505}" dt="2026-02-09T01:59:30.866" v="513"/>
          <ac:spMkLst>
            <pc:docMk/>
            <pc:sldMk cId="652163549" sldId="260"/>
            <ac:spMk id="3" creationId="{7137B76E-E621-4804-01FA-1BEB427727C2}"/>
          </ac:spMkLst>
        </pc:spChg>
        <pc:spChg chg="add del mod">
          <ac:chgData name="Stephen Scott" userId="7d0a05fc-27ff-4f30-ba91-fd3532e3a0b7" providerId="ADAL" clId="{CA98C52A-F844-476E-86FE-1B30B5F7C505}" dt="2026-02-09T02:00:09.520" v="524" actId="26606"/>
          <ac:spMkLst>
            <pc:docMk/>
            <pc:sldMk cId="652163549" sldId="260"/>
            <ac:spMk id="4" creationId="{581A7F6A-DE1D-9893-0D13-8D13A452962C}"/>
          </ac:spMkLst>
        </pc:spChg>
        <pc:spChg chg="add del">
          <ac:chgData name="Stephen Scott" userId="7d0a05fc-27ff-4f30-ba91-fd3532e3a0b7" providerId="ADAL" clId="{CA98C52A-F844-476E-86FE-1B30B5F7C505}" dt="2026-02-09T02:00:17.049" v="525" actId="26606"/>
          <ac:spMkLst>
            <pc:docMk/>
            <pc:sldMk cId="652163549" sldId="260"/>
            <ac:spMk id="10" creationId="{2E442304-DDBD-4F7B-8017-36BCC863FB40}"/>
          </ac:spMkLst>
        </pc:spChg>
        <pc:spChg chg="add del">
          <ac:chgData name="Stephen Scott" userId="7d0a05fc-27ff-4f30-ba91-fd3532e3a0b7" providerId="ADAL" clId="{CA98C52A-F844-476E-86FE-1B30B5F7C505}" dt="2026-02-09T02:00:17.049" v="525" actId="26606"/>
          <ac:spMkLst>
            <pc:docMk/>
            <pc:sldMk cId="652163549" sldId="260"/>
            <ac:spMk id="12" creationId="{5E107275-3853-46FD-A241-DE4355A42675}"/>
          </ac:spMkLst>
        </pc:spChg>
        <pc:spChg chg="add">
          <ac:chgData name="Stephen Scott" userId="7d0a05fc-27ff-4f30-ba91-fd3532e3a0b7" providerId="ADAL" clId="{CA98C52A-F844-476E-86FE-1B30B5F7C505}" dt="2026-02-09T02:00:17.049" v="525" actId="26606"/>
          <ac:spMkLst>
            <pc:docMk/>
            <pc:sldMk cId="652163549" sldId="260"/>
            <ac:spMk id="17" creationId="{DCC231C8-C761-4B31-9B1C-C6D19248C6B3}"/>
          </ac:spMkLst>
        </pc:spChg>
        <pc:graphicFrameChg chg="add del">
          <ac:chgData name="Stephen Scott" userId="7d0a05fc-27ff-4f30-ba91-fd3532e3a0b7" providerId="ADAL" clId="{CA98C52A-F844-476E-86FE-1B30B5F7C505}" dt="2026-02-09T01:59:42.664" v="515" actId="26606"/>
          <ac:graphicFrameMkLst>
            <pc:docMk/>
            <pc:sldMk cId="652163549" sldId="260"/>
            <ac:graphicFrameMk id="6" creationId="{CC997CBE-8285-DF12-B14F-9C04238C6A9C}"/>
          </ac:graphicFrameMkLst>
        </pc:graphicFrameChg>
        <pc:graphicFrameChg chg="add mod modGraphic">
          <ac:chgData name="Stephen Scott" userId="7d0a05fc-27ff-4f30-ba91-fd3532e3a0b7" providerId="ADAL" clId="{CA98C52A-F844-476E-86FE-1B30B5F7C505}" dt="2026-02-09T02:01:31.942" v="534" actId="207"/>
          <ac:graphicFrameMkLst>
            <pc:docMk/>
            <pc:sldMk cId="652163549" sldId="260"/>
            <ac:graphicFrameMk id="7" creationId="{FF8B9FC8-BA7F-930D-3C34-B7A4451C39BA}"/>
          </ac:graphicFrameMkLst>
        </pc:graphicFrameChg>
        <pc:picChg chg="add mod">
          <ac:chgData name="Stephen Scott" userId="7d0a05fc-27ff-4f30-ba91-fd3532e3a0b7" providerId="ADAL" clId="{CA98C52A-F844-476E-86FE-1B30B5F7C505}" dt="2026-02-09T02:02:22.504" v="542" actId="1076"/>
          <ac:picMkLst>
            <pc:docMk/>
            <pc:sldMk cId="652163549" sldId="260"/>
            <ac:picMk id="8" creationId="{199C8C77-5C0A-DBE0-61F8-5D3168A3B078}"/>
          </ac:picMkLst>
        </pc:picChg>
        <pc:picChg chg="add mod">
          <ac:chgData name="Stephen Scott" userId="7d0a05fc-27ff-4f30-ba91-fd3532e3a0b7" providerId="ADAL" clId="{CA98C52A-F844-476E-86FE-1B30B5F7C505}" dt="2026-02-09T02:02:20.445" v="541" actId="1076"/>
          <ac:picMkLst>
            <pc:docMk/>
            <pc:sldMk cId="652163549" sldId="260"/>
            <ac:picMk id="9" creationId="{16BE21C2-B114-05D8-2C69-A26209161578}"/>
          </ac:picMkLst>
        </pc:picChg>
      </pc:sldChg>
      <pc:sldChg chg="addSp delSp modSp new mod">
        <pc:chgData name="Stephen Scott" userId="7d0a05fc-27ff-4f30-ba91-fd3532e3a0b7" providerId="ADAL" clId="{CA98C52A-F844-476E-86FE-1B30B5F7C505}" dt="2026-02-09T02:02:51.782" v="545" actId="26606"/>
        <pc:sldMkLst>
          <pc:docMk/>
          <pc:sldMk cId="3465946996" sldId="261"/>
        </pc:sldMkLst>
        <pc:spChg chg="mod">
          <ac:chgData name="Stephen Scott" userId="7d0a05fc-27ff-4f30-ba91-fd3532e3a0b7" providerId="ADAL" clId="{CA98C52A-F844-476E-86FE-1B30B5F7C505}" dt="2026-02-09T02:02:40.448" v="543"/>
          <ac:spMkLst>
            <pc:docMk/>
            <pc:sldMk cId="3465946996" sldId="261"/>
            <ac:spMk id="2" creationId="{2CF31524-E73A-0267-72C4-6B28CB75B474}"/>
          </ac:spMkLst>
        </pc:spChg>
        <pc:spChg chg="del">
          <ac:chgData name="Stephen Scott" userId="7d0a05fc-27ff-4f30-ba91-fd3532e3a0b7" providerId="ADAL" clId="{CA98C52A-F844-476E-86FE-1B30B5F7C505}" dt="2026-02-09T02:02:43.594" v="544"/>
          <ac:spMkLst>
            <pc:docMk/>
            <pc:sldMk cId="3465946996" sldId="261"/>
            <ac:spMk id="3" creationId="{7CDFABE0-E801-9BF9-CD29-A1C6A31D7333}"/>
          </ac:spMkLst>
        </pc:spChg>
        <pc:spChg chg="add del mod">
          <ac:chgData name="Stephen Scott" userId="7d0a05fc-27ff-4f30-ba91-fd3532e3a0b7" providerId="ADAL" clId="{CA98C52A-F844-476E-86FE-1B30B5F7C505}" dt="2026-02-09T02:02:51.782" v="545" actId="26606"/>
          <ac:spMkLst>
            <pc:docMk/>
            <pc:sldMk cId="3465946996" sldId="261"/>
            <ac:spMk id="4" creationId="{2D6F54CD-6415-68D0-1656-D9A7327BF02C}"/>
          </ac:spMkLst>
        </pc:spChg>
        <pc:graphicFrameChg chg="add">
          <ac:chgData name="Stephen Scott" userId="7d0a05fc-27ff-4f30-ba91-fd3532e3a0b7" providerId="ADAL" clId="{CA98C52A-F844-476E-86FE-1B30B5F7C505}" dt="2026-02-09T02:02:51.782" v="545" actId="26606"/>
          <ac:graphicFrameMkLst>
            <pc:docMk/>
            <pc:sldMk cId="3465946996" sldId="261"/>
            <ac:graphicFrameMk id="6" creationId="{CD6FD787-47AA-8ACB-5B0E-19143BA0AB81}"/>
          </ac:graphicFrameMkLst>
        </pc:graphicFrameChg>
      </pc:sldChg>
      <pc:sldChg chg="addSp delSp modSp new mod">
        <pc:chgData name="Stephen Scott" userId="7d0a05fc-27ff-4f30-ba91-fd3532e3a0b7" providerId="ADAL" clId="{CA98C52A-F844-476E-86FE-1B30B5F7C505}" dt="2026-02-09T02:03:18.702" v="549" actId="26606"/>
        <pc:sldMkLst>
          <pc:docMk/>
          <pc:sldMk cId="3916605345" sldId="262"/>
        </pc:sldMkLst>
        <pc:spChg chg="mod">
          <ac:chgData name="Stephen Scott" userId="7d0a05fc-27ff-4f30-ba91-fd3532e3a0b7" providerId="ADAL" clId="{CA98C52A-F844-476E-86FE-1B30B5F7C505}" dt="2026-02-09T02:03:07.177" v="547"/>
          <ac:spMkLst>
            <pc:docMk/>
            <pc:sldMk cId="3916605345" sldId="262"/>
            <ac:spMk id="2" creationId="{87EF728D-412D-D6F0-C320-D046975C6776}"/>
          </ac:spMkLst>
        </pc:spChg>
        <pc:spChg chg="del">
          <ac:chgData name="Stephen Scott" userId="7d0a05fc-27ff-4f30-ba91-fd3532e3a0b7" providerId="ADAL" clId="{CA98C52A-F844-476E-86FE-1B30B5F7C505}" dt="2026-02-09T02:03:11.032" v="548"/>
          <ac:spMkLst>
            <pc:docMk/>
            <pc:sldMk cId="3916605345" sldId="262"/>
            <ac:spMk id="3" creationId="{E529CC2A-18B9-72D0-C655-4063870625D5}"/>
          </ac:spMkLst>
        </pc:spChg>
        <pc:spChg chg="add del mod">
          <ac:chgData name="Stephen Scott" userId="7d0a05fc-27ff-4f30-ba91-fd3532e3a0b7" providerId="ADAL" clId="{CA98C52A-F844-476E-86FE-1B30B5F7C505}" dt="2026-02-09T02:03:18.702" v="549" actId="26606"/>
          <ac:spMkLst>
            <pc:docMk/>
            <pc:sldMk cId="3916605345" sldId="262"/>
            <ac:spMk id="4" creationId="{5814A8E4-D504-D3B7-0E5D-5DDFFD9D431E}"/>
          </ac:spMkLst>
        </pc:spChg>
        <pc:graphicFrameChg chg="add">
          <ac:chgData name="Stephen Scott" userId="7d0a05fc-27ff-4f30-ba91-fd3532e3a0b7" providerId="ADAL" clId="{CA98C52A-F844-476E-86FE-1B30B5F7C505}" dt="2026-02-09T02:03:18.702" v="549" actId="26606"/>
          <ac:graphicFrameMkLst>
            <pc:docMk/>
            <pc:sldMk cId="3916605345" sldId="262"/>
            <ac:graphicFrameMk id="6" creationId="{BE2D78B7-468B-84A8-B081-F074BE6659AE}"/>
          </ac:graphicFrameMkLst>
        </pc:graphicFrameChg>
      </pc:sldChg>
      <pc:sldChg chg="addSp delSp modSp new mod">
        <pc:chgData name="Stephen Scott" userId="7d0a05fc-27ff-4f30-ba91-fd3532e3a0b7" providerId="ADAL" clId="{CA98C52A-F844-476E-86FE-1B30B5F7C505}" dt="2026-02-09T02:03:59.431" v="553" actId="26606"/>
        <pc:sldMkLst>
          <pc:docMk/>
          <pc:sldMk cId="880112092" sldId="263"/>
        </pc:sldMkLst>
        <pc:spChg chg="mod">
          <ac:chgData name="Stephen Scott" userId="7d0a05fc-27ff-4f30-ba91-fd3532e3a0b7" providerId="ADAL" clId="{CA98C52A-F844-476E-86FE-1B30B5F7C505}" dt="2026-02-09T02:03:38.510" v="551"/>
          <ac:spMkLst>
            <pc:docMk/>
            <pc:sldMk cId="880112092" sldId="263"/>
            <ac:spMk id="2" creationId="{925745C3-6E0E-0200-8156-148133C4F864}"/>
          </ac:spMkLst>
        </pc:spChg>
        <pc:spChg chg="del">
          <ac:chgData name="Stephen Scott" userId="7d0a05fc-27ff-4f30-ba91-fd3532e3a0b7" providerId="ADAL" clId="{CA98C52A-F844-476E-86FE-1B30B5F7C505}" dt="2026-02-09T02:03:41.287" v="552"/>
          <ac:spMkLst>
            <pc:docMk/>
            <pc:sldMk cId="880112092" sldId="263"/>
            <ac:spMk id="3" creationId="{E49FD66F-CA9E-FB94-7391-3DC8208AEAC5}"/>
          </ac:spMkLst>
        </pc:spChg>
        <pc:spChg chg="add del mod">
          <ac:chgData name="Stephen Scott" userId="7d0a05fc-27ff-4f30-ba91-fd3532e3a0b7" providerId="ADAL" clId="{CA98C52A-F844-476E-86FE-1B30B5F7C505}" dt="2026-02-09T02:03:59.431" v="553" actId="26606"/>
          <ac:spMkLst>
            <pc:docMk/>
            <pc:sldMk cId="880112092" sldId="263"/>
            <ac:spMk id="4" creationId="{44776986-7E7B-DD19-72D3-F1E011177710}"/>
          </ac:spMkLst>
        </pc:spChg>
        <pc:graphicFrameChg chg="add">
          <ac:chgData name="Stephen Scott" userId="7d0a05fc-27ff-4f30-ba91-fd3532e3a0b7" providerId="ADAL" clId="{CA98C52A-F844-476E-86FE-1B30B5F7C505}" dt="2026-02-09T02:03:59.431" v="553" actId="26606"/>
          <ac:graphicFrameMkLst>
            <pc:docMk/>
            <pc:sldMk cId="880112092" sldId="263"/>
            <ac:graphicFrameMk id="6" creationId="{BBD548E8-1B9D-37FA-74CC-5247105CD655}"/>
          </ac:graphicFrameMkLst>
        </pc:graphicFrameChg>
      </pc:sldChg>
      <pc:sldChg chg="addSp delSp modSp new mod ord setBg">
        <pc:chgData name="Stephen Scott" userId="7d0a05fc-27ff-4f30-ba91-fd3532e3a0b7" providerId="ADAL" clId="{CA98C52A-F844-476E-86FE-1B30B5F7C505}" dt="2026-02-09T02:04:59.793" v="563"/>
        <pc:sldMkLst>
          <pc:docMk/>
          <pc:sldMk cId="3389204986" sldId="264"/>
        </pc:sldMkLst>
        <pc:spChg chg="mod">
          <ac:chgData name="Stephen Scott" userId="7d0a05fc-27ff-4f30-ba91-fd3532e3a0b7" providerId="ADAL" clId="{CA98C52A-F844-476E-86FE-1B30B5F7C505}" dt="2026-02-09T02:04:57.468" v="561" actId="26606"/>
          <ac:spMkLst>
            <pc:docMk/>
            <pc:sldMk cId="3389204986" sldId="264"/>
            <ac:spMk id="2" creationId="{8D6F002A-50C0-7EBB-C44F-AC81141C8618}"/>
          </ac:spMkLst>
        </pc:spChg>
        <pc:spChg chg="del">
          <ac:chgData name="Stephen Scott" userId="7d0a05fc-27ff-4f30-ba91-fd3532e3a0b7" providerId="ADAL" clId="{CA98C52A-F844-476E-86FE-1B30B5F7C505}" dt="2026-02-09T02:04:19.098" v="556"/>
          <ac:spMkLst>
            <pc:docMk/>
            <pc:sldMk cId="3389204986" sldId="264"/>
            <ac:spMk id="3" creationId="{DB13A58C-683F-0C39-97A9-7AA67D91D8F5}"/>
          </ac:spMkLst>
        </pc:spChg>
        <pc:spChg chg="add del mod">
          <ac:chgData name="Stephen Scott" userId="7d0a05fc-27ff-4f30-ba91-fd3532e3a0b7" providerId="ADAL" clId="{CA98C52A-F844-476E-86FE-1B30B5F7C505}" dt="2026-02-09T02:04:37.271" v="558" actId="26606"/>
          <ac:spMkLst>
            <pc:docMk/>
            <pc:sldMk cId="3389204986" sldId="264"/>
            <ac:spMk id="4" creationId="{29ED173C-881A-07D8-6372-C9654DDCD15E}"/>
          </ac:spMkLst>
        </pc:spChg>
        <pc:spChg chg="add del">
          <ac:chgData name="Stephen Scott" userId="7d0a05fc-27ff-4f30-ba91-fd3532e3a0b7" providerId="ADAL" clId="{CA98C52A-F844-476E-86FE-1B30B5F7C505}" dt="2026-02-09T02:04:57.468" v="561" actId="26606"/>
          <ac:spMkLst>
            <pc:docMk/>
            <pc:sldMk cId="3389204986" sldId="264"/>
            <ac:spMk id="10" creationId="{44AD29B6-BF3B-4407-9E75-52DF8E3B29F1}"/>
          </ac:spMkLst>
        </pc:spChg>
        <pc:spChg chg="add del">
          <ac:chgData name="Stephen Scott" userId="7d0a05fc-27ff-4f30-ba91-fd3532e3a0b7" providerId="ADAL" clId="{CA98C52A-F844-476E-86FE-1B30B5F7C505}" dt="2026-02-09T02:04:57.468" v="561" actId="26606"/>
          <ac:spMkLst>
            <pc:docMk/>
            <pc:sldMk cId="3389204986" sldId="264"/>
            <ac:spMk id="12" creationId="{55F8BA08-3E38-4B70-B93A-74F08E092206}"/>
          </ac:spMkLst>
        </pc:spChg>
        <pc:spChg chg="add del">
          <ac:chgData name="Stephen Scott" userId="7d0a05fc-27ff-4f30-ba91-fd3532e3a0b7" providerId="ADAL" clId="{CA98C52A-F844-476E-86FE-1B30B5F7C505}" dt="2026-02-09T02:04:57.468" v="561" actId="26606"/>
          <ac:spMkLst>
            <pc:docMk/>
            <pc:sldMk cId="3389204986" sldId="264"/>
            <ac:spMk id="14" creationId="{357F1B33-79AB-4A71-8CEC-4546D709B8C8}"/>
          </ac:spMkLst>
        </pc:spChg>
        <pc:spChg chg="add">
          <ac:chgData name="Stephen Scott" userId="7d0a05fc-27ff-4f30-ba91-fd3532e3a0b7" providerId="ADAL" clId="{CA98C52A-F844-476E-86FE-1B30B5F7C505}" dt="2026-02-09T02:04:57.468" v="561" actId="26606"/>
          <ac:spMkLst>
            <pc:docMk/>
            <pc:sldMk cId="3389204986" sldId="264"/>
            <ac:spMk id="19" creationId="{5628E5CB-913B-4378-97CE-18C9F6410C53}"/>
          </ac:spMkLst>
        </pc:spChg>
        <pc:graphicFrameChg chg="add mod modGraphic">
          <ac:chgData name="Stephen Scott" userId="7d0a05fc-27ff-4f30-ba91-fd3532e3a0b7" providerId="ADAL" clId="{CA98C52A-F844-476E-86FE-1B30B5F7C505}" dt="2026-02-09T02:04:57.468" v="561" actId="26606"/>
          <ac:graphicFrameMkLst>
            <pc:docMk/>
            <pc:sldMk cId="3389204986" sldId="264"/>
            <ac:graphicFrameMk id="6" creationId="{BD6BF7B3-B3C9-2378-8B41-F38CB9CE32BB}"/>
          </ac:graphicFrameMkLst>
        </pc:graphicFrameChg>
      </pc:sldChg>
      <pc:sldChg chg="addSp delSp modSp new mod ord setBg">
        <pc:chgData name="Stephen Scott" userId="7d0a05fc-27ff-4f30-ba91-fd3532e3a0b7" providerId="ADAL" clId="{CA98C52A-F844-476E-86FE-1B30B5F7C505}" dt="2026-02-09T02:21:39.151" v="797" actId="1076"/>
        <pc:sldMkLst>
          <pc:docMk/>
          <pc:sldMk cId="1337755510" sldId="265"/>
        </pc:sldMkLst>
        <pc:spChg chg="mod">
          <ac:chgData name="Stephen Scott" userId="7d0a05fc-27ff-4f30-ba91-fd3532e3a0b7" providerId="ADAL" clId="{CA98C52A-F844-476E-86FE-1B30B5F7C505}" dt="2026-02-09T02:07:28.220" v="582" actId="26606"/>
          <ac:spMkLst>
            <pc:docMk/>
            <pc:sldMk cId="1337755510" sldId="265"/>
            <ac:spMk id="2" creationId="{B1C51307-AB5B-EF04-B737-8DF08F59B154}"/>
          </ac:spMkLst>
        </pc:spChg>
        <pc:spChg chg="del">
          <ac:chgData name="Stephen Scott" userId="7d0a05fc-27ff-4f30-ba91-fd3532e3a0b7" providerId="ADAL" clId="{CA98C52A-F844-476E-86FE-1B30B5F7C505}" dt="2026-02-09T02:05:09.866" v="566"/>
          <ac:spMkLst>
            <pc:docMk/>
            <pc:sldMk cId="1337755510" sldId="265"/>
            <ac:spMk id="3" creationId="{E6961957-FE3C-5F55-0FA5-9EBE72F3A9B6}"/>
          </ac:spMkLst>
        </pc:spChg>
        <pc:spChg chg="add del mod">
          <ac:chgData name="Stephen Scott" userId="7d0a05fc-27ff-4f30-ba91-fd3532e3a0b7" providerId="ADAL" clId="{CA98C52A-F844-476E-86FE-1B30B5F7C505}" dt="2026-02-09T02:07:28.220" v="582" actId="26606"/>
          <ac:spMkLst>
            <pc:docMk/>
            <pc:sldMk cId="1337755510" sldId="265"/>
            <ac:spMk id="4" creationId="{A98FF72A-6B86-6B2C-7CB7-F07E188345A1}"/>
          </ac:spMkLst>
        </pc:spChg>
        <pc:spChg chg="add del">
          <ac:chgData name="Stephen Scott" userId="7d0a05fc-27ff-4f30-ba91-fd3532e3a0b7" providerId="ADAL" clId="{CA98C52A-F844-476E-86FE-1B30B5F7C505}" dt="2026-02-09T02:07:26.241" v="577" actId="26606"/>
          <ac:spMkLst>
            <pc:docMk/>
            <pc:sldMk cId="1337755510" sldId="265"/>
            <ac:spMk id="10" creationId="{7517A47C-B2E5-4B79-8061-D74B1311AF6E}"/>
          </ac:spMkLst>
        </pc:spChg>
        <pc:spChg chg="add">
          <ac:chgData name="Stephen Scott" userId="7d0a05fc-27ff-4f30-ba91-fd3532e3a0b7" providerId="ADAL" clId="{CA98C52A-F844-476E-86FE-1B30B5F7C505}" dt="2026-02-09T02:07:28.220" v="582" actId="26606"/>
          <ac:spMkLst>
            <pc:docMk/>
            <pc:sldMk cId="1337755510" sldId="265"/>
            <ac:spMk id="11" creationId="{EDDBB197-D710-4A4F-A9CA-FD2177498BE8}"/>
          </ac:spMkLst>
        </pc:spChg>
        <pc:spChg chg="add del">
          <ac:chgData name="Stephen Scott" userId="7d0a05fc-27ff-4f30-ba91-fd3532e3a0b7" providerId="ADAL" clId="{CA98C52A-F844-476E-86FE-1B30B5F7C505}" dt="2026-02-09T02:07:26.241" v="577" actId="26606"/>
          <ac:spMkLst>
            <pc:docMk/>
            <pc:sldMk cId="1337755510" sldId="265"/>
            <ac:spMk id="12" creationId="{C505E780-2083-4CB5-A42A-5E0E2908ECC3}"/>
          </ac:spMkLst>
        </pc:spChg>
        <pc:spChg chg="add">
          <ac:chgData name="Stephen Scott" userId="7d0a05fc-27ff-4f30-ba91-fd3532e3a0b7" providerId="ADAL" clId="{CA98C52A-F844-476E-86FE-1B30B5F7C505}" dt="2026-02-09T02:07:28.220" v="582" actId="26606"/>
          <ac:spMkLst>
            <pc:docMk/>
            <pc:sldMk cId="1337755510" sldId="265"/>
            <ac:spMk id="13" creationId="{975D1CFA-2CDB-4B64-BD9F-85744E8DA12F}"/>
          </ac:spMkLst>
        </pc:spChg>
        <pc:spChg chg="add del">
          <ac:chgData name="Stephen Scott" userId="7d0a05fc-27ff-4f30-ba91-fd3532e3a0b7" providerId="ADAL" clId="{CA98C52A-F844-476E-86FE-1B30B5F7C505}" dt="2026-02-09T02:07:26.241" v="577" actId="26606"/>
          <ac:spMkLst>
            <pc:docMk/>
            <pc:sldMk cId="1337755510" sldId="265"/>
            <ac:spMk id="14" creationId="{D2C0AE1C-0118-41AE-8A10-7CDCBF10E96F}"/>
          </ac:spMkLst>
        </pc:spChg>
        <pc:spChg chg="add del">
          <ac:chgData name="Stephen Scott" userId="7d0a05fc-27ff-4f30-ba91-fd3532e3a0b7" providerId="ADAL" clId="{CA98C52A-F844-476E-86FE-1B30B5F7C505}" dt="2026-02-09T02:07:26.241" v="577" actId="26606"/>
          <ac:spMkLst>
            <pc:docMk/>
            <pc:sldMk cId="1337755510" sldId="265"/>
            <ac:spMk id="16" creationId="{463EEC44-1BA3-44ED-81FC-A644B04B2A44}"/>
          </ac:spMkLst>
        </pc:spChg>
        <pc:spChg chg="add del">
          <ac:chgData name="Stephen Scott" userId="7d0a05fc-27ff-4f30-ba91-fd3532e3a0b7" providerId="ADAL" clId="{CA98C52A-F844-476E-86FE-1B30B5F7C505}" dt="2026-02-09T02:07:26.942" v="579" actId="26606"/>
          <ac:spMkLst>
            <pc:docMk/>
            <pc:sldMk cId="1337755510" sldId="265"/>
            <ac:spMk id="19" creationId="{AE3A741D-C19B-960A-5803-1C5887147820}"/>
          </ac:spMkLst>
        </pc:spChg>
        <pc:spChg chg="add del">
          <ac:chgData name="Stephen Scott" userId="7d0a05fc-27ff-4f30-ba91-fd3532e3a0b7" providerId="ADAL" clId="{CA98C52A-F844-476E-86FE-1B30B5F7C505}" dt="2026-02-09T02:07:26.942" v="579" actId="26606"/>
          <ac:spMkLst>
            <pc:docMk/>
            <pc:sldMk cId="1337755510" sldId="265"/>
            <ac:spMk id="20" creationId="{DC39DE25-0E4E-0AA7-0932-1D78C2372786}"/>
          </ac:spMkLst>
        </pc:spChg>
        <pc:spChg chg="add del">
          <ac:chgData name="Stephen Scott" userId="7d0a05fc-27ff-4f30-ba91-fd3532e3a0b7" providerId="ADAL" clId="{CA98C52A-F844-476E-86FE-1B30B5F7C505}" dt="2026-02-09T02:07:26.942" v="579" actId="26606"/>
          <ac:spMkLst>
            <pc:docMk/>
            <pc:sldMk cId="1337755510" sldId="265"/>
            <ac:spMk id="21" creationId="{8D6EA299-0840-6DEA-E670-C49AEBC87E89}"/>
          </ac:spMkLst>
        </pc:spChg>
        <pc:spChg chg="add del">
          <ac:chgData name="Stephen Scott" userId="7d0a05fc-27ff-4f30-ba91-fd3532e3a0b7" providerId="ADAL" clId="{CA98C52A-F844-476E-86FE-1B30B5F7C505}" dt="2026-02-09T02:07:26.942" v="579" actId="26606"/>
          <ac:spMkLst>
            <pc:docMk/>
            <pc:sldMk cId="1337755510" sldId="265"/>
            <ac:spMk id="22" creationId="{A98FF72A-6B86-6B2C-7CB7-F07E188345A1}"/>
          </ac:spMkLst>
        </pc:spChg>
        <pc:spChg chg="add del">
          <ac:chgData name="Stephen Scott" userId="7d0a05fc-27ff-4f30-ba91-fd3532e3a0b7" providerId="ADAL" clId="{CA98C52A-F844-476E-86FE-1B30B5F7C505}" dt="2026-02-09T02:07:28.211" v="581" actId="26606"/>
          <ac:spMkLst>
            <pc:docMk/>
            <pc:sldMk cId="1337755510" sldId="265"/>
            <ac:spMk id="24" creationId="{C0763A76-9F1C-4FC5-82B7-DD475DA461B2}"/>
          </ac:spMkLst>
        </pc:spChg>
        <pc:spChg chg="add del">
          <ac:chgData name="Stephen Scott" userId="7d0a05fc-27ff-4f30-ba91-fd3532e3a0b7" providerId="ADAL" clId="{CA98C52A-F844-476E-86FE-1B30B5F7C505}" dt="2026-02-09T02:07:28.211" v="581" actId="26606"/>
          <ac:spMkLst>
            <pc:docMk/>
            <pc:sldMk cId="1337755510" sldId="265"/>
            <ac:spMk id="25" creationId="{E81BF4F6-F2CF-4984-9D14-D6966D92F99F}"/>
          </ac:spMkLst>
        </pc:spChg>
        <pc:spChg chg="add del">
          <ac:chgData name="Stephen Scott" userId="7d0a05fc-27ff-4f30-ba91-fd3532e3a0b7" providerId="ADAL" clId="{CA98C52A-F844-476E-86FE-1B30B5F7C505}" dt="2026-02-09T02:07:28.211" v="581" actId="26606"/>
          <ac:spMkLst>
            <pc:docMk/>
            <pc:sldMk cId="1337755510" sldId="265"/>
            <ac:spMk id="26" creationId="{A98FF72A-6B86-6B2C-7CB7-F07E188345A1}"/>
          </ac:spMkLst>
        </pc:spChg>
        <pc:spChg chg="add mod">
          <ac:chgData name="Stephen Scott" userId="7d0a05fc-27ff-4f30-ba91-fd3532e3a0b7" providerId="ADAL" clId="{CA98C52A-F844-476E-86FE-1B30B5F7C505}" dt="2026-02-09T02:21:27.463" v="795" actId="207"/>
          <ac:spMkLst>
            <pc:docMk/>
            <pc:sldMk cId="1337755510" sldId="265"/>
            <ac:spMk id="29" creationId="{A98FF72A-6B86-6B2C-7CB7-F07E188345A1}"/>
          </ac:spMkLst>
        </pc:spChg>
        <pc:grpChg chg="add">
          <ac:chgData name="Stephen Scott" userId="7d0a05fc-27ff-4f30-ba91-fd3532e3a0b7" providerId="ADAL" clId="{CA98C52A-F844-476E-86FE-1B30B5F7C505}" dt="2026-02-09T02:07:28.220" v="582" actId="26606"/>
          <ac:grpSpMkLst>
            <pc:docMk/>
            <pc:sldMk cId="1337755510" sldId="265"/>
            <ac:grpSpMk id="15" creationId="{25EE5136-01F1-466C-962D-BA9B4C6757AA}"/>
          </ac:grpSpMkLst>
        </pc:grpChg>
        <pc:graphicFrameChg chg="add del">
          <ac:chgData name="Stephen Scott" userId="7d0a05fc-27ff-4f30-ba91-fd3532e3a0b7" providerId="ADAL" clId="{CA98C52A-F844-476E-86FE-1B30B5F7C505}" dt="2026-02-09T02:07:26.241" v="577" actId="26606"/>
          <ac:graphicFrameMkLst>
            <pc:docMk/>
            <pc:sldMk cId="1337755510" sldId="265"/>
            <ac:graphicFrameMk id="6" creationId="{BE052574-D9A9-05A8-CE67-91CB31C9EE72}"/>
          </ac:graphicFrameMkLst>
        </pc:graphicFrameChg>
        <pc:picChg chg="add mod">
          <ac:chgData name="Stephen Scott" userId="7d0a05fc-27ff-4f30-ba91-fd3532e3a0b7" providerId="ADAL" clId="{CA98C52A-F844-476E-86FE-1B30B5F7C505}" dt="2026-02-09T02:21:39.151" v="797" actId="1076"/>
          <ac:picMkLst>
            <pc:docMk/>
            <pc:sldMk cId="1337755510" sldId="265"/>
            <ac:picMk id="5" creationId="{9F137128-F7B8-2B53-C83B-86284C7A792C}"/>
          </ac:picMkLst>
        </pc:picChg>
        <pc:picChg chg="add">
          <ac:chgData name="Stephen Scott" userId="7d0a05fc-27ff-4f30-ba91-fd3532e3a0b7" providerId="ADAL" clId="{CA98C52A-F844-476E-86FE-1B30B5F7C505}" dt="2026-02-09T02:07:28.220" v="582" actId="26606"/>
          <ac:picMkLst>
            <pc:docMk/>
            <pc:sldMk cId="1337755510" sldId="265"/>
            <ac:picMk id="8" creationId="{57AF10F7-E0FD-0476-0CA0-68A13EC5AE97}"/>
          </ac:picMkLst>
        </pc:picChg>
        <pc:picChg chg="add del">
          <ac:chgData name="Stephen Scott" userId="7d0a05fc-27ff-4f30-ba91-fd3532e3a0b7" providerId="ADAL" clId="{CA98C52A-F844-476E-86FE-1B30B5F7C505}" dt="2026-02-09T02:07:26.942" v="579" actId="26606"/>
          <ac:picMkLst>
            <pc:docMk/>
            <pc:sldMk cId="1337755510" sldId="265"/>
            <ac:picMk id="18" creationId="{292AF0A2-CD25-1641-EEC4-1D2FC2FA1674}"/>
          </ac:picMkLst>
        </pc:picChg>
        <pc:picChg chg="add del">
          <ac:chgData name="Stephen Scott" userId="7d0a05fc-27ff-4f30-ba91-fd3532e3a0b7" providerId="ADAL" clId="{CA98C52A-F844-476E-86FE-1B30B5F7C505}" dt="2026-02-09T02:07:28.211" v="581" actId="26606"/>
          <ac:picMkLst>
            <pc:docMk/>
            <pc:sldMk cId="1337755510" sldId="265"/>
            <ac:picMk id="27" creationId="{DEDE6035-8AFC-DE8F-1CF0-C353A9B7B221}"/>
          </ac:picMkLst>
        </pc:picChg>
      </pc:sldChg>
      <pc:sldChg chg="addSp delSp modSp new mod">
        <pc:chgData name="Stephen Scott" userId="7d0a05fc-27ff-4f30-ba91-fd3532e3a0b7" providerId="ADAL" clId="{CA98C52A-F844-476E-86FE-1B30B5F7C505}" dt="2026-02-09T02:07:48.951" v="586" actId="26606"/>
        <pc:sldMkLst>
          <pc:docMk/>
          <pc:sldMk cId="12074743" sldId="266"/>
        </pc:sldMkLst>
        <pc:spChg chg="mod">
          <ac:chgData name="Stephen Scott" userId="7d0a05fc-27ff-4f30-ba91-fd3532e3a0b7" providerId="ADAL" clId="{CA98C52A-F844-476E-86FE-1B30B5F7C505}" dt="2026-02-09T02:07:38.413" v="584"/>
          <ac:spMkLst>
            <pc:docMk/>
            <pc:sldMk cId="12074743" sldId="266"/>
            <ac:spMk id="2" creationId="{03859895-8360-0869-85BE-6700138F44E2}"/>
          </ac:spMkLst>
        </pc:spChg>
        <pc:spChg chg="del">
          <ac:chgData name="Stephen Scott" userId="7d0a05fc-27ff-4f30-ba91-fd3532e3a0b7" providerId="ADAL" clId="{CA98C52A-F844-476E-86FE-1B30B5F7C505}" dt="2026-02-09T02:07:40.814" v="585"/>
          <ac:spMkLst>
            <pc:docMk/>
            <pc:sldMk cId="12074743" sldId="266"/>
            <ac:spMk id="3" creationId="{1A940DAD-34E6-8000-932F-7549B8816A63}"/>
          </ac:spMkLst>
        </pc:spChg>
        <pc:spChg chg="add del mod">
          <ac:chgData name="Stephen Scott" userId="7d0a05fc-27ff-4f30-ba91-fd3532e3a0b7" providerId="ADAL" clId="{CA98C52A-F844-476E-86FE-1B30B5F7C505}" dt="2026-02-09T02:07:48.951" v="586" actId="26606"/>
          <ac:spMkLst>
            <pc:docMk/>
            <pc:sldMk cId="12074743" sldId="266"/>
            <ac:spMk id="4" creationId="{3D95D1ED-775F-F791-0361-1C6EBB091D70}"/>
          </ac:spMkLst>
        </pc:spChg>
        <pc:graphicFrameChg chg="add">
          <ac:chgData name="Stephen Scott" userId="7d0a05fc-27ff-4f30-ba91-fd3532e3a0b7" providerId="ADAL" clId="{CA98C52A-F844-476E-86FE-1B30B5F7C505}" dt="2026-02-09T02:07:48.951" v="586" actId="26606"/>
          <ac:graphicFrameMkLst>
            <pc:docMk/>
            <pc:sldMk cId="12074743" sldId="266"/>
            <ac:graphicFrameMk id="6" creationId="{C39E78F1-21CB-883F-B102-668F3D22C1BE}"/>
          </ac:graphicFrameMkLst>
        </pc:graphicFrameChg>
      </pc:sldChg>
      <pc:sldChg chg="addSp delSp modSp new mod ord setBg">
        <pc:chgData name="Stephen Scott" userId="7d0a05fc-27ff-4f30-ba91-fd3532e3a0b7" providerId="ADAL" clId="{CA98C52A-F844-476E-86FE-1B30B5F7C505}" dt="2026-02-09T02:09:08.203" v="611" actId="26606"/>
        <pc:sldMkLst>
          <pc:docMk/>
          <pc:sldMk cId="2328961843" sldId="267"/>
        </pc:sldMkLst>
        <pc:spChg chg="mod">
          <ac:chgData name="Stephen Scott" userId="7d0a05fc-27ff-4f30-ba91-fd3532e3a0b7" providerId="ADAL" clId="{CA98C52A-F844-476E-86FE-1B30B5F7C505}" dt="2026-02-09T02:09:08.203" v="611" actId="26606"/>
          <ac:spMkLst>
            <pc:docMk/>
            <pc:sldMk cId="2328961843" sldId="267"/>
            <ac:spMk id="2" creationId="{9B0CEAD9-50EF-4ECC-312F-A9A9B770F55D}"/>
          </ac:spMkLst>
        </pc:spChg>
        <pc:spChg chg="del">
          <ac:chgData name="Stephen Scott" userId="7d0a05fc-27ff-4f30-ba91-fd3532e3a0b7" providerId="ADAL" clId="{CA98C52A-F844-476E-86FE-1B30B5F7C505}" dt="2026-02-09T02:08:05.188" v="589"/>
          <ac:spMkLst>
            <pc:docMk/>
            <pc:sldMk cId="2328961843" sldId="267"/>
            <ac:spMk id="3" creationId="{F81E3244-937C-7340-8DD3-DA4EDEBA358D}"/>
          </ac:spMkLst>
        </pc:spChg>
        <pc:spChg chg="add del mod">
          <ac:chgData name="Stephen Scott" userId="7d0a05fc-27ff-4f30-ba91-fd3532e3a0b7" providerId="ADAL" clId="{CA98C52A-F844-476E-86FE-1B30B5F7C505}" dt="2026-02-09T02:09:08.203" v="611" actId="26606"/>
          <ac:spMkLst>
            <pc:docMk/>
            <pc:sldMk cId="2328961843" sldId="267"/>
            <ac:spMk id="4" creationId="{02C80928-CE66-2BAE-FDCA-A74FBA4CBABB}"/>
          </ac:spMkLst>
        </pc:spChg>
        <pc:spChg chg="add del">
          <ac:chgData name="Stephen Scott" userId="7d0a05fc-27ff-4f30-ba91-fd3532e3a0b7" providerId="ADAL" clId="{CA98C52A-F844-476E-86FE-1B30B5F7C505}" dt="2026-02-09T02:09:05.651" v="608" actId="26606"/>
          <ac:spMkLst>
            <pc:docMk/>
            <pc:sldMk cId="2328961843" sldId="267"/>
            <ac:spMk id="9" creationId="{3AD318CC-E2A8-4E27-9548-A047A78999B1}"/>
          </ac:spMkLst>
        </pc:spChg>
        <pc:spChg chg="add del">
          <ac:chgData name="Stephen Scott" userId="7d0a05fc-27ff-4f30-ba91-fd3532e3a0b7" providerId="ADAL" clId="{CA98C52A-F844-476E-86FE-1B30B5F7C505}" dt="2026-02-09T02:08:51.447" v="598" actId="26606"/>
          <ac:spMkLst>
            <pc:docMk/>
            <pc:sldMk cId="2328961843" sldId="267"/>
            <ac:spMk id="10" creationId="{C0763A76-9F1C-4FC5-82B7-DD475DA461B2}"/>
          </ac:spMkLst>
        </pc:spChg>
        <pc:spChg chg="add del">
          <ac:chgData name="Stephen Scott" userId="7d0a05fc-27ff-4f30-ba91-fd3532e3a0b7" providerId="ADAL" clId="{CA98C52A-F844-476E-86FE-1B30B5F7C505}" dt="2026-02-09T02:08:49.255" v="596" actId="26606"/>
          <ac:spMkLst>
            <pc:docMk/>
            <pc:sldMk cId="2328961843" sldId="267"/>
            <ac:spMk id="11" creationId="{EDDBB197-D710-4A4F-A9CA-FD2177498BE8}"/>
          </ac:spMkLst>
        </pc:spChg>
        <pc:spChg chg="add del">
          <ac:chgData name="Stephen Scott" userId="7d0a05fc-27ff-4f30-ba91-fd3532e3a0b7" providerId="ADAL" clId="{CA98C52A-F844-476E-86FE-1B30B5F7C505}" dt="2026-02-09T02:08:51.447" v="598" actId="26606"/>
          <ac:spMkLst>
            <pc:docMk/>
            <pc:sldMk cId="2328961843" sldId="267"/>
            <ac:spMk id="12" creationId="{E81BF4F6-F2CF-4984-9D14-D6966D92F99F}"/>
          </ac:spMkLst>
        </pc:spChg>
        <pc:spChg chg="add del">
          <ac:chgData name="Stephen Scott" userId="7d0a05fc-27ff-4f30-ba91-fd3532e3a0b7" providerId="ADAL" clId="{CA98C52A-F844-476E-86FE-1B30B5F7C505}" dt="2026-02-09T02:08:49.255" v="596" actId="26606"/>
          <ac:spMkLst>
            <pc:docMk/>
            <pc:sldMk cId="2328961843" sldId="267"/>
            <ac:spMk id="13" creationId="{975D1CFA-2CDB-4B64-BD9F-85744E8DA12F}"/>
          </ac:spMkLst>
        </pc:spChg>
        <pc:spChg chg="add del">
          <ac:chgData name="Stephen Scott" userId="7d0a05fc-27ff-4f30-ba91-fd3532e3a0b7" providerId="ADAL" clId="{CA98C52A-F844-476E-86FE-1B30B5F7C505}" dt="2026-02-09T02:08:53.022" v="600" actId="26606"/>
          <ac:spMkLst>
            <pc:docMk/>
            <pc:sldMk cId="2328961843" sldId="267"/>
            <ac:spMk id="14" creationId="{3ECBE1F1-D69B-4AFA-ABD5-8E41720EF6DE}"/>
          </ac:spMkLst>
        </pc:spChg>
        <pc:spChg chg="add del">
          <ac:chgData name="Stephen Scott" userId="7d0a05fc-27ff-4f30-ba91-fd3532e3a0b7" providerId="ADAL" clId="{CA98C52A-F844-476E-86FE-1B30B5F7C505}" dt="2026-02-09T02:08:53.022" v="600" actId="26606"/>
          <ac:spMkLst>
            <pc:docMk/>
            <pc:sldMk cId="2328961843" sldId="267"/>
            <ac:spMk id="17" creationId="{603A6265-E10C-4B85-9C20-E75FCAF9CC63}"/>
          </ac:spMkLst>
        </pc:spChg>
        <pc:spChg chg="add del">
          <ac:chgData name="Stephen Scott" userId="7d0a05fc-27ff-4f30-ba91-fd3532e3a0b7" providerId="ADAL" clId="{CA98C52A-F844-476E-86FE-1B30B5F7C505}" dt="2026-02-09T02:08:54.512" v="602" actId="26606"/>
          <ac:spMkLst>
            <pc:docMk/>
            <pc:sldMk cId="2328961843" sldId="267"/>
            <ac:spMk id="20" creationId="{AE3A741D-C19B-960A-5803-1C5887147820}"/>
          </ac:spMkLst>
        </pc:spChg>
        <pc:spChg chg="add del">
          <ac:chgData name="Stephen Scott" userId="7d0a05fc-27ff-4f30-ba91-fd3532e3a0b7" providerId="ADAL" clId="{CA98C52A-F844-476E-86FE-1B30B5F7C505}" dt="2026-02-09T02:08:54.512" v="602" actId="26606"/>
          <ac:spMkLst>
            <pc:docMk/>
            <pc:sldMk cId="2328961843" sldId="267"/>
            <ac:spMk id="21" creationId="{DC39DE25-0E4E-0AA7-0932-1D78C2372786}"/>
          </ac:spMkLst>
        </pc:spChg>
        <pc:spChg chg="add del">
          <ac:chgData name="Stephen Scott" userId="7d0a05fc-27ff-4f30-ba91-fd3532e3a0b7" providerId="ADAL" clId="{CA98C52A-F844-476E-86FE-1B30B5F7C505}" dt="2026-02-09T02:08:54.512" v="602" actId="26606"/>
          <ac:spMkLst>
            <pc:docMk/>
            <pc:sldMk cId="2328961843" sldId="267"/>
            <ac:spMk id="22" creationId="{8D6EA299-0840-6DEA-E670-C49AEBC87E89}"/>
          </ac:spMkLst>
        </pc:spChg>
        <pc:spChg chg="add del">
          <ac:chgData name="Stephen Scott" userId="7d0a05fc-27ff-4f30-ba91-fd3532e3a0b7" providerId="ADAL" clId="{CA98C52A-F844-476E-86FE-1B30B5F7C505}" dt="2026-02-09T02:08:55.630" v="604" actId="26606"/>
          <ac:spMkLst>
            <pc:docMk/>
            <pc:sldMk cId="2328961843" sldId="267"/>
            <ac:spMk id="24" creationId="{AE2B703B-46F9-481A-A605-82E2A828C4FA}"/>
          </ac:spMkLst>
        </pc:spChg>
        <pc:spChg chg="add del">
          <ac:chgData name="Stephen Scott" userId="7d0a05fc-27ff-4f30-ba91-fd3532e3a0b7" providerId="ADAL" clId="{CA98C52A-F844-476E-86FE-1B30B5F7C505}" dt="2026-02-09T02:08:55.630" v="604" actId="26606"/>
          <ac:spMkLst>
            <pc:docMk/>
            <pc:sldMk cId="2328961843" sldId="267"/>
            <ac:spMk id="25" creationId="{F13BE4D7-0C3D-4906-B230-A1C5B4665CCF}"/>
          </ac:spMkLst>
        </pc:spChg>
        <pc:spChg chg="add del">
          <ac:chgData name="Stephen Scott" userId="7d0a05fc-27ff-4f30-ba91-fd3532e3a0b7" providerId="ADAL" clId="{CA98C52A-F844-476E-86FE-1B30B5F7C505}" dt="2026-02-09T02:09:00.467" v="606" actId="26606"/>
          <ac:spMkLst>
            <pc:docMk/>
            <pc:sldMk cId="2328961843" sldId="267"/>
            <ac:spMk id="28" creationId="{7517A47C-B2E5-4B79-8061-D74B1311AF6E}"/>
          </ac:spMkLst>
        </pc:spChg>
        <pc:spChg chg="add del">
          <ac:chgData name="Stephen Scott" userId="7d0a05fc-27ff-4f30-ba91-fd3532e3a0b7" providerId="ADAL" clId="{CA98C52A-F844-476E-86FE-1B30B5F7C505}" dt="2026-02-09T02:09:00.467" v="606" actId="26606"/>
          <ac:spMkLst>
            <pc:docMk/>
            <pc:sldMk cId="2328961843" sldId="267"/>
            <ac:spMk id="29" creationId="{C505E780-2083-4CB5-A42A-5E0E2908ECC3}"/>
          </ac:spMkLst>
        </pc:spChg>
        <pc:spChg chg="add del">
          <ac:chgData name="Stephen Scott" userId="7d0a05fc-27ff-4f30-ba91-fd3532e3a0b7" providerId="ADAL" clId="{CA98C52A-F844-476E-86FE-1B30B5F7C505}" dt="2026-02-09T02:09:00.467" v="606" actId="26606"/>
          <ac:spMkLst>
            <pc:docMk/>
            <pc:sldMk cId="2328961843" sldId="267"/>
            <ac:spMk id="30" creationId="{D2C0AE1C-0118-41AE-8A10-7CDCBF10E96F}"/>
          </ac:spMkLst>
        </pc:spChg>
        <pc:spChg chg="add del">
          <ac:chgData name="Stephen Scott" userId="7d0a05fc-27ff-4f30-ba91-fd3532e3a0b7" providerId="ADAL" clId="{CA98C52A-F844-476E-86FE-1B30B5F7C505}" dt="2026-02-09T02:09:00.467" v="606" actId="26606"/>
          <ac:spMkLst>
            <pc:docMk/>
            <pc:sldMk cId="2328961843" sldId="267"/>
            <ac:spMk id="31" creationId="{463EEC44-1BA3-44ED-81FC-A644B04B2A44}"/>
          </ac:spMkLst>
        </pc:spChg>
        <pc:spChg chg="add del">
          <ac:chgData name="Stephen Scott" userId="7d0a05fc-27ff-4f30-ba91-fd3532e3a0b7" providerId="ADAL" clId="{CA98C52A-F844-476E-86FE-1B30B5F7C505}" dt="2026-02-09T02:09:05.651" v="608" actId="26606"/>
          <ac:spMkLst>
            <pc:docMk/>
            <pc:sldMk cId="2328961843" sldId="267"/>
            <ac:spMk id="37" creationId="{2C1BBA94-3F40-40AA-8BB9-E69E25E537C1}"/>
          </ac:spMkLst>
        </pc:spChg>
        <pc:spChg chg="add del">
          <ac:chgData name="Stephen Scott" userId="7d0a05fc-27ff-4f30-ba91-fd3532e3a0b7" providerId="ADAL" clId="{CA98C52A-F844-476E-86FE-1B30B5F7C505}" dt="2026-02-09T02:09:05.651" v="608" actId="26606"/>
          <ac:spMkLst>
            <pc:docMk/>
            <pc:sldMk cId="2328961843" sldId="267"/>
            <ac:spMk id="38" creationId="{02C80928-CE66-2BAE-FDCA-A74FBA4CBABB}"/>
          </ac:spMkLst>
        </pc:spChg>
        <pc:spChg chg="add del">
          <ac:chgData name="Stephen Scott" userId="7d0a05fc-27ff-4f30-ba91-fd3532e3a0b7" providerId="ADAL" clId="{CA98C52A-F844-476E-86FE-1B30B5F7C505}" dt="2026-02-09T02:09:08.188" v="610" actId="26606"/>
          <ac:spMkLst>
            <pc:docMk/>
            <pc:sldMk cId="2328961843" sldId="267"/>
            <ac:spMk id="40" creationId="{DCC231C8-C761-4B31-9B1C-C6D19248C6B3}"/>
          </ac:spMkLst>
        </pc:spChg>
        <pc:spChg chg="add">
          <ac:chgData name="Stephen Scott" userId="7d0a05fc-27ff-4f30-ba91-fd3532e3a0b7" providerId="ADAL" clId="{CA98C52A-F844-476E-86FE-1B30B5F7C505}" dt="2026-02-09T02:09:08.203" v="611" actId="26606"/>
          <ac:spMkLst>
            <pc:docMk/>
            <pc:sldMk cId="2328961843" sldId="267"/>
            <ac:spMk id="43" creationId="{7517A47C-B2E5-4B79-8061-D74B1311AF6E}"/>
          </ac:spMkLst>
        </pc:spChg>
        <pc:spChg chg="add">
          <ac:chgData name="Stephen Scott" userId="7d0a05fc-27ff-4f30-ba91-fd3532e3a0b7" providerId="ADAL" clId="{CA98C52A-F844-476E-86FE-1B30B5F7C505}" dt="2026-02-09T02:09:08.203" v="611" actId="26606"/>
          <ac:spMkLst>
            <pc:docMk/>
            <pc:sldMk cId="2328961843" sldId="267"/>
            <ac:spMk id="44" creationId="{C505E780-2083-4CB5-A42A-5E0E2908ECC3}"/>
          </ac:spMkLst>
        </pc:spChg>
        <pc:spChg chg="add">
          <ac:chgData name="Stephen Scott" userId="7d0a05fc-27ff-4f30-ba91-fd3532e3a0b7" providerId="ADAL" clId="{CA98C52A-F844-476E-86FE-1B30B5F7C505}" dt="2026-02-09T02:09:08.203" v="611" actId="26606"/>
          <ac:spMkLst>
            <pc:docMk/>
            <pc:sldMk cId="2328961843" sldId="267"/>
            <ac:spMk id="45" creationId="{D2C0AE1C-0118-41AE-8A10-7CDCBF10E96F}"/>
          </ac:spMkLst>
        </pc:spChg>
        <pc:spChg chg="add">
          <ac:chgData name="Stephen Scott" userId="7d0a05fc-27ff-4f30-ba91-fd3532e3a0b7" providerId="ADAL" clId="{CA98C52A-F844-476E-86FE-1B30B5F7C505}" dt="2026-02-09T02:09:08.203" v="611" actId="26606"/>
          <ac:spMkLst>
            <pc:docMk/>
            <pc:sldMk cId="2328961843" sldId="267"/>
            <ac:spMk id="46" creationId="{463EEC44-1BA3-44ED-81FC-A644B04B2A44}"/>
          </ac:spMkLst>
        </pc:spChg>
        <pc:grpChg chg="add del">
          <ac:chgData name="Stephen Scott" userId="7d0a05fc-27ff-4f30-ba91-fd3532e3a0b7" providerId="ADAL" clId="{CA98C52A-F844-476E-86FE-1B30B5F7C505}" dt="2026-02-09T02:08:49.255" v="596" actId="26606"/>
          <ac:grpSpMkLst>
            <pc:docMk/>
            <pc:sldMk cId="2328961843" sldId="267"/>
            <ac:grpSpMk id="15" creationId="{25EE5136-01F1-466C-962D-BA9B4C6757AA}"/>
          </ac:grpSpMkLst>
        </pc:grpChg>
        <pc:grpChg chg="add del">
          <ac:chgData name="Stephen Scott" userId="7d0a05fc-27ff-4f30-ba91-fd3532e3a0b7" providerId="ADAL" clId="{CA98C52A-F844-476E-86FE-1B30B5F7C505}" dt="2026-02-09T02:09:05.651" v="608" actId="26606"/>
          <ac:grpSpMkLst>
            <pc:docMk/>
            <pc:sldMk cId="2328961843" sldId="267"/>
            <ac:grpSpMk id="34" creationId="{B14B560F-9DD7-4302-A60B-EBD3EF59B073}"/>
          </ac:grpSpMkLst>
        </pc:grpChg>
        <pc:graphicFrameChg chg="add del">
          <ac:chgData name="Stephen Scott" userId="7d0a05fc-27ff-4f30-ba91-fd3532e3a0b7" providerId="ADAL" clId="{CA98C52A-F844-476E-86FE-1B30B5F7C505}" dt="2026-02-09T02:08:55.630" v="604" actId="26606"/>
          <ac:graphicFrameMkLst>
            <pc:docMk/>
            <pc:sldMk cId="2328961843" sldId="267"/>
            <ac:graphicFrameMk id="26" creationId="{D30DBEE3-A139-72AC-B5BB-23716FB73E03}"/>
          </ac:graphicFrameMkLst>
        </pc:graphicFrameChg>
        <pc:graphicFrameChg chg="add del">
          <ac:chgData name="Stephen Scott" userId="7d0a05fc-27ff-4f30-ba91-fd3532e3a0b7" providerId="ADAL" clId="{CA98C52A-F844-476E-86FE-1B30B5F7C505}" dt="2026-02-09T02:09:00.467" v="606" actId="26606"/>
          <ac:graphicFrameMkLst>
            <pc:docMk/>
            <pc:sldMk cId="2328961843" sldId="267"/>
            <ac:graphicFrameMk id="32" creationId="{3655B4F1-97DF-F797-F174-E0076141C366}"/>
          </ac:graphicFrameMkLst>
        </pc:graphicFrameChg>
        <pc:graphicFrameChg chg="add del">
          <ac:chgData name="Stephen Scott" userId="7d0a05fc-27ff-4f30-ba91-fd3532e3a0b7" providerId="ADAL" clId="{CA98C52A-F844-476E-86FE-1B30B5F7C505}" dt="2026-02-09T02:09:08.188" v="610" actId="26606"/>
          <ac:graphicFrameMkLst>
            <pc:docMk/>
            <pc:sldMk cId="2328961843" sldId="267"/>
            <ac:graphicFrameMk id="41" creationId="{FC6F1C9F-FBAC-0899-4AFC-476270237473}"/>
          </ac:graphicFrameMkLst>
        </pc:graphicFrameChg>
        <pc:graphicFrameChg chg="add">
          <ac:chgData name="Stephen Scott" userId="7d0a05fc-27ff-4f30-ba91-fd3532e3a0b7" providerId="ADAL" clId="{CA98C52A-F844-476E-86FE-1B30B5F7C505}" dt="2026-02-09T02:09:08.203" v="611" actId="26606"/>
          <ac:graphicFrameMkLst>
            <pc:docMk/>
            <pc:sldMk cId="2328961843" sldId="267"/>
            <ac:graphicFrameMk id="47" creationId="{2689A40A-4FFA-608F-F104-645E777B9791}"/>
          </ac:graphicFrameMkLst>
        </pc:graphicFrameChg>
        <pc:picChg chg="add del">
          <ac:chgData name="Stephen Scott" userId="7d0a05fc-27ff-4f30-ba91-fd3532e3a0b7" providerId="ADAL" clId="{CA98C52A-F844-476E-86FE-1B30B5F7C505}" dt="2026-02-09T02:08:51.447" v="598" actId="26606"/>
          <ac:picMkLst>
            <pc:docMk/>
            <pc:sldMk cId="2328961843" sldId="267"/>
            <ac:picMk id="6" creationId="{9E48104B-57B7-A73D-708B-8D5A77374E1B}"/>
          </ac:picMkLst>
        </pc:picChg>
        <pc:picChg chg="add del">
          <ac:chgData name="Stephen Scott" userId="7d0a05fc-27ff-4f30-ba91-fd3532e3a0b7" providerId="ADAL" clId="{CA98C52A-F844-476E-86FE-1B30B5F7C505}" dt="2026-02-09T02:08:49.255" v="596" actId="26606"/>
          <ac:picMkLst>
            <pc:docMk/>
            <pc:sldMk cId="2328961843" sldId="267"/>
            <ac:picMk id="8" creationId="{B9790C39-A86C-E54B-1960-5B9ECF504EB4}"/>
          </ac:picMkLst>
        </pc:picChg>
        <pc:picChg chg="add del">
          <ac:chgData name="Stephen Scott" userId="7d0a05fc-27ff-4f30-ba91-fd3532e3a0b7" providerId="ADAL" clId="{CA98C52A-F844-476E-86FE-1B30B5F7C505}" dt="2026-02-09T02:08:53.022" v="600" actId="26606"/>
          <ac:picMkLst>
            <pc:docMk/>
            <pc:sldMk cId="2328961843" sldId="267"/>
            <ac:picMk id="16" creationId="{DFC622D1-B937-7844-6B73-4E678EA754D4}"/>
          </ac:picMkLst>
        </pc:picChg>
        <pc:picChg chg="add del">
          <ac:chgData name="Stephen Scott" userId="7d0a05fc-27ff-4f30-ba91-fd3532e3a0b7" providerId="ADAL" clId="{CA98C52A-F844-476E-86FE-1B30B5F7C505}" dt="2026-02-09T02:08:54.512" v="602" actId="26606"/>
          <ac:picMkLst>
            <pc:docMk/>
            <pc:sldMk cId="2328961843" sldId="267"/>
            <ac:picMk id="19" creationId="{A25DEBAC-5ED9-B006-AA3A-0B2D87A2E25D}"/>
          </ac:picMkLst>
        </pc:picChg>
      </pc:sldChg>
      <pc:sldChg chg="addSp delSp modSp new mod setBg">
        <pc:chgData name="Stephen Scott" userId="7d0a05fc-27ff-4f30-ba91-fd3532e3a0b7" providerId="ADAL" clId="{CA98C52A-F844-476E-86FE-1B30B5F7C505}" dt="2026-02-09T02:09:26.395" v="615" actId="26606"/>
        <pc:sldMkLst>
          <pc:docMk/>
          <pc:sldMk cId="465153261" sldId="268"/>
        </pc:sldMkLst>
        <pc:spChg chg="mod">
          <ac:chgData name="Stephen Scott" userId="7d0a05fc-27ff-4f30-ba91-fd3532e3a0b7" providerId="ADAL" clId="{CA98C52A-F844-476E-86FE-1B30B5F7C505}" dt="2026-02-09T02:09:26.395" v="615" actId="26606"/>
          <ac:spMkLst>
            <pc:docMk/>
            <pc:sldMk cId="465153261" sldId="268"/>
            <ac:spMk id="2" creationId="{A69FB6FB-3154-F307-644D-81A2709D7118}"/>
          </ac:spMkLst>
        </pc:spChg>
        <pc:spChg chg="del">
          <ac:chgData name="Stephen Scott" userId="7d0a05fc-27ff-4f30-ba91-fd3532e3a0b7" providerId="ADAL" clId="{CA98C52A-F844-476E-86FE-1B30B5F7C505}" dt="2026-02-09T02:09:23.285" v="614"/>
          <ac:spMkLst>
            <pc:docMk/>
            <pc:sldMk cId="465153261" sldId="268"/>
            <ac:spMk id="3" creationId="{0421C489-EBC4-DC55-1768-DBA1CD17CD82}"/>
          </ac:spMkLst>
        </pc:spChg>
        <pc:spChg chg="add del mod">
          <ac:chgData name="Stephen Scott" userId="7d0a05fc-27ff-4f30-ba91-fd3532e3a0b7" providerId="ADAL" clId="{CA98C52A-F844-476E-86FE-1B30B5F7C505}" dt="2026-02-09T02:09:26.395" v="615" actId="26606"/>
          <ac:spMkLst>
            <pc:docMk/>
            <pc:sldMk cId="465153261" sldId="268"/>
            <ac:spMk id="4" creationId="{AE651B51-5249-731D-B2FF-D11D7DEB7885}"/>
          </ac:spMkLst>
        </pc:spChg>
        <pc:spChg chg="add">
          <ac:chgData name="Stephen Scott" userId="7d0a05fc-27ff-4f30-ba91-fd3532e3a0b7" providerId="ADAL" clId="{CA98C52A-F844-476E-86FE-1B30B5F7C505}" dt="2026-02-09T02:09:26.395" v="615" actId="26606"/>
          <ac:spMkLst>
            <pc:docMk/>
            <pc:sldMk cId="465153261" sldId="268"/>
            <ac:spMk id="10" creationId="{7517A47C-B2E5-4B79-8061-D74B1311AF6E}"/>
          </ac:spMkLst>
        </pc:spChg>
        <pc:spChg chg="add">
          <ac:chgData name="Stephen Scott" userId="7d0a05fc-27ff-4f30-ba91-fd3532e3a0b7" providerId="ADAL" clId="{CA98C52A-F844-476E-86FE-1B30B5F7C505}" dt="2026-02-09T02:09:26.395" v="615" actId="26606"/>
          <ac:spMkLst>
            <pc:docMk/>
            <pc:sldMk cId="465153261" sldId="268"/>
            <ac:spMk id="12" creationId="{C505E780-2083-4CB5-A42A-5E0E2908ECC3}"/>
          </ac:spMkLst>
        </pc:spChg>
        <pc:spChg chg="add">
          <ac:chgData name="Stephen Scott" userId="7d0a05fc-27ff-4f30-ba91-fd3532e3a0b7" providerId="ADAL" clId="{CA98C52A-F844-476E-86FE-1B30B5F7C505}" dt="2026-02-09T02:09:26.395" v="615" actId="26606"/>
          <ac:spMkLst>
            <pc:docMk/>
            <pc:sldMk cId="465153261" sldId="268"/>
            <ac:spMk id="14" creationId="{D2C0AE1C-0118-41AE-8A10-7CDCBF10E96F}"/>
          </ac:spMkLst>
        </pc:spChg>
        <pc:spChg chg="add">
          <ac:chgData name="Stephen Scott" userId="7d0a05fc-27ff-4f30-ba91-fd3532e3a0b7" providerId="ADAL" clId="{CA98C52A-F844-476E-86FE-1B30B5F7C505}" dt="2026-02-09T02:09:26.395" v="615" actId="26606"/>
          <ac:spMkLst>
            <pc:docMk/>
            <pc:sldMk cId="465153261" sldId="268"/>
            <ac:spMk id="16" creationId="{463EEC44-1BA3-44ED-81FC-A644B04B2A44}"/>
          </ac:spMkLst>
        </pc:spChg>
        <pc:graphicFrameChg chg="add">
          <ac:chgData name="Stephen Scott" userId="7d0a05fc-27ff-4f30-ba91-fd3532e3a0b7" providerId="ADAL" clId="{CA98C52A-F844-476E-86FE-1B30B5F7C505}" dt="2026-02-09T02:09:26.395" v="615" actId="26606"/>
          <ac:graphicFrameMkLst>
            <pc:docMk/>
            <pc:sldMk cId="465153261" sldId="268"/>
            <ac:graphicFrameMk id="6" creationId="{8B30CDE4-C0BD-A677-B763-A3B7D5644F10}"/>
          </ac:graphicFrameMkLst>
        </pc:graphicFrameChg>
      </pc:sldChg>
      <pc:sldChg chg="addSp delSp modSp new mod setBg">
        <pc:chgData name="Stephen Scott" userId="7d0a05fc-27ff-4f30-ba91-fd3532e3a0b7" providerId="ADAL" clId="{CA98C52A-F844-476E-86FE-1B30B5F7C505}" dt="2026-02-09T02:09:57.574" v="625" actId="26606"/>
        <pc:sldMkLst>
          <pc:docMk/>
          <pc:sldMk cId="588564711" sldId="269"/>
        </pc:sldMkLst>
        <pc:spChg chg="mod">
          <ac:chgData name="Stephen Scott" userId="7d0a05fc-27ff-4f30-ba91-fd3532e3a0b7" providerId="ADAL" clId="{CA98C52A-F844-476E-86FE-1B30B5F7C505}" dt="2026-02-09T02:09:57.574" v="625" actId="26606"/>
          <ac:spMkLst>
            <pc:docMk/>
            <pc:sldMk cId="588564711" sldId="269"/>
            <ac:spMk id="2" creationId="{3B50E8FE-29C3-0A4D-A70E-78563B2AF9A4}"/>
          </ac:spMkLst>
        </pc:spChg>
        <pc:spChg chg="del">
          <ac:chgData name="Stephen Scott" userId="7d0a05fc-27ff-4f30-ba91-fd3532e3a0b7" providerId="ADAL" clId="{CA98C52A-F844-476E-86FE-1B30B5F7C505}" dt="2026-02-09T02:09:44.456" v="618"/>
          <ac:spMkLst>
            <pc:docMk/>
            <pc:sldMk cId="588564711" sldId="269"/>
            <ac:spMk id="3" creationId="{8D755C39-7BED-138A-9F5E-91797D9C7A6C}"/>
          </ac:spMkLst>
        </pc:spChg>
        <pc:spChg chg="add del mod">
          <ac:chgData name="Stephen Scott" userId="7d0a05fc-27ff-4f30-ba91-fd3532e3a0b7" providerId="ADAL" clId="{CA98C52A-F844-476E-86FE-1B30B5F7C505}" dt="2026-02-09T02:09:57.574" v="625" actId="26606"/>
          <ac:spMkLst>
            <pc:docMk/>
            <pc:sldMk cId="588564711" sldId="269"/>
            <ac:spMk id="4" creationId="{CED281A1-B8C6-D4B3-1A0A-A297A686F358}"/>
          </ac:spMkLst>
        </pc:spChg>
        <pc:spChg chg="add del">
          <ac:chgData name="Stephen Scott" userId="7d0a05fc-27ff-4f30-ba91-fd3532e3a0b7" providerId="ADAL" clId="{CA98C52A-F844-476E-86FE-1B30B5F7C505}" dt="2026-02-09T02:09:57.119" v="622" actId="26606"/>
          <ac:spMkLst>
            <pc:docMk/>
            <pc:sldMk cId="588564711" sldId="269"/>
            <ac:spMk id="10" creationId="{7517A47C-B2E5-4B79-8061-D74B1311AF6E}"/>
          </ac:spMkLst>
        </pc:spChg>
        <pc:spChg chg="add del">
          <ac:chgData name="Stephen Scott" userId="7d0a05fc-27ff-4f30-ba91-fd3532e3a0b7" providerId="ADAL" clId="{CA98C52A-F844-476E-86FE-1B30B5F7C505}" dt="2026-02-09T02:09:57.119" v="622" actId="26606"/>
          <ac:spMkLst>
            <pc:docMk/>
            <pc:sldMk cId="588564711" sldId="269"/>
            <ac:spMk id="12" creationId="{C505E780-2083-4CB5-A42A-5E0E2908ECC3}"/>
          </ac:spMkLst>
        </pc:spChg>
        <pc:spChg chg="add del">
          <ac:chgData name="Stephen Scott" userId="7d0a05fc-27ff-4f30-ba91-fd3532e3a0b7" providerId="ADAL" clId="{CA98C52A-F844-476E-86FE-1B30B5F7C505}" dt="2026-02-09T02:09:57.119" v="622" actId="26606"/>
          <ac:spMkLst>
            <pc:docMk/>
            <pc:sldMk cId="588564711" sldId="269"/>
            <ac:spMk id="14" creationId="{D2C0AE1C-0118-41AE-8A10-7CDCBF10E96F}"/>
          </ac:spMkLst>
        </pc:spChg>
        <pc:spChg chg="add del">
          <ac:chgData name="Stephen Scott" userId="7d0a05fc-27ff-4f30-ba91-fd3532e3a0b7" providerId="ADAL" clId="{CA98C52A-F844-476E-86FE-1B30B5F7C505}" dt="2026-02-09T02:09:57.119" v="622" actId="26606"/>
          <ac:spMkLst>
            <pc:docMk/>
            <pc:sldMk cId="588564711" sldId="269"/>
            <ac:spMk id="16" creationId="{463EEC44-1BA3-44ED-81FC-A644B04B2A44}"/>
          </ac:spMkLst>
        </pc:spChg>
        <pc:spChg chg="add del">
          <ac:chgData name="Stephen Scott" userId="7d0a05fc-27ff-4f30-ba91-fd3532e3a0b7" providerId="ADAL" clId="{CA98C52A-F844-476E-86FE-1B30B5F7C505}" dt="2026-02-09T02:09:57.558" v="624" actId="26606"/>
          <ac:spMkLst>
            <pc:docMk/>
            <pc:sldMk cId="588564711" sldId="269"/>
            <ac:spMk id="18" creationId="{7517A47C-B2E5-4B79-8061-D74B1311AF6E}"/>
          </ac:spMkLst>
        </pc:spChg>
        <pc:spChg chg="add del">
          <ac:chgData name="Stephen Scott" userId="7d0a05fc-27ff-4f30-ba91-fd3532e3a0b7" providerId="ADAL" clId="{CA98C52A-F844-476E-86FE-1B30B5F7C505}" dt="2026-02-09T02:09:57.558" v="624" actId="26606"/>
          <ac:spMkLst>
            <pc:docMk/>
            <pc:sldMk cId="588564711" sldId="269"/>
            <ac:spMk id="19" creationId="{C505E780-2083-4CB5-A42A-5E0E2908ECC3}"/>
          </ac:spMkLst>
        </pc:spChg>
        <pc:spChg chg="add del">
          <ac:chgData name="Stephen Scott" userId="7d0a05fc-27ff-4f30-ba91-fd3532e3a0b7" providerId="ADAL" clId="{CA98C52A-F844-476E-86FE-1B30B5F7C505}" dt="2026-02-09T02:09:57.558" v="624" actId="26606"/>
          <ac:spMkLst>
            <pc:docMk/>
            <pc:sldMk cId="588564711" sldId="269"/>
            <ac:spMk id="20" creationId="{D2C0AE1C-0118-41AE-8A10-7CDCBF10E96F}"/>
          </ac:spMkLst>
        </pc:spChg>
        <pc:spChg chg="add del">
          <ac:chgData name="Stephen Scott" userId="7d0a05fc-27ff-4f30-ba91-fd3532e3a0b7" providerId="ADAL" clId="{CA98C52A-F844-476E-86FE-1B30B5F7C505}" dt="2026-02-09T02:09:57.558" v="624" actId="26606"/>
          <ac:spMkLst>
            <pc:docMk/>
            <pc:sldMk cId="588564711" sldId="269"/>
            <ac:spMk id="21" creationId="{463EEC44-1BA3-44ED-81FC-A644B04B2A44}"/>
          </ac:spMkLst>
        </pc:spChg>
        <pc:spChg chg="add">
          <ac:chgData name="Stephen Scott" userId="7d0a05fc-27ff-4f30-ba91-fd3532e3a0b7" providerId="ADAL" clId="{CA98C52A-F844-476E-86FE-1B30B5F7C505}" dt="2026-02-09T02:09:57.574" v="625" actId="26606"/>
          <ac:spMkLst>
            <pc:docMk/>
            <pc:sldMk cId="588564711" sldId="269"/>
            <ac:spMk id="24" creationId="{7517A47C-B2E5-4B79-8061-D74B1311AF6E}"/>
          </ac:spMkLst>
        </pc:spChg>
        <pc:spChg chg="add">
          <ac:chgData name="Stephen Scott" userId="7d0a05fc-27ff-4f30-ba91-fd3532e3a0b7" providerId="ADAL" clId="{CA98C52A-F844-476E-86FE-1B30B5F7C505}" dt="2026-02-09T02:09:57.574" v="625" actId="26606"/>
          <ac:spMkLst>
            <pc:docMk/>
            <pc:sldMk cId="588564711" sldId="269"/>
            <ac:spMk id="25" creationId="{C505E780-2083-4CB5-A42A-5E0E2908ECC3}"/>
          </ac:spMkLst>
        </pc:spChg>
        <pc:spChg chg="add">
          <ac:chgData name="Stephen Scott" userId="7d0a05fc-27ff-4f30-ba91-fd3532e3a0b7" providerId="ADAL" clId="{CA98C52A-F844-476E-86FE-1B30B5F7C505}" dt="2026-02-09T02:09:57.574" v="625" actId="26606"/>
          <ac:spMkLst>
            <pc:docMk/>
            <pc:sldMk cId="588564711" sldId="269"/>
            <ac:spMk id="26" creationId="{D2C0AE1C-0118-41AE-8A10-7CDCBF10E96F}"/>
          </ac:spMkLst>
        </pc:spChg>
        <pc:spChg chg="add">
          <ac:chgData name="Stephen Scott" userId="7d0a05fc-27ff-4f30-ba91-fd3532e3a0b7" providerId="ADAL" clId="{CA98C52A-F844-476E-86FE-1B30B5F7C505}" dt="2026-02-09T02:09:57.574" v="625" actId="26606"/>
          <ac:spMkLst>
            <pc:docMk/>
            <pc:sldMk cId="588564711" sldId="269"/>
            <ac:spMk id="27" creationId="{463EEC44-1BA3-44ED-81FC-A644B04B2A44}"/>
          </ac:spMkLst>
        </pc:spChg>
        <pc:graphicFrameChg chg="add del">
          <ac:chgData name="Stephen Scott" userId="7d0a05fc-27ff-4f30-ba91-fd3532e3a0b7" providerId="ADAL" clId="{CA98C52A-F844-476E-86FE-1B30B5F7C505}" dt="2026-02-09T02:09:55.934" v="620" actId="26606"/>
          <ac:graphicFrameMkLst>
            <pc:docMk/>
            <pc:sldMk cId="588564711" sldId="269"/>
            <ac:graphicFrameMk id="6" creationId="{CC8A14A8-7394-AB24-7A3C-A5F61B064BAB}"/>
          </ac:graphicFrameMkLst>
        </pc:graphicFrameChg>
        <pc:graphicFrameChg chg="add del">
          <ac:chgData name="Stephen Scott" userId="7d0a05fc-27ff-4f30-ba91-fd3532e3a0b7" providerId="ADAL" clId="{CA98C52A-F844-476E-86FE-1B30B5F7C505}" dt="2026-02-09T02:09:57.119" v="622" actId="26606"/>
          <ac:graphicFrameMkLst>
            <pc:docMk/>
            <pc:sldMk cId="588564711" sldId="269"/>
            <ac:graphicFrameMk id="8" creationId="{D1D06A63-9DF3-9BF0-A033-7BF391C7794C}"/>
          </ac:graphicFrameMkLst>
        </pc:graphicFrameChg>
        <pc:graphicFrameChg chg="add del">
          <ac:chgData name="Stephen Scott" userId="7d0a05fc-27ff-4f30-ba91-fd3532e3a0b7" providerId="ADAL" clId="{CA98C52A-F844-476E-86FE-1B30B5F7C505}" dt="2026-02-09T02:09:57.558" v="624" actId="26606"/>
          <ac:graphicFrameMkLst>
            <pc:docMk/>
            <pc:sldMk cId="588564711" sldId="269"/>
            <ac:graphicFrameMk id="22" creationId="{102B7974-9037-4E73-0D8E-75FBC8579B72}"/>
          </ac:graphicFrameMkLst>
        </pc:graphicFrameChg>
        <pc:graphicFrameChg chg="add">
          <ac:chgData name="Stephen Scott" userId="7d0a05fc-27ff-4f30-ba91-fd3532e3a0b7" providerId="ADAL" clId="{CA98C52A-F844-476E-86FE-1B30B5F7C505}" dt="2026-02-09T02:09:57.574" v="625" actId="26606"/>
          <ac:graphicFrameMkLst>
            <pc:docMk/>
            <pc:sldMk cId="588564711" sldId="269"/>
            <ac:graphicFrameMk id="28" creationId="{D1D06A63-9DF3-9BF0-A033-7BF391C7794C}"/>
          </ac:graphicFrameMkLst>
        </pc:graphicFrameChg>
      </pc:sldChg>
      <pc:sldChg chg="addSp delSp modSp new mod setBg">
        <pc:chgData name="Stephen Scott" userId="7d0a05fc-27ff-4f30-ba91-fd3532e3a0b7" providerId="ADAL" clId="{CA98C52A-F844-476E-86FE-1B30B5F7C505}" dt="2026-02-09T02:10:13.160" v="633" actId="26606"/>
        <pc:sldMkLst>
          <pc:docMk/>
          <pc:sldMk cId="1378388670" sldId="270"/>
        </pc:sldMkLst>
        <pc:spChg chg="mod">
          <ac:chgData name="Stephen Scott" userId="7d0a05fc-27ff-4f30-ba91-fd3532e3a0b7" providerId="ADAL" clId="{CA98C52A-F844-476E-86FE-1B30B5F7C505}" dt="2026-02-09T02:10:13.160" v="633" actId="26606"/>
          <ac:spMkLst>
            <pc:docMk/>
            <pc:sldMk cId="1378388670" sldId="270"/>
            <ac:spMk id="2" creationId="{A9BBEC58-8276-BD99-A197-D3F1E1AC089D}"/>
          </ac:spMkLst>
        </pc:spChg>
        <pc:spChg chg="del">
          <ac:chgData name="Stephen Scott" userId="7d0a05fc-27ff-4f30-ba91-fd3532e3a0b7" providerId="ADAL" clId="{CA98C52A-F844-476E-86FE-1B30B5F7C505}" dt="2026-02-09T02:10:08.143" v="632"/>
          <ac:spMkLst>
            <pc:docMk/>
            <pc:sldMk cId="1378388670" sldId="270"/>
            <ac:spMk id="3" creationId="{A4B8325F-FABF-0BE0-7C56-064A822663D1}"/>
          </ac:spMkLst>
        </pc:spChg>
        <pc:spChg chg="add del mod">
          <ac:chgData name="Stephen Scott" userId="7d0a05fc-27ff-4f30-ba91-fd3532e3a0b7" providerId="ADAL" clId="{CA98C52A-F844-476E-86FE-1B30B5F7C505}" dt="2026-02-09T02:10:13.160" v="633" actId="26606"/>
          <ac:spMkLst>
            <pc:docMk/>
            <pc:sldMk cId="1378388670" sldId="270"/>
            <ac:spMk id="4" creationId="{C834F166-5E10-61B6-9A55-6E467718D755}"/>
          </ac:spMkLst>
        </pc:spChg>
        <pc:spChg chg="add">
          <ac:chgData name="Stephen Scott" userId="7d0a05fc-27ff-4f30-ba91-fd3532e3a0b7" providerId="ADAL" clId="{CA98C52A-F844-476E-86FE-1B30B5F7C505}" dt="2026-02-09T02:10:13.160" v="633" actId="26606"/>
          <ac:spMkLst>
            <pc:docMk/>
            <pc:sldMk cId="1378388670" sldId="270"/>
            <ac:spMk id="10" creationId="{7517A47C-B2E5-4B79-8061-D74B1311AF6E}"/>
          </ac:spMkLst>
        </pc:spChg>
        <pc:spChg chg="add">
          <ac:chgData name="Stephen Scott" userId="7d0a05fc-27ff-4f30-ba91-fd3532e3a0b7" providerId="ADAL" clId="{CA98C52A-F844-476E-86FE-1B30B5F7C505}" dt="2026-02-09T02:10:13.160" v="633" actId="26606"/>
          <ac:spMkLst>
            <pc:docMk/>
            <pc:sldMk cId="1378388670" sldId="270"/>
            <ac:spMk id="12" creationId="{C505E780-2083-4CB5-A42A-5E0E2908ECC3}"/>
          </ac:spMkLst>
        </pc:spChg>
        <pc:spChg chg="add">
          <ac:chgData name="Stephen Scott" userId="7d0a05fc-27ff-4f30-ba91-fd3532e3a0b7" providerId="ADAL" clId="{CA98C52A-F844-476E-86FE-1B30B5F7C505}" dt="2026-02-09T02:10:13.160" v="633" actId="26606"/>
          <ac:spMkLst>
            <pc:docMk/>
            <pc:sldMk cId="1378388670" sldId="270"/>
            <ac:spMk id="14" creationId="{D2C0AE1C-0118-41AE-8A10-7CDCBF10E96F}"/>
          </ac:spMkLst>
        </pc:spChg>
        <pc:spChg chg="add">
          <ac:chgData name="Stephen Scott" userId="7d0a05fc-27ff-4f30-ba91-fd3532e3a0b7" providerId="ADAL" clId="{CA98C52A-F844-476E-86FE-1B30B5F7C505}" dt="2026-02-09T02:10:13.160" v="633" actId="26606"/>
          <ac:spMkLst>
            <pc:docMk/>
            <pc:sldMk cId="1378388670" sldId="270"/>
            <ac:spMk id="16" creationId="{463EEC44-1BA3-44ED-81FC-A644B04B2A44}"/>
          </ac:spMkLst>
        </pc:spChg>
        <pc:graphicFrameChg chg="add">
          <ac:chgData name="Stephen Scott" userId="7d0a05fc-27ff-4f30-ba91-fd3532e3a0b7" providerId="ADAL" clId="{CA98C52A-F844-476E-86FE-1B30B5F7C505}" dt="2026-02-09T02:10:13.160" v="633" actId="26606"/>
          <ac:graphicFrameMkLst>
            <pc:docMk/>
            <pc:sldMk cId="1378388670" sldId="270"/>
            <ac:graphicFrameMk id="6" creationId="{AD570EED-02FF-43FD-BEF2-714AC2F874ED}"/>
          </ac:graphicFrameMkLst>
        </pc:graphicFrameChg>
      </pc:sldChg>
      <pc:sldChg chg="addSp delSp modSp new del mod setBg">
        <pc:chgData name="Stephen Scott" userId="7d0a05fc-27ff-4f30-ba91-fd3532e3a0b7" providerId="ADAL" clId="{CA98C52A-F844-476E-86FE-1B30B5F7C505}" dt="2026-02-09T02:17:53.576" v="748" actId="47"/>
        <pc:sldMkLst>
          <pc:docMk/>
          <pc:sldMk cId="2831736999" sldId="271"/>
        </pc:sldMkLst>
        <pc:spChg chg="mod">
          <ac:chgData name="Stephen Scott" userId="7d0a05fc-27ff-4f30-ba91-fd3532e3a0b7" providerId="ADAL" clId="{CA98C52A-F844-476E-86FE-1B30B5F7C505}" dt="2026-02-09T02:11:49.747" v="653" actId="26606"/>
          <ac:spMkLst>
            <pc:docMk/>
            <pc:sldMk cId="2831736999" sldId="271"/>
            <ac:spMk id="2" creationId="{AA67EDFE-8FBD-A6EE-3D5D-2B77F9EECC0D}"/>
          </ac:spMkLst>
        </pc:spChg>
        <pc:spChg chg="del">
          <ac:chgData name="Stephen Scott" userId="7d0a05fc-27ff-4f30-ba91-fd3532e3a0b7" providerId="ADAL" clId="{CA98C52A-F844-476E-86FE-1B30B5F7C505}" dt="2026-02-09T02:10:24.613" v="636"/>
          <ac:spMkLst>
            <pc:docMk/>
            <pc:sldMk cId="2831736999" sldId="271"/>
            <ac:spMk id="3" creationId="{7F9BBFDC-0EBD-141C-0797-A05502D875D6}"/>
          </ac:spMkLst>
        </pc:spChg>
        <pc:spChg chg="add del mod">
          <ac:chgData name="Stephen Scott" userId="7d0a05fc-27ff-4f30-ba91-fd3532e3a0b7" providerId="ADAL" clId="{CA98C52A-F844-476E-86FE-1B30B5F7C505}" dt="2026-02-09T02:10:37.863" v="639" actId="26606"/>
          <ac:spMkLst>
            <pc:docMk/>
            <pc:sldMk cId="2831736999" sldId="271"/>
            <ac:spMk id="4" creationId="{72BCFD38-7B9C-F9BA-61C9-50B6DBFE604A}"/>
          </ac:spMkLst>
        </pc:spChg>
        <pc:spChg chg="add del mod">
          <ac:chgData name="Stephen Scott" userId="7d0a05fc-27ff-4f30-ba91-fd3532e3a0b7" providerId="ADAL" clId="{CA98C52A-F844-476E-86FE-1B30B5F7C505}" dt="2026-02-09T02:16:20.809" v="737" actId="22"/>
          <ac:spMkLst>
            <pc:docMk/>
            <pc:sldMk cId="2831736999" sldId="271"/>
            <ac:spMk id="7" creationId="{46825D86-0C2D-8EF2-7E8B-F77D6DABD7F3}"/>
          </ac:spMkLst>
        </pc:spChg>
        <pc:spChg chg="add del">
          <ac:chgData name="Stephen Scott" userId="7d0a05fc-27ff-4f30-ba91-fd3532e3a0b7" providerId="ADAL" clId="{CA98C52A-F844-476E-86FE-1B30B5F7C505}" dt="2026-02-09T02:11:49.747" v="653" actId="26606"/>
          <ac:spMkLst>
            <pc:docMk/>
            <pc:sldMk cId="2831736999" sldId="271"/>
            <ac:spMk id="10" creationId="{2659FDB4-FCBE-4A89-B46D-43D4FA54464D}"/>
          </ac:spMkLst>
        </pc:spChg>
        <pc:spChg chg="add del">
          <ac:chgData name="Stephen Scott" userId="7d0a05fc-27ff-4f30-ba91-fd3532e3a0b7" providerId="ADAL" clId="{CA98C52A-F844-476E-86FE-1B30B5F7C505}" dt="2026-02-09T02:11:49.747" v="653" actId="26606"/>
          <ac:spMkLst>
            <pc:docMk/>
            <pc:sldMk cId="2831736999" sldId="271"/>
            <ac:spMk id="17" creationId="{DCC231C8-C761-4B31-9B1C-C6D19248C6B3}"/>
          </ac:spMkLst>
        </pc:spChg>
        <pc:graphicFrameChg chg="add mod modGraphic">
          <ac:chgData name="Stephen Scott" userId="7d0a05fc-27ff-4f30-ba91-fd3532e3a0b7" providerId="ADAL" clId="{CA98C52A-F844-476E-86FE-1B30B5F7C505}" dt="2026-02-09T02:16:21.241" v="738" actId="20577"/>
          <ac:graphicFrameMkLst>
            <pc:docMk/>
            <pc:sldMk cId="2831736999" sldId="271"/>
            <ac:graphicFrameMk id="6" creationId="{68CB55B1-6ADB-FDAE-CA5C-C164EF790A20}"/>
          </ac:graphicFrameMkLst>
        </pc:graphicFrameChg>
        <pc:cxnChg chg="add del">
          <ac:chgData name="Stephen Scott" userId="7d0a05fc-27ff-4f30-ba91-fd3532e3a0b7" providerId="ADAL" clId="{CA98C52A-F844-476E-86FE-1B30B5F7C505}" dt="2026-02-09T02:11:49.747" v="653" actId="26606"/>
          <ac:cxnSpMkLst>
            <pc:docMk/>
            <pc:sldMk cId="2831736999" sldId="271"/>
            <ac:cxnSpMk id="12" creationId="{C8F51B3F-8331-4E4A-AE96-D47B1006EEAD}"/>
          </ac:cxnSpMkLst>
        </pc:cxnChg>
      </pc:sldChg>
      <pc:sldChg chg="addSp delSp modSp new mod setBg">
        <pc:chgData name="Stephen Scott" userId="7d0a05fc-27ff-4f30-ba91-fd3532e3a0b7" providerId="ADAL" clId="{CA98C52A-F844-476E-86FE-1B30B5F7C505}" dt="2026-02-09T02:11:49.261" v="652" actId="26606"/>
        <pc:sldMkLst>
          <pc:docMk/>
          <pc:sldMk cId="2424842856" sldId="272"/>
        </pc:sldMkLst>
        <pc:spChg chg="mod">
          <ac:chgData name="Stephen Scott" userId="7d0a05fc-27ff-4f30-ba91-fd3532e3a0b7" providerId="ADAL" clId="{CA98C52A-F844-476E-86FE-1B30B5F7C505}" dt="2026-02-09T02:11:49.261" v="652" actId="26606"/>
          <ac:spMkLst>
            <pc:docMk/>
            <pc:sldMk cId="2424842856" sldId="272"/>
            <ac:spMk id="2" creationId="{65566EA0-4BDD-22DC-4506-1F76C10E65E4}"/>
          </ac:spMkLst>
        </pc:spChg>
        <pc:spChg chg="del">
          <ac:chgData name="Stephen Scott" userId="7d0a05fc-27ff-4f30-ba91-fd3532e3a0b7" providerId="ADAL" clId="{CA98C52A-F844-476E-86FE-1B30B5F7C505}" dt="2026-02-09T02:10:48.952" v="642"/>
          <ac:spMkLst>
            <pc:docMk/>
            <pc:sldMk cId="2424842856" sldId="272"/>
            <ac:spMk id="3" creationId="{2C1620EC-1383-5533-B2EC-328D421E50BA}"/>
          </ac:spMkLst>
        </pc:spChg>
        <pc:spChg chg="add del mod">
          <ac:chgData name="Stephen Scott" userId="7d0a05fc-27ff-4f30-ba91-fd3532e3a0b7" providerId="ADAL" clId="{CA98C52A-F844-476E-86FE-1B30B5F7C505}" dt="2026-02-09T02:11:49.261" v="652" actId="26606"/>
          <ac:spMkLst>
            <pc:docMk/>
            <pc:sldMk cId="2424842856" sldId="272"/>
            <ac:spMk id="4" creationId="{582F5C5E-2439-2B74-26D7-BB0F5919DADB}"/>
          </ac:spMkLst>
        </pc:spChg>
        <pc:spChg chg="add del">
          <ac:chgData name="Stephen Scott" userId="7d0a05fc-27ff-4f30-ba91-fd3532e3a0b7" providerId="ADAL" clId="{CA98C52A-F844-476E-86FE-1B30B5F7C505}" dt="2026-02-09T02:11:10.554" v="647" actId="26606"/>
          <ac:spMkLst>
            <pc:docMk/>
            <pc:sldMk cId="2424842856" sldId="272"/>
            <ac:spMk id="10" creationId="{2659FDB4-FCBE-4A89-B46D-43D4FA54464D}"/>
          </ac:spMkLst>
        </pc:spChg>
        <pc:spChg chg="add del">
          <ac:chgData name="Stephen Scott" userId="7d0a05fc-27ff-4f30-ba91-fd3532e3a0b7" providerId="ADAL" clId="{CA98C52A-F844-476E-86FE-1B30B5F7C505}" dt="2026-02-09T02:11:49.261" v="652" actId="26606"/>
          <ac:spMkLst>
            <pc:docMk/>
            <pc:sldMk cId="2424842856" sldId="272"/>
            <ac:spMk id="14" creationId="{357F1B33-79AB-4A71-8CEC-4546D709B8C8}"/>
          </ac:spMkLst>
        </pc:spChg>
        <pc:spChg chg="add del">
          <ac:chgData name="Stephen Scott" userId="7d0a05fc-27ff-4f30-ba91-fd3532e3a0b7" providerId="ADAL" clId="{CA98C52A-F844-476E-86FE-1B30B5F7C505}" dt="2026-02-09T02:11:49.261" v="652" actId="26606"/>
          <ac:spMkLst>
            <pc:docMk/>
            <pc:sldMk cId="2424842856" sldId="272"/>
            <ac:spMk id="15" creationId="{44AD29B6-BF3B-4407-9E75-52DF8E3B29F1}"/>
          </ac:spMkLst>
        </pc:spChg>
        <pc:spChg chg="add del">
          <ac:chgData name="Stephen Scott" userId="7d0a05fc-27ff-4f30-ba91-fd3532e3a0b7" providerId="ADAL" clId="{CA98C52A-F844-476E-86FE-1B30B5F7C505}" dt="2026-02-09T02:11:49.261" v="652" actId="26606"/>
          <ac:spMkLst>
            <pc:docMk/>
            <pc:sldMk cId="2424842856" sldId="272"/>
            <ac:spMk id="16" creationId="{55F8BA08-3E38-4B70-B93A-74F08E092206}"/>
          </ac:spMkLst>
        </pc:spChg>
        <pc:graphicFrameChg chg="add del">
          <ac:chgData name="Stephen Scott" userId="7d0a05fc-27ff-4f30-ba91-fd3532e3a0b7" providerId="ADAL" clId="{CA98C52A-F844-476E-86FE-1B30B5F7C505}" dt="2026-02-09T02:11:10.554" v="647" actId="26606"/>
          <ac:graphicFrameMkLst>
            <pc:docMk/>
            <pc:sldMk cId="2424842856" sldId="272"/>
            <ac:graphicFrameMk id="6" creationId="{94A161DC-52C4-BC32-1D05-23610BA61327}"/>
          </ac:graphicFrameMkLst>
        </pc:graphicFrameChg>
        <pc:graphicFrameChg chg="add del">
          <ac:chgData name="Stephen Scott" userId="7d0a05fc-27ff-4f30-ba91-fd3532e3a0b7" providerId="ADAL" clId="{CA98C52A-F844-476E-86FE-1B30B5F7C505}" dt="2026-02-09T02:11:49.261" v="652" actId="26606"/>
          <ac:graphicFrameMkLst>
            <pc:docMk/>
            <pc:sldMk cId="2424842856" sldId="272"/>
            <ac:graphicFrameMk id="17" creationId="{931CC0B4-4A25-15F4-EFC5-1C0678DD6BA6}"/>
          </ac:graphicFrameMkLst>
        </pc:graphicFrameChg>
        <pc:cxnChg chg="add del">
          <ac:chgData name="Stephen Scott" userId="7d0a05fc-27ff-4f30-ba91-fd3532e3a0b7" providerId="ADAL" clId="{CA98C52A-F844-476E-86FE-1B30B5F7C505}" dt="2026-02-09T02:11:10.554" v="647" actId="26606"/>
          <ac:cxnSpMkLst>
            <pc:docMk/>
            <pc:sldMk cId="2424842856" sldId="272"/>
            <ac:cxnSpMk id="12" creationId="{C8F51B3F-8331-4E4A-AE96-D47B1006EEAD}"/>
          </ac:cxnSpMkLst>
        </pc:cxnChg>
      </pc:sldChg>
      <pc:sldChg chg="addSp delSp modSp new mod setBg">
        <pc:chgData name="Stephen Scott" userId="7d0a05fc-27ff-4f30-ba91-fd3532e3a0b7" providerId="ADAL" clId="{CA98C52A-F844-476E-86FE-1B30B5F7C505}" dt="2026-02-09T02:25:02.377" v="811" actId="14100"/>
        <pc:sldMkLst>
          <pc:docMk/>
          <pc:sldMk cId="1176474124" sldId="273"/>
        </pc:sldMkLst>
        <pc:spChg chg="mod">
          <ac:chgData name="Stephen Scott" userId="7d0a05fc-27ff-4f30-ba91-fd3532e3a0b7" providerId="ADAL" clId="{CA98C52A-F844-476E-86FE-1B30B5F7C505}" dt="2026-02-09T02:12:50.167" v="699" actId="26606"/>
          <ac:spMkLst>
            <pc:docMk/>
            <pc:sldMk cId="1176474124" sldId="273"/>
            <ac:spMk id="2" creationId="{752BE328-F106-CC6C-3FB0-8F26BB102E06}"/>
          </ac:spMkLst>
        </pc:spChg>
        <pc:spChg chg="del">
          <ac:chgData name="Stephen Scott" userId="7d0a05fc-27ff-4f30-ba91-fd3532e3a0b7" providerId="ADAL" clId="{CA98C52A-F844-476E-86FE-1B30B5F7C505}" dt="2026-02-09T02:12:28.721" v="684"/>
          <ac:spMkLst>
            <pc:docMk/>
            <pc:sldMk cId="1176474124" sldId="273"/>
            <ac:spMk id="3" creationId="{8F965BAB-5E6E-D760-B346-AB389FE8FD5C}"/>
          </ac:spMkLst>
        </pc:spChg>
        <pc:spChg chg="add del mod">
          <ac:chgData name="Stephen Scott" userId="7d0a05fc-27ff-4f30-ba91-fd3532e3a0b7" providerId="ADAL" clId="{CA98C52A-F844-476E-86FE-1B30B5F7C505}" dt="2026-02-09T02:12:50.183" v="700" actId="26606"/>
          <ac:spMkLst>
            <pc:docMk/>
            <pc:sldMk cId="1176474124" sldId="273"/>
            <ac:spMk id="4" creationId="{12A32F6C-A66A-BD83-5A69-75B32B39EF4C}"/>
          </ac:spMkLst>
        </pc:spChg>
        <pc:spChg chg="add mod">
          <ac:chgData name="Stephen Scott" userId="7d0a05fc-27ff-4f30-ba91-fd3532e3a0b7" providerId="ADAL" clId="{CA98C52A-F844-476E-86FE-1B30B5F7C505}" dt="2026-02-09T02:25:02.377" v="811" actId="14100"/>
          <ac:spMkLst>
            <pc:docMk/>
            <pc:sldMk cId="1176474124" sldId="273"/>
            <ac:spMk id="7" creationId="{301DAA59-641A-4624-A08A-58BC3851EAB4}"/>
          </ac:spMkLst>
        </pc:spChg>
        <pc:spChg chg="add del">
          <ac:chgData name="Stephen Scott" userId="7d0a05fc-27ff-4f30-ba91-fd3532e3a0b7" providerId="ADAL" clId="{CA98C52A-F844-476E-86FE-1B30B5F7C505}" dt="2026-02-09T02:12:50.167" v="699" actId="26606"/>
          <ac:spMkLst>
            <pc:docMk/>
            <pc:sldMk cId="1176474124" sldId="273"/>
            <ac:spMk id="10" creationId="{53B021B3-DE93-4AB7-8A18-CF5F1CED88B8}"/>
          </ac:spMkLst>
        </pc:spChg>
        <pc:spChg chg="add del">
          <ac:chgData name="Stephen Scott" userId="7d0a05fc-27ff-4f30-ba91-fd3532e3a0b7" providerId="ADAL" clId="{CA98C52A-F844-476E-86FE-1B30B5F7C505}" dt="2026-02-09T02:12:50.167" v="699" actId="26606"/>
          <ac:spMkLst>
            <pc:docMk/>
            <pc:sldMk cId="1176474124" sldId="273"/>
            <ac:spMk id="12" creationId="{52D502E5-F6B4-4D58-B4AE-FC466FF15EE8}"/>
          </ac:spMkLst>
        </pc:spChg>
        <pc:spChg chg="add del">
          <ac:chgData name="Stephen Scott" userId="7d0a05fc-27ff-4f30-ba91-fd3532e3a0b7" providerId="ADAL" clId="{CA98C52A-F844-476E-86FE-1B30B5F7C505}" dt="2026-02-09T02:12:50.167" v="699" actId="26606"/>
          <ac:spMkLst>
            <pc:docMk/>
            <pc:sldMk cId="1176474124" sldId="273"/>
            <ac:spMk id="14" creationId="{9DECDBF4-02B6-4BB4-B65B-B8107AD6A9E8}"/>
          </ac:spMkLst>
        </pc:spChg>
        <pc:graphicFrameChg chg="add del">
          <ac:chgData name="Stephen Scott" userId="7d0a05fc-27ff-4f30-ba91-fd3532e3a0b7" providerId="ADAL" clId="{CA98C52A-F844-476E-86FE-1B30B5F7C505}" dt="2026-02-09T02:12:50.167" v="699" actId="26606"/>
          <ac:graphicFrameMkLst>
            <pc:docMk/>
            <pc:sldMk cId="1176474124" sldId="273"/>
            <ac:graphicFrameMk id="6" creationId="{DBF77EE2-6BF9-7AC0-8677-13802DB89289}"/>
          </ac:graphicFrameMkLst>
        </pc:graphicFrameChg>
        <pc:graphicFrameChg chg="add mod modGraphic">
          <ac:chgData name="Stephen Scott" userId="7d0a05fc-27ff-4f30-ba91-fd3532e3a0b7" providerId="ADAL" clId="{CA98C52A-F844-476E-86FE-1B30B5F7C505}" dt="2026-02-09T02:14:11.312" v="723"/>
          <ac:graphicFrameMkLst>
            <pc:docMk/>
            <pc:sldMk cId="1176474124" sldId="273"/>
            <ac:graphicFrameMk id="16" creationId="{BD424583-0D2E-09DF-E162-11AB4369B5C1}"/>
          </ac:graphicFrameMkLst>
        </pc:graphicFrameChg>
        <pc:picChg chg="add mod">
          <ac:chgData name="Stephen Scott" userId="7d0a05fc-27ff-4f30-ba91-fd3532e3a0b7" providerId="ADAL" clId="{CA98C52A-F844-476E-86FE-1B30B5F7C505}" dt="2026-02-09T02:13:24.238" v="706" actId="1076"/>
          <ac:picMkLst>
            <pc:docMk/>
            <pc:sldMk cId="1176474124" sldId="273"/>
            <ac:picMk id="5" creationId="{44024FD4-CE6E-9966-6DA0-02069C1E8ABB}"/>
          </ac:picMkLst>
        </pc:picChg>
      </pc:sldChg>
      <pc:sldChg chg="addSp delSp modSp new mod setBg">
        <pc:chgData name="Stephen Scott" userId="7d0a05fc-27ff-4f30-ba91-fd3532e3a0b7" providerId="ADAL" clId="{CA98C52A-F844-476E-86FE-1B30B5F7C505}" dt="2026-02-09T02:20:00.159" v="793" actId="26606"/>
        <pc:sldMkLst>
          <pc:docMk/>
          <pc:sldMk cId="668328797" sldId="274"/>
        </pc:sldMkLst>
        <pc:spChg chg="mod">
          <ac:chgData name="Stephen Scott" userId="7d0a05fc-27ff-4f30-ba91-fd3532e3a0b7" providerId="ADAL" clId="{CA98C52A-F844-476E-86FE-1B30B5F7C505}" dt="2026-02-09T02:20:00.159" v="793" actId="26606"/>
          <ac:spMkLst>
            <pc:docMk/>
            <pc:sldMk cId="668328797" sldId="274"/>
            <ac:spMk id="2" creationId="{A039E7C4-F995-60BF-31F4-E8BFB2A3F0A4}"/>
          </ac:spMkLst>
        </pc:spChg>
        <pc:spChg chg="del mod">
          <ac:chgData name="Stephen Scott" userId="7d0a05fc-27ff-4f30-ba91-fd3532e3a0b7" providerId="ADAL" clId="{CA98C52A-F844-476E-86FE-1B30B5F7C505}" dt="2026-02-09T02:18:13.959" v="786" actId="26606"/>
          <ac:spMkLst>
            <pc:docMk/>
            <pc:sldMk cId="668328797" sldId="274"/>
            <ac:spMk id="3" creationId="{8B8ACD5E-19CC-953D-5072-29AC7D405F1E}"/>
          </ac:spMkLst>
        </pc:spChg>
        <pc:spChg chg="add del">
          <ac:chgData name="Stephen Scott" userId="7d0a05fc-27ff-4f30-ba91-fd3532e3a0b7" providerId="ADAL" clId="{CA98C52A-F844-476E-86FE-1B30B5F7C505}" dt="2026-02-09T02:20:00.159" v="793" actId="26606"/>
          <ac:spMkLst>
            <pc:docMk/>
            <pc:sldMk cId="668328797" sldId="274"/>
            <ac:spMk id="11" creationId="{352BEC0E-22F8-46D0-9632-375DB541B06C}"/>
          </ac:spMkLst>
        </pc:spChg>
        <pc:spChg chg="add del">
          <ac:chgData name="Stephen Scott" userId="7d0a05fc-27ff-4f30-ba91-fd3532e3a0b7" providerId="ADAL" clId="{CA98C52A-F844-476E-86FE-1B30B5F7C505}" dt="2026-02-09T02:20:00.159" v="793" actId="26606"/>
          <ac:spMkLst>
            <pc:docMk/>
            <pc:sldMk cId="668328797" sldId="274"/>
            <ac:spMk id="13" creationId="{3FCFB1DE-0B7E-48CC-BA90-B2AB0889F9D6}"/>
          </ac:spMkLst>
        </pc:spChg>
        <pc:graphicFrameChg chg="add mod ord modGraphic">
          <ac:chgData name="Stephen Scott" userId="7d0a05fc-27ff-4f30-ba91-fd3532e3a0b7" providerId="ADAL" clId="{CA98C52A-F844-476E-86FE-1B30B5F7C505}" dt="2026-02-09T02:20:00.159" v="793" actId="26606"/>
          <ac:graphicFrameMkLst>
            <pc:docMk/>
            <pc:sldMk cId="668328797" sldId="274"/>
            <ac:graphicFrameMk id="5" creationId="{E2532AEF-9936-FD6A-BD25-F7CBED051D8E}"/>
          </ac:graphicFrameMkLst>
        </pc:graphicFrameChg>
        <pc:picChg chg="add mod">
          <ac:chgData name="Stephen Scott" userId="7d0a05fc-27ff-4f30-ba91-fd3532e3a0b7" providerId="ADAL" clId="{CA98C52A-F844-476E-86FE-1B30B5F7C505}" dt="2026-02-09T02:20:00.159" v="793" actId="26606"/>
          <ac:picMkLst>
            <pc:docMk/>
            <pc:sldMk cId="668328797" sldId="274"/>
            <ac:picMk id="4" creationId="{CE17BB8C-51A8-2EFB-57C1-9B8A1D527324}"/>
          </ac:picMkLst>
        </pc:picChg>
        <pc:picChg chg="add mod">
          <ac:chgData name="Stephen Scott" userId="7d0a05fc-27ff-4f30-ba91-fd3532e3a0b7" providerId="ADAL" clId="{CA98C52A-F844-476E-86FE-1B30B5F7C505}" dt="2026-02-09T02:20:00.159" v="793" actId="26606"/>
          <ac:picMkLst>
            <pc:docMk/>
            <pc:sldMk cId="668328797" sldId="274"/>
            <ac:picMk id="6" creationId="{9743ECB6-0606-5491-0B51-7AB89BC1385D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8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7.svg"/><Relationship Id="rId1" Type="http://schemas.openxmlformats.org/officeDocument/2006/relationships/image" Target="../media/image8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7.svg"/><Relationship Id="rId4" Type="http://schemas.openxmlformats.org/officeDocument/2006/relationships/image" Target="../media/image25.svg"/><Relationship Id="rId9" Type="http://schemas.openxmlformats.org/officeDocument/2006/relationships/image" Target="../media/image36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2.svg"/><Relationship Id="rId5" Type="http://schemas.openxmlformats.org/officeDocument/2006/relationships/image" Target="../media/image4.png"/><Relationship Id="rId10" Type="http://schemas.openxmlformats.org/officeDocument/2006/relationships/image" Target="../media/image45.svg"/><Relationship Id="rId4" Type="http://schemas.openxmlformats.org/officeDocument/2006/relationships/image" Target="../media/image41.svg"/><Relationship Id="rId9" Type="http://schemas.openxmlformats.org/officeDocument/2006/relationships/image" Target="../media/image11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pn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79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1.svg"/><Relationship Id="rId4" Type="http://schemas.openxmlformats.org/officeDocument/2006/relationships/image" Target="../media/image85.svg"/><Relationship Id="rId9" Type="http://schemas.openxmlformats.org/officeDocument/2006/relationships/image" Target="../media/image30.pn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1.svg"/><Relationship Id="rId5" Type="http://schemas.openxmlformats.org/officeDocument/2006/relationships/image" Target="../media/image4.png"/><Relationship Id="rId4" Type="http://schemas.openxmlformats.org/officeDocument/2006/relationships/image" Target="../media/image9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8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7.svg"/><Relationship Id="rId1" Type="http://schemas.openxmlformats.org/officeDocument/2006/relationships/image" Target="../media/image8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7.svg"/><Relationship Id="rId4" Type="http://schemas.openxmlformats.org/officeDocument/2006/relationships/image" Target="../media/image25.svg"/><Relationship Id="rId9" Type="http://schemas.openxmlformats.org/officeDocument/2006/relationships/image" Target="../media/image36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2.svg"/><Relationship Id="rId5" Type="http://schemas.openxmlformats.org/officeDocument/2006/relationships/image" Target="../media/image4.png"/><Relationship Id="rId10" Type="http://schemas.openxmlformats.org/officeDocument/2006/relationships/image" Target="../media/image45.svg"/><Relationship Id="rId4" Type="http://schemas.openxmlformats.org/officeDocument/2006/relationships/image" Target="../media/image41.svg"/><Relationship Id="rId9" Type="http://schemas.openxmlformats.org/officeDocument/2006/relationships/image" Target="../media/image11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pn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79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1.svg"/><Relationship Id="rId4" Type="http://schemas.openxmlformats.org/officeDocument/2006/relationships/image" Target="../media/image85.svg"/><Relationship Id="rId9" Type="http://schemas.openxmlformats.org/officeDocument/2006/relationships/image" Target="../media/image30.pn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1.svg"/><Relationship Id="rId5" Type="http://schemas.openxmlformats.org/officeDocument/2006/relationships/image" Target="../media/image4.png"/><Relationship Id="rId4" Type="http://schemas.openxmlformats.org/officeDocument/2006/relationships/image" Target="../media/image9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38FCB0-C863-4C16-B28B-33B22BC894B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66C00809-C1E7-4C9D-AA11-A9894C4455E0}">
      <dgm:prSet/>
      <dgm:spPr/>
      <dgm:t>
        <a:bodyPr/>
        <a:lstStyle/>
        <a:p>
          <a:r>
            <a:rPr lang="en-GB"/>
            <a:t>Differentiate between data and information</a:t>
          </a:r>
          <a:endParaRPr lang="en-US"/>
        </a:p>
      </dgm:t>
    </dgm:pt>
    <dgm:pt modelId="{2145ABE5-E74D-4B51-8FE3-60A57A33957F}" type="parTrans" cxnId="{F7F9D203-7880-4CD9-B6F7-9A40A45A0347}">
      <dgm:prSet/>
      <dgm:spPr/>
      <dgm:t>
        <a:bodyPr/>
        <a:lstStyle/>
        <a:p>
          <a:endParaRPr lang="en-US"/>
        </a:p>
      </dgm:t>
    </dgm:pt>
    <dgm:pt modelId="{16820182-6D8C-4C62-BD0D-7BE36DADBB48}" type="sibTrans" cxnId="{F7F9D203-7880-4CD9-B6F7-9A40A45A0347}">
      <dgm:prSet/>
      <dgm:spPr/>
      <dgm:t>
        <a:bodyPr/>
        <a:lstStyle/>
        <a:p>
          <a:endParaRPr lang="en-US"/>
        </a:p>
      </dgm:t>
    </dgm:pt>
    <dgm:pt modelId="{B27892D9-1865-4975-8D29-26925F8C5199}">
      <dgm:prSet/>
      <dgm:spPr/>
      <dgm:t>
        <a:bodyPr/>
        <a:lstStyle/>
        <a:p>
          <a:r>
            <a:rPr lang="en-GB"/>
            <a:t>Describe the purpose of analysing data</a:t>
          </a:r>
          <a:endParaRPr lang="en-US"/>
        </a:p>
      </dgm:t>
    </dgm:pt>
    <dgm:pt modelId="{20DE40CC-2F6F-45B4-8804-DD777DEC3741}" type="parTrans" cxnId="{789CB051-4C7F-49F0-B2BA-E15A66BC394A}">
      <dgm:prSet/>
      <dgm:spPr/>
      <dgm:t>
        <a:bodyPr/>
        <a:lstStyle/>
        <a:p>
          <a:endParaRPr lang="en-US"/>
        </a:p>
      </dgm:t>
    </dgm:pt>
    <dgm:pt modelId="{718FF234-F8A0-48C0-A61F-F74C8A923F84}" type="sibTrans" cxnId="{789CB051-4C7F-49F0-B2BA-E15A66BC394A}">
      <dgm:prSet/>
      <dgm:spPr/>
      <dgm:t>
        <a:bodyPr/>
        <a:lstStyle/>
        <a:p>
          <a:endParaRPr lang="en-US"/>
        </a:p>
      </dgm:t>
    </dgm:pt>
    <dgm:pt modelId="{DA6EA606-C4E8-43D4-81CA-28030EEA9355}">
      <dgm:prSet/>
      <dgm:spPr/>
      <dgm:t>
        <a:bodyPr/>
        <a:lstStyle/>
        <a:p>
          <a:r>
            <a:rPr lang="en-GB"/>
            <a:t>Describe inputs, storage, transmission, processes and outputs in data analysis</a:t>
          </a:r>
          <a:endParaRPr lang="en-US"/>
        </a:p>
      </dgm:t>
    </dgm:pt>
    <dgm:pt modelId="{165A308F-9FDC-4ED0-966D-8838AC1FA52B}" type="parTrans" cxnId="{613EFFFD-AF28-4C1E-A18E-A72F57FA29BB}">
      <dgm:prSet/>
      <dgm:spPr/>
      <dgm:t>
        <a:bodyPr/>
        <a:lstStyle/>
        <a:p>
          <a:endParaRPr lang="en-US"/>
        </a:p>
      </dgm:t>
    </dgm:pt>
    <dgm:pt modelId="{6E892EAD-BBD9-4E2A-9F83-6BA306A43AC0}" type="sibTrans" cxnId="{613EFFFD-AF28-4C1E-A18E-A72F57FA29BB}">
      <dgm:prSet/>
      <dgm:spPr/>
      <dgm:t>
        <a:bodyPr/>
        <a:lstStyle/>
        <a:p>
          <a:endParaRPr lang="en-US"/>
        </a:p>
      </dgm:t>
    </dgm:pt>
    <dgm:pt modelId="{6DDD9BD6-36B7-4E1B-9077-871C93BDF7D4}">
      <dgm:prSet/>
      <dgm:spPr/>
      <dgm:t>
        <a:bodyPr/>
        <a:lstStyle/>
        <a:p>
          <a:r>
            <a:rPr lang="en-GB"/>
            <a:t>Represent and store data to facilitate computation, including selecting appropriate data types, understanding data type limitations and structuring data systematically</a:t>
          </a:r>
          <a:endParaRPr lang="en-US"/>
        </a:p>
      </dgm:t>
    </dgm:pt>
    <dgm:pt modelId="{3AE0EE82-EB2E-41DE-9A63-E4D523D4F068}" type="parTrans" cxnId="{52F4B035-A8EF-4DDA-B318-485B65EDBDA5}">
      <dgm:prSet/>
      <dgm:spPr/>
      <dgm:t>
        <a:bodyPr/>
        <a:lstStyle/>
        <a:p>
          <a:endParaRPr lang="en-US"/>
        </a:p>
      </dgm:t>
    </dgm:pt>
    <dgm:pt modelId="{CB9AC326-CB91-4EFA-8DCF-AAC5C70393F0}" type="sibTrans" cxnId="{52F4B035-A8EF-4DDA-B318-485B65EDBDA5}">
      <dgm:prSet/>
      <dgm:spPr/>
      <dgm:t>
        <a:bodyPr/>
        <a:lstStyle/>
        <a:p>
          <a:endParaRPr lang="en-US"/>
        </a:p>
      </dgm:t>
    </dgm:pt>
    <dgm:pt modelId="{2B958E21-3783-42B3-8358-CA03E09A356C}" type="pres">
      <dgm:prSet presAssocID="{CC38FCB0-C863-4C16-B28B-33B22BC894B9}" presName="root" presStyleCnt="0">
        <dgm:presLayoutVars>
          <dgm:dir/>
          <dgm:resizeHandles val="exact"/>
        </dgm:presLayoutVars>
      </dgm:prSet>
      <dgm:spPr/>
    </dgm:pt>
    <dgm:pt modelId="{9B6DDA82-0336-4245-8122-1FF88A407567}" type="pres">
      <dgm:prSet presAssocID="{66C00809-C1E7-4C9D-AA11-A9894C4455E0}" presName="compNode" presStyleCnt="0"/>
      <dgm:spPr/>
    </dgm:pt>
    <dgm:pt modelId="{86D899A6-9D8C-4B57-9697-E09F5E70BC1F}" type="pres">
      <dgm:prSet presAssocID="{66C00809-C1E7-4C9D-AA11-A9894C4455E0}" presName="bgRect" presStyleLbl="bgShp" presStyleIdx="0" presStyleCnt="4"/>
      <dgm:spPr/>
    </dgm:pt>
    <dgm:pt modelId="{79BD67EC-AE4F-47A3-8488-1B44948689D9}" type="pres">
      <dgm:prSet presAssocID="{66C00809-C1E7-4C9D-AA11-A9894C4455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73D57CF-5F00-4CE8-8D48-A7D376E38851}" type="pres">
      <dgm:prSet presAssocID="{66C00809-C1E7-4C9D-AA11-A9894C4455E0}" presName="spaceRect" presStyleCnt="0"/>
      <dgm:spPr/>
    </dgm:pt>
    <dgm:pt modelId="{F8486CCE-74DF-4EEA-B4C4-A4026F03A72C}" type="pres">
      <dgm:prSet presAssocID="{66C00809-C1E7-4C9D-AA11-A9894C4455E0}" presName="parTx" presStyleLbl="revTx" presStyleIdx="0" presStyleCnt="4">
        <dgm:presLayoutVars>
          <dgm:chMax val="0"/>
          <dgm:chPref val="0"/>
        </dgm:presLayoutVars>
      </dgm:prSet>
      <dgm:spPr/>
    </dgm:pt>
    <dgm:pt modelId="{FE15CC40-E9FC-473D-B36D-DF3CB8A7F4C3}" type="pres">
      <dgm:prSet presAssocID="{16820182-6D8C-4C62-BD0D-7BE36DADBB48}" presName="sibTrans" presStyleCnt="0"/>
      <dgm:spPr/>
    </dgm:pt>
    <dgm:pt modelId="{85231DF4-B135-4718-91F5-507CC166809C}" type="pres">
      <dgm:prSet presAssocID="{B27892D9-1865-4975-8D29-26925F8C5199}" presName="compNode" presStyleCnt="0"/>
      <dgm:spPr/>
    </dgm:pt>
    <dgm:pt modelId="{93E6C0C5-E761-4B0E-B6FF-47E16F7A930A}" type="pres">
      <dgm:prSet presAssocID="{B27892D9-1865-4975-8D29-26925F8C5199}" presName="bgRect" presStyleLbl="bgShp" presStyleIdx="1" presStyleCnt="4"/>
      <dgm:spPr/>
    </dgm:pt>
    <dgm:pt modelId="{92936D72-39AC-49E2-8782-788C9239323D}" type="pres">
      <dgm:prSet presAssocID="{B27892D9-1865-4975-8D29-26925F8C51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BB8ED72-6A1A-4D9B-BA8A-3DAA30FEF3E4}" type="pres">
      <dgm:prSet presAssocID="{B27892D9-1865-4975-8D29-26925F8C5199}" presName="spaceRect" presStyleCnt="0"/>
      <dgm:spPr/>
    </dgm:pt>
    <dgm:pt modelId="{091D6ACF-683D-4F92-B4E8-DF087C4A44CC}" type="pres">
      <dgm:prSet presAssocID="{B27892D9-1865-4975-8D29-26925F8C5199}" presName="parTx" presStyleLbl="revTx" presStyleIdx="1" presStyleCnt="4">
        <dgm:presLayoutVars>
          <dgm:chMax val="0"/>
          <dgm:chPref val="0"/>
        </dgm:presLayoutVars>
      </dgm:prSet>
      <dgm:spPr/>
    </dgm:pt>
    <dgm:pt modelId="{D8822861-53A9-440C-A2A7-CB093CC55F8B}" type="pres">
      <dgm:prSet presAssocID="{718FF234-F8A0-48C0-A61F-F74C8A923F84}" presName="sibTrans" presStyleCnt="0"/>
      <dgm:spPr/>
    </dgm:pt>
    <dgm:pt modelId="{F969C5F6-1D39-4C42-90C6-28623703A4E4}" type="pres">
      <dgm:prSet presAssocID="{DA6EA606-C4E8-43D4-81CA-28030EEA9355}" presName="compNode" presStyleCnt="0"/>
      <dgm:spPr/>
    </dgm:pt>
    <dgm:pt modelId="{E901D382-DD81-4F3A-9337-FAD73A90A6FC}" type="pres">
      <dgm:prSet presAssocID="{DA6EA606-C4E8-43D4-81CA-28030EEA9355}" presName="bgRect" presStyleLbl="bgShp" presStyleIdx="2" presStyleCnt="4"/>
      <dgm:spPr/>
    </dgm:pt>
    <dgm:pt modelId="{835A0E5E-28A5-40F7-BD63-05DCE371B7FE}" type="pres">
      <dgm:prSet presAssocID="{DA6EA606-C4E8-43D4-81CA-28030EEA93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32047C3-C4E5-45BC-8BFD-58C7A39DEB1A}" type="pres">
      <dgm:prSet presAssocID="{DA6EA606-C4E8-43D4-81CA-28030EEA9355}" presName="spaceRect" presStyleCnt="0"/>
      <dgm:spPr/>
    </dgm:pt>
    <dgm:pt modelId="{214E586B-0311-46AA-88A0-CC39FDF2A01D}" type="pres">
      <dgm:prSet presAssocID="{DA6EA606-C4E8-43D4-81CA-28030EEA9355}" presName="parTx" presStyleLbl="revTx" presStyleIdx="2" presStyleCnt="4">
        <dgm:presLayoutVars>
          <dgm:chMax val="0"/>
          <dgm:chPref val="0"/>
        </dgm:presLayoutVars>
      </dgm:prSet>
      <dgm:spPr/>
    </dgm:pt>
    <dgm:pt modelId="{1A248DA5-693A-40DC-8212-6793DFD50AAF}" type="pres">
      <dgm:prSet presAssocID="{6E892EAD-BBD9-4E2A-9F83-6BA306A43AC0}" presName="sibTrans" presStyleCnt="0"/>
      <dgm:spPr/>
    </dgm:pt>
    <dgm:pt modelId="{3EB50F4B-3860-492A-9C82-1EBE3E98E1BF}" type="pres">
      <dgm:prSet presAssocID="{6DDD9BD6-36B7-4E1B-9077-871C93BDF7D4}" presName="compNode" presStyleCnt="0"/>
      <dgm:spPr/>
    </dgm:pt>
    <dgm:pt modelId="{61B8B1F0-E16C-4062-AB24-A0076A8C73A5}" type="pres">
      <dgm:prSet presAssocID="{6DDD9BD6-36B7-4E1B-9077-871C93BDF7D4}" presName="bgRect" presStyleLbl="bgShp" presStyleIdx="3" presStyleCnt="4"/>
      <dgm:spPr/>
    </dgm:pt>
    <dgm:pt modelId="{E16C5471-92DC-4440-87AE-E61C7187181D}" type="pres">
      <dgm:prSet presAssocID="{6DDD9BD6-36B7-4E1B-9077-871C93BDF7D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41CE935-D68B-4886-9779-B7F91C37FE79}" type="pres">
      <dgm:prSet presAssocID="{6DDD9BD6-36B7-4E1B-9077-871C93BDF7D4}" presName="spaceRect" presStyleCnt="0"/>
      <dgm:spPr/>
    </dgm:pt>
    <dgm:pt modelId="{100BF833-8391-485F-B7BD-A94C6CCA58FE}" type="pres">
      <dgm:prSet presAssocID="{6DDD9BD6-36B7-4E1B-9077-871C93BDF7D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7F9D203-7880-4CD9-B6F7-9A40A45A0347}" srcId="{CC38FCB0-C863-4C16-B28B-33B22BC894B9}" destId="{66C00809-C1E7-4C9D-AA11-A9894C4455E0}" srcOrd="0" destOrd="0" parTransId="{2145ABE5-E74D-4B51-8FE3-60A57A33957F}" sibTransId="{16820182-6D8C-4C62-BD0D-7BE36DADBB48}"/>
    <dgm:cxn modelId="{4169201D-4E08-44F4-B199-0244FA85DB73}" type="presOf" srcId="{B27892D9-1865-4975-8D29-26925F8C5199}" destId="{091D6ACF-683D-4F92-B4E8-DF087C4A44CC}" srcOrd="0" destOrd="0" presId="urn:microsoft.com/office/officeart/2018/2/layout/IconVerticalSolidList"/>
    <dgm:cxn modelId="{52F4B035-A8EF-4DDA-B318-485B65EDBDA5}" srcId="{CC38FCB0-C863-4C16-B28B-33B22BC894B9}" destId="{6DDD9BD6-36B7-4E1B-9077-871C93BDF7D4}" srcOrd="3" destOrd="0" parTransId="{3AE0EE82-EB2E-41DE-9A63-E4D523D4F068}" sibTransId="{CB9AC326-CB91-4EFA-8DCF-AAC5C70393F0}"/>
    <dgm:cxn modelId="{49059A38-CAEB-4A98-8BE8-8EDB543A4565}" type="presOf" srcId="{DA6EA606-C4E8-43D4-81CA-28030EEA9355}" destId="{214E586B-0311-46AA-88A0-CC39FDF2A01D}" srcOrd="0" destOrd="0" presId="urn:microsoft.com/office/officeart/2018/2/layout/IconVerticalSolidList"/>
    <dgm:cxn modelId="{33307147-228F-47F1-B2A1-3C79BE30BBF5}" type="presOf" srcId="{6DDD9BD6-36B7-4E1B-9077-871C93BDF7D4}" destId="{100BF833-8391-485F-B7BD-A94C6CCA58FE}" srcOrd="0" destOrd="0" presId="urn:microsoft.com/office/officeart/2018/2/layout/IconVerticalSolidList"/>
    <dgm:cxn modelId="{789CB051-4C7F-49F0-B2BA-E15A66BC394A}" srcId="{CC38FCB0-C863-4C16-B28B-33B22BC894B9}" destId="{B27892D9-1865-4975-8D29-26925F8C5199}" srcOrd="1" destOrd="0" parTransId="{20DE40CC-2F6F-45B4-8804-DD777DEC3741}" sibTransId="{718FF234-F8A0-48C0-A61F-F74C8A923F84}"/>
    <dgm:cxn modelId="{09F65FC7-0BB2-4940-BF4B-C94BEEA78F80}" type="presOf" srcId="{66C00809-C1E7-4C9D-AA11-A9894C4455E0}" destId="{F8486CCE-74DF-4EEA-B4C4-A4026F03A72C}" srcOrd="0" destOrd="0" presId="urn:microsoft.com/office/officeart/2018/2/layout/IconVerticalSolidList"/>
    <dgm:cxn modelId="{AC2E23E1-0B48-4DC6-BC05-90A34AA4C613}" type="presOf" srcId="{CC38FCB0-C863-4C16-B28B-33B22BC894B9}" destId="{2B958E21-3783-42B3-8358-CA03E09A356C}" srcOrd="0" destOrd="0" presId="urn:microsoft.com/office/officeart/2018/2/layout/IconVerticalSolidList"/>
    <dgm:cxn modelId="{613EFFFD-AF28-4C1E-A18E-A72F57FA29BB}" srcId="{CC38FCB0-C863-4C16-B28B-33B22BC894B9}" destId="{DA6EA606-C4E8-43D4-81CA-28030EEA9355}" srcOrd="2" destOrd="0" parTransId="{165A308F-9FDC-4ED0-966D-8838AC1FA52B}" sibTransId="{6E892EAD-BBD9-4E2A-9F83-6BA306A43AC0}"/>
    <dgm:cxn modelId="{5A4BB2E3-55EB-4E35-AE92-7880A8C48FEC}" type="presParOf" srcId="{2B958E21-3783-42B3-8358-CA03E09A356C}" destId="{9B6DDA82-0336-4245-8122-1FF88A407567}" srcOrd="0" destOrd="0" presId="urn:microsoft.com/office/officeart/2018/2/layout/IconVerticalSolidList"/>
    <dgm:cxn modelId="{BC1B35D3-EC77-4E60-8929-703282037920}" type="presParOf" srcId="{9B6DDA82-0336-4245-8122-1FF88A407567}" destId="{86D899A6-9D8C-4B57-9697-E09F5E70BC1F}" srcOrd="0" destOrd="0" presId="urn:microsoft.com/office/officeart/2018/2/layout/IconVerticalSolidList"/>
    <dgm:cxn modelId="{F9FA6DAD-F9F2-4E54-A896-4F76D7D9810D}" type="presParOf" srcId="{9B6DDA82-0336-4245-8122-1FF88A407567}" destId="{79BD67EC-AE4F-47A3-8488-1B44948689D9}" srcOrd="1" destOrd="0" presId="urn:microsoft.com/office/officeart/2018/2/layout/IconVerticalSolidList"/>
    <dgm:cxn modelId="{DDB37110-25DA-4C76-A1B5-5C2629E7D0CD}" type="presParOf" srcId="{9B6DDA82-0336-4245-8122-1FF88A407567}" destId="{773D57CF-5F00-4CE8-8D48-A7D376E38851}" srcOrd="2" destOrd="0" presId="urn:microsoft.com/office/officeart/2018/2/layout/IconVerticalSolidList"/>
    <dgm:cxn modelId="{583CED3E-10A8-4ADE-AB6C-FC0920744F43}" type="presParOf" srcId="{9B6DDA82-0336-4245-8122-1FF88A407567}" destId="{F8486CCE-74DF-4EEA-B4C4-A4026F03A72C}" srcOrd="3" destOrd="0" presId="urn:microsoft.com/office/officeart/2018/2/layout/IconVerticalSolidList"/>
    <dgm:cxn modelId="{DF4A7C3A-2A6B-42F4-8FD9-BBBB8040BB68}" type="presParOf" srcId="{2B958E21-3783-42B3-8358-CA03E09A356C}" destId="{FE15CC40-E9FC-473D-B36D-DF3CB8A7F4C3}" srcOrd="1" destOrd="0" presId="urn:microsoft.com/office/officeart/2018/2/layout/IconVerticalSolidList"/>
    <dgm:cxn modelId="{05DADD70-7F2C-4949-B99F-1ABBFCE7A30E}" type="presParOf" srcId="{2B958E21-3783-42B3-8358-CA03E09A356C}" destId="{85231DF4-B135-4718-91F5-507CC166809C}" srcOrd="2" destOrd="0" presId="urn:microsoft.com/office/officeart/2018/2/layout/IconVerticalSolidList"/>
    <dgm:cxn modelId="{063571B7-A5DB-4781-9999-45210FE869CB}" type="presParOf" srcId="{85231DF4-B135-4718-91F5-507CC166809C}" destId="{93E6C0C5-E761-4B0E-B6FF-47E16F7A930A}" srcOrd="0" destOrd="0" presId="urn:microsoft.com/office/officeart/2018/2/layout/IconVerticalSolidList"/>
    <dgm:cxn modelId="{F53A44AF-030C-41FF-A53B-3D7B969E1D7C}" type="presParOf" srcId="{85231DF4-B135-4718-91F5-507CC166809C}" destId="{92936D72-39AC-49E2-8782-788C9239323D}" srcOrd="1" destOrd="0" presId="urn:microsoft.com/office/officeart/2018/2/layout/IconVerticalSolidList"/>
    <dgm:cxn modelId="{8F3ACA49-CE0C-4D56-8759-77A67A8C3564}" type="presParOf" srcId="{85231DF4-B135-4718-91F5-507CC166809C}" destId="{5BB8ED72-6A1A-4D9B-BA8A-3DAA30FEF3E4}" srcOrd="2" destOrd="0" presId="urn:microsoft.com/office/officeart/2018/2/layout/IconVerticalSolidList"/>
    <dgm:cxn modelId="{71A6293A-F2A7-4850-8B30-A2CB3F43B58E}" type="presParOf" srcId="{85231DF4-B135-4718-91F5-507CC166809C}" destId="{091D6ACF-683D-4F92-B4E8-DF087C4A44CC}" srcOrd="3" destOrd="0" presId="urn:microsoft.com/office/officeart/2018/2/layout/IconVerticalSolidList"/>
    <dgm:cxn modelId="{44206C3C-9B84-4D11-8FFE-8FA3687D79B8}" type="presParOf" srcId="{2B958E21-3783-42B3-8358-CA03E09A356C}" destId="{D8822861-53A9-440C-A2A7-CB093CC55F8B}" srcOrd="3" destOrd="0" presId="urn:microsoft.com/office/officeart/2018/2/layout/IconVerticalSolidList"/>
    <dgm:cxn modelId="{9FA3A30E-4CE9-469D-91A4-4F3BCE1AEF1F}" type="presParOf" srcId="{2B958E21-3783-42B3-8358-CA03E09A356C}" destId="{F969C5F6-1D39-4C42-90C6-28623703A4E4}" srcOrd="4" destOrd="0" presId="urn:microsoft.com/office/officeart/2018/2/layout/IconVerticalSolidList"/>
    <dgm:cxn modelId="{6FC4C77B-7F08-4F8E-BAFD-D7629F84C06B}" type="presParOf" srcId="{F969C5F6-1D39-4C42-90C6-28623703A4E4}" destId="{E901D382-DD81-4F3A-9337-FAD73A90A6FC}" srcOrd="0" destOrd="0" presId="urn:microsoft.com/office/officeart/2018/2/layout/IconVerticalSolidList"/>
    <dgm:cxn modelId="{65BD9C9D-360A-482A-81C0-4F529E70C688}" type="presParOf" srcId="{F969C5F6-1D39-4C42-90C6-28623703A4E4}" destId="{835A0E5E-28A5-40F7-BD63-05DCE371B7FE}" srcOrd="1" destOrd="0" presId="urn:microsoft.com/office/officeart/2018/2/layout/IconVerticalSolidList"/>
    <dgm:cxn modelId="{D80A638D-FF7C-41E6-A800-30BEB571774A}" type="presParOf" srcId="{F969C5F6-1D39-4C42-90C6-28623703A4E4}" destId="{F32047C3-C4E5-45BC-8BFD-58C7A39DEB1A}" srcOrd="2" destOrd="0" presId="urn:microsoft.com/office/officeart/2018/2/layout/IconVerticalSolidList"/>
    <dgm:cxn modelId="{6F88EFB2-3EFF-496A-97C7-F42FCCDFAE44}" type="presParOf" srcId="{F969C5F6-1D39-4C42-90C6-28623703A4E4}" destId="{214E586B-0311-46AA-88A0-CC39FDF2A01D}" srcOrd="3" destOrd="0" presId="urn:microsoft.com/office/officeart/2018/2/layout/IconVerticalSolidList"/>
    <dgm:cxn modelId="{B93889AF-B89B-4399-B7BA-3A5F248F0F43}" type="presParOf" srcId="{2B958E21-3783-42B3-8358-CA03E09A356C}" destId="{1A248DA5-693A-40DC-8212-6793DFD50AAF}" srcOrd="5" destOrd="0" presId="urn:microsoft.com/office/officeart/2018/2/layout/IconVerticalSolidList"/>
    <dgm:cxn modelId="{B30B5FB1-87F2-46F2-8A9F-E889FC513124}" type="presParOf" srcId="{2B958E21-3783-42B3-8358-CA03E09A356C}" destId="{3EB50F4B-3860-492A-9C82-1EBE3E98E1BF}" srcOrd="6" destOrd="0" presId="urn:microsoft.com/office/officeart/2018/2/layout/IconVerticalSolidList"/>
    <dgm:cxn modelId="{9E7F0368-C9AD-4399-903B-44D34C2F5DB0}" type="presParOf" srcId="{3EB50F4B-3860-492A-9C82-1EBE3E98E1BF}" destId="{61B8B1F0-E16C-4062-AB24-A0076A8C73A5}" srcOrd="0" destOrd="0" presId="urn:microsoft.com/office/officeart/2018/2/layout/IconVerticalSolidList"/>
    <dgm:cxn modelId="{C662C929-E23C-40EE-B5B5-1A8C55C93F50}" type="presParOf" srcId="{3EB50F4B-3860-492A-9C82-1EBE3E98E1BF}" destId="{E16C5471-92DC-4440-87AE-E61C7187181D}" srcOrd="1" destOrd="0" presId="urn:microsoft.com/office/officeart/2018/2/layout/IconVerticalSolidList"/>
    <dgm:cxn modelId="{D9070F3A-E723-4C85-8C79-2B260AEBBD37}" type="presParOf" srcId="{3EB50F4B-3860-492A-9C82-1EBE3E98E1BF}" destId="{241CE935-D68B-4886-9779-B7F91C37FE79}" srcOrd="2" destOrd="0" presId="urn:microsoft.com/office/officeart/2018/2/layout/IconVerticalSolidList"/>
    <dgm:cxn modelId="{D8A3836A-0771-461E-B7D7-911F11145E34}" type="presParOf" srcId="{3EB50F4B-3860-492A-9C82-1EBE3E98E1BF}" destId="{100BF833-8391-485F-B7BD-A94C6CCA58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911EDC-DD35-4EDC-BC7C-4629CB0F2E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87A7E6EE-B6C1-48AD-89B4-7EA62168631F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I can explain the difference between data and information</a:t>
          </a:r>
          <a:r>
            <a:rPr lang="en-AU"/>
            <a:t>, using examples.</a:t>
          </a:r>
          <a:endParaRPr lang="en-US"/>
        </a:p>
      </dgm:t>
    </dgm:pt>
    <dgm:pt modelId="{64545061-03A7-4B42-8FFF-48C894C23AA8}" type="parTrans" cxnId="{DE2B0851-0CA4-4221-8DA3-83B3F699EECF}">
      <dgm:prSet/>
      <dgm:spPr/>
      <dgm:t>
        <a:bodyPr/>
        <a:lstStyle/>
        <a:p>
          <a:endParaRPr lang="en-US"/>
        </a:p>
      </dgm:t>
    </dgm:pt>
    <dgm:pt modelId="{762F593A-1252-4D4A-A5FE-180D10BE3025}" type="sibTrans" cxnId="{DE2B0851-0CA4-4221-8DA3-83B3F699EECF}">
      <dgm:prSet/>
      <dgm:spPr/>
      <dgm:t>
        <a:bodyPr/>
        <a:lstStyle/>
        <a:p>
          <a:endParaRPr lang="en-US"/>
        </a:p>
      </dgm:t>
    </dgm:pt>
    <dgm:pt modelId="{980CFAAA-0403-40FC-A683-C60E4BF94F0C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I can describe the purpose of analysing data.</a:t>
          </a:r>
          <a:endParaRPr lang="en-US" dirty="0"/>
        </a:p>
      </dgm:t>
    </dgm:pt>
    <dgm:pt modelId="{08F69A11-077A-4F40-961D-1F727DD6469D}" type="parTrans" cxnId="{E44E1869-F367-40F3-84CD-898D2D6394E3}">
      <dgm:prSet/>
      <dgm:spPr/>
      <dgm:t>
        <a:bodyPr/>
        <a:lstStyle/>
        <a:p>
          <a:endParaRPr lang="en-US"/>
        </a:p>
      </dgm:t>
    </dgm:pt>
    <dgm:pt modelId="{002BA866-AB0F-4787-93D6-6930C8AD8E91}" type="sibTrans" cxnId="{E44E1869-F367-40F3-84CD-898D2D6394E3}">
      <dgm:prSet/>
      <dgm:spPr/>
      <dgm:t>
        <a:bodyPr/>
        <a:lstStyle/>
        <a:p>
          <a:endParaRPr lang="en-US"/>
        </a:p>
      </dgm:t>
    </dgm:pt>
    <dgm:pt modelId="{42B27A4A-97AA-4A68-9FC2-B026F216E59F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I can memorise and </a:t>
          </a:r>
          <a:r>
            <a:rPr lang="en-GB" dirty="0"/>
            <a:t>describe inputs, storage, transmission, processes and outputs in data analysis</a:t>
          </a:r>
          <a:endParaRPr lang="en-US" dirty="0"/>
        </a:p>
      </dgm:t>
    </dgm:pt>
    <dgm:pt modelId="{99908FB6-3300-4DE5-8C05-49C01AE18D58}" type="parTrans" cxnId="{855A4743-41F6-445D-8CD2-1B2CC2AF0B16}">
      <dgm:prSet/>
      <dgm:spPr/>
      <dgm:t>
        <a:bodyPr/>
        <a:lstStyle/>
        <a:p>
          <a:endParaRPr lang="en-US"/>
        </a:p>
      </dgm:t>
    </dgm:pt>
    <dgm:pt modelId="{A6753534-AC72-4E85-9B00-9FBA0834B9C1}" type="sibTrans" cxnId="{855A4743-41F6-445D-8CD2-1B2CC2AF0B16}">
      <dgm:prSet/>
      <dgm:spPr/>
      <dgm:t>
        <a:bodyPr/>
        <a:lstStyle/>
        <a:p>
          <a:endParaRPr lang="en-US"/>
        </a:p>
      </dgm:t>
    </dgm:pt>
    <dgm:pt modelId="{DB7BBAE2-8FA0-45A9-B1B2-D3B6410F36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can describe a variety of different data types commonly used in information systems.</a:t>
          </a:r>
        </a:p>
      </dgm:t>
    </dgm:pt>
    <dgm:pt modelId="{4302D7A5-0F4A-4E2E-92F0-AD07C23F0ADB}" type="parTrans" cxnId="{72F67956-8203-4BBE-879A-903F881A00B4}">
      <dgm:prSet/>
      <dgm:spPr/>
      <dgm:t>
        <a:bodyPr/>
        <a:lstStyle/>
        <a:p>
          <a:endParaRPr lang="en-US"/>
        </a:p>
      </dgm:t>
    </dgm:pt>
    <dgm:pt modelId="{6B652808-CB5E-45FA-BE39-774B031471D6}" type="sibTrans" cxnId="{72F67956-8203-4BBE-879A-903F881A00B4}">
      <dgm:prSet/>
      <dgm:spPr/>
      <dgm:t>
        <a:bodyPr/>
        <a:lstStyle/>
        <a:p>
          <a:endParaRPr lang="en-US"/>
        </a:p>
      </dgm:t>
    </dgm:pt>
    <dgm:pt modelId="{B79E9CDF-4964-4772-9CA7-46E503467C1A}" type="pres">
      <dgm:prSet presAssocID="{B8911EDC-DD35-4EDC-BC7C-4629CB0F2E2F}" presName="root" presStyleCnt="0">
        <dgm:presLayoutVars>
          <dgm:dir/>
          <dgm:resizeHandles val="exact"/>
        </dgm:presLayoutVars>
      </dgm:prSet>
      <dgm:spPr/>
    </dgm:pt>
    <dgm:pt modelId="{E55DE19F-07D2-4FD8-A5F1-31356E1041D8}" type="pres">
      <dgm:prSet presAssocID="{87A7E6EE-B6C1-48AD-89B4-7EA62168631F}" presName="compNode" presStyleCnt="0"/>
      <dgm:spPr/>
    </dgm:pt>
    <dgm:pt modelId="{0BE5716F-093C-4128-B383-3E8F27B6DC75}" type="pres">
      <dgm:prSet presAssocID="{87A7E6EE-B6C1-48AD-89B4-7EA62168631F}" presName="bgRect" presStyleLbl="bgShp" presStyleIdx="0" presStyleCnt="4"/>
      <dgm:spPr/>
    </dgm:pt>
    <dgm:pt modelId="{801167DE-E199-4913-BA5D-97219DD148C2}" type="pres">
      <dgm:prSet presAssocID="{87A7E6EE-B6C1-48AD-89B4-7EA62168631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210472C-FE09-4F72-ACE9-D7D4FA872E47}" type="pres">
      <dgm:prSet presAssocID="{87A7E6EE-B6C1-48AD-89B4-7EA62168631F}" presName="spaceRect" presStyleCnt="0"/>
      <dgm:spPr/>
    </dgm:pt>
    <dgm:pt modelId="{683E2F51-F4F8-49FC-B2F8-5EA54E0DEB6B}" type="pres">
      <dgm:prSet presAssocID="{87A7E6EE-B6C1-48AD-89B4-7EA62168631F}" presName="parTx" presStyleLbl="revTx" presStyleIdx="0" presStyleCnt="4">
        <dgm:presLayoutVars>
          <dgm:chMax val="0"/>
          <dgm:chPref val="0"/>
        </dgm:presLayoutVars>
      </dgm:prSet>
      <dgm:spPr/>
    </dgm:pt>
    <dgm:pt modelId="{94105575-55BD-490F-AC46-0194A9AB0993}" type="pres">
      <dgm:prSet presAssocID="{762F593A-1252-4D4A-A5FE-180D10BE3025}" presName="sibTrans" presStyleCnt="0"/>
      <dgm:spPr/>
    </dgm:pt>
    <dgm:pt modelId="{D4579A4E-280F-4051-82D3-F5C8402E8BFC}" type="pres">
      <dgm:prSet presAssocID="{980CFAAA-0403-40FC-A683-C60E4BF94F0C}" presName="compNode" presStyleCnt="0"/>
      <dgm:spPr/>
    </dgm:pt>
    <dgm:pt modelId="{ECF00234-1F34-4335-A7C8-E200DE662C83}" type="pres">
      <dgm:prSet presAssocID="{980CFAAA-0403-40FC-A683-C60E4BF94F0C}" presName="bgRect" presStyleLbl="bgShp" presStyleIdx="1" presStyleCnt="4"/>
      <dgm:spPr/>
    </dgm:pt>
    <dgm:pt modelId="{E4C5C065-B137-44DC-8971-E8447A33656F}" type="pres">
      <dgm:prSet presAssocID="{980CFAAA-0403-40FC-A683-C60E4BF94F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E7934FA-77D6-4B22-A934-10DDCD432DBC}" type="pres">
      <dgm:prSet presAssocID="{980CFAAA-0403-40FC-A683-C60E4BF94F0C}" presName="spaceRect" presStyleCnt="0"/>
      <dgm:spPr/>
    </dgm:pt>
    <dgm:pt modelId="{2536AFF9-9FDD-47CC-BBE2-03B4A9AFE562}" type="pres">
      <dgm:prSet presAssocID="{980CFAAA-0403-40FC-A683-C60E4BF94F0C}" presName="parTx" presStyleLbl="revTx" presStyleIdx="1" presStyleCnt="4">
        <dgm:presLayoutVars>
          <dgm:chMax val="0"/>
          <dgm:chPref val="0"/>
        </dgm:presLayoutVars>
      </dgm:prSet>
      <dgm:spPr/>
    </dgm:pt>
    <dgm:pt modelId="{2A4F6725-B466-4490-9D1B-03EE1BF66A05}" type="pres">
      <dgm:prSet presAssocID="{002BA866-AB0F-4787-93D6-6930C8AD8E91}" presName="sibTrans" presStyleCnt="0"/>
      <dgm:spPr/>
    </dgm:pt>
    <dgm:pt modelId="{0E77A5E0-3527-4E47-9AF2-F3BE1B65A657}" type="pres">
      <dgm:prSet presAssocID="{42B27A4A-97AA-4A68-9FC2-B026F216E59F}" presName="compNode" presStyleCnt="0"/>
      <dgm:spPr/>
    </dgm:pt>
    <dgm:pt modelId="{BD440576-3A15-4D45-A5AD-BEE01A64FDA8}" type="pres">
      <dgm:prSet presAssocID="{42B27A4A-97AA-4A68-9FC2-B026F216E59F}" presName="bgRect" presStyleLbl="bgShp" presStyleIdx="2" presStyleCnt="4"/>
      <dgm:spPr/>
    </dgm:pt>
    <dgm:pt modelId="{51D03DB2-53DE-483A-99CE-C8F2A3C11B44}" type="pres">
      <dgm:prSet presAssocID="{42B27A4A-97AA-4A68-9FC2-B026F216E5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34D3665-9734-4A7F-9483-F0D4DD08EF43}" type="pres">
      <dgm:prSet presAssocID="{42B27A4A-97AA-4A68-9FC2-B026F216E59F}" presName="spaceRect" presStyleCnt="0"/>
      <dgm:spPr/>
    </dgm:pt>
    <dgm:pt modelId="{437E3184-488F-4FB1-83BF-08E33061663C}" type="pres">
      <dgm:prSet presAssocID="{42B27A4A-97AA-4A68-9FC2-B026F216E59F}" presName="parTx" presStyleLbl="revTx" presStyleIdx="2" presStyleCnt="4">
        <dgm:presLayoutVars>
          <dgm:chMax val="0"/>
          <dgm:chPref val="0"/>
        </dgm:presLayoutVars>
      </dgm:prSet>
      <dgm:spPr/>
    </dgm:pt>
    <dgm:pt modelId="{352F32F9-568C-4560-964F-EF269849BE93}" type="pres">
      <dgm:prSet presAssocID="{A6753534-AC72-4E85-9B00-9FBA0834B9C1}" presName="sibTrans" presStyleCnt="0"/>
      <dgm:spPr/>
    </dgm:pt>
    <dgm:pt modelId="{B0CDD442-27F4-4AE4-8407-B9ED57FA1B0D}" type="pres">
      <dgm:prSet presAssocID="{DB7BBAE2-8FA0-45A9-B1B2-D3B6410F36A6}" presName="compNode" presStyleCnt="0"/>
      <dgm:spPr/>
    </dgm:pt>
    <dgm:pt modelId="{187F2EA8-25F6-4B8D-BD75-2FC5256BE815}" type="pres">
      <dgm:prSet presAssocID="{DB7BBAE2-8FA0-45A9-B1B2-D3B6410F36A6}" presName="bgRect" presStyleLbl="bgShp" presStyleIdx="3" presStyleCnt="4"/>
      <dgm:spPr/>
    </dgm:pt>
    <dgm:pt modelId="{865509C7-CD71-4903-AB43-8B6D1F4649D1}" type="pres">
      <dgm:prSet presAssocID="{DB7BBAE2-8FA0-45A9-B1B2-D3B6410F36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DD173BF-3257-4871-B582-D6F027BE112C}" type="pres">
      <dgm:prSet presAssocID="{DB7BBAE2-8FA0-45A9-B1B2-D3B6410F36A6}" presName="spaceRect" presStyleCnt="0"/>
      <dgm:spPr/>
    </dgm:pt>
    <dgm:pt modelId="{C927FC0C-8A97-4A03-816F-D43F4DD591C2}" type="pres">
      <dgm:prSet presAssocID="{DB7BBAE2-8FA0-45A9-B1B2-D3B6410F36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E957613-BA08-435B-BE07-5D5F1E6985F6}" type="presOf" srcId="{DB7BBAE2-8FA0-45A9-B1B2-D3B6410F36A6}" destId="{C927FC0C-8A97-4A03-816F-D43F4DD591C2}" srcOrd="0" destOrd="0" presId="urn:microsoft.com/office/officeart/2018/2/layout/IconVerticalSolidList"/>
    <dgm:cxn modelId="{89A13B20-7FEB-4FA5-93A3-28134C2C7965}" type="presOf" srcId="{B8911EDC-DD35-4EDC-BC7C-4629CB0F2E2F}" destId="{B79E9CDF-4964-4772-9CA7-46E503467C1A}" srcOrd="0" destOrd="0" presId="urn:microsoft.com/office/officeart/2018/2/layout/IconVerticalSolidList"/>
    <dgm:cxn modelId="{20952262-1F47-42E8-A5BF-1A18CAA1F65D}" type="presOf" srcId="{980CFAAA-0403-40FC-A683-C60E4BF94F0C}" destId="{2536AFF9-9FDD-47CC-BBE2-03B4A9AFE562}" srcOrd="0" destOrd="0" presId="urn:microsoft.com/office/officeart/2018/2/layout/IconVerticalSolidList"/>
    <dgm:cxn modelId="{855A4743-41F6-445D-8CD2-1B2CC2AF0B16}" srcId="{B8911EDC-DD35-4EDC-BC7C-4629CB0F2E2F}" destId="{42B27A4A-97AA-4A68-9FC2-B026F216E59F}" srcOrd="2" destOrd="0" parTransId="{99908FB6-3300-4DE5-8C05-49C01AE18D58}" sibTransId="{A6753534-AC72-4E85-9B00-9FBA0834B9C1}"/>
    <dgm:cxn modelId="{E44E1869-F367-40F3-84CD-898D2D6394E3}" srcId="{B8911EDC-DD35-4EDC-BC7C-4629CB0F2E2F}" destId="{980CFAAA-0403-40FC-A683-C60E4BF94F0C}" srcOrd="1" destOrd="0" parTransId="{08F69A11-077A-4F40-961D-1F727DD6469D}" sibTransId="{002BA866-AB0F-4787-93D6-6930C8AD8E91}"/>
    <dgm:cxn modelId="{DE2B0851-0CA4-4221-8DA3-83B3F699EECF}" srcId="{B8911EDC-DD35-4EDC-BC7C-4629CB0F2E2F}" destId="{87A7E6EE-B6C1-48AD-89B4-7EA62168631F}" srcOrd="0" destOrd="0" parTransId="{64545061-03A7-4B42-8FFF-48C894C23AA8}" sibTransId="{762F593A-1252-4D4A-A5FE-180D10BE3025}"/>
    <dgm:cxn modelId="{72F67956-8203-4BBE-879A-903F881A00B4}" srcId="{B8911EDC-DD35-4EDC-BC7C-4629CB0F2E2F}" destId="{DB7BBAE2-8FA0-45A9-B1B2-D3B6410F36A6}" srcOrd="3" destOrd="0" parTransId="{4302D7A5-0F4A-4E2E-92F0-AD07C23F0ADB}" sibTransId="{6B652808-CB5E-45FA-BE39-774B031471D6}"/>
    <dgm:cxn modelId="{13ECA082-0379-421C-A5EC-4565B3F258C1}" type="presOf" srcId="{42B27A4A-97AA-4A68-9FC2-B026F216E59F}" destId="{437E3184-488F-4FB1-83BF-08E33061663C}" srcOrd="0" destOrd="0" presId="urn:microsoft.com/office/officeart/2018/2/layout/IconVerticalSolidList"/>
    <dgm:cxn modelId="{D95FB0BD-C3F5-42AE-B5B3-7EE3E272DA22}" type="presOf" srcId="{87A7E6EE-B6C1-48AD-89B4-7EA62168631F}" destId="{683E2F51-F4F8-49FC-B2F8-5EA54E0DEB6B}" srcOrd="0" destOrd="0" presId="urn:microsoft.com/office/officeart/2018/2/layout/IconVerticalSolidList"/>
    <dgm:cxn modelId="{AF7D033B-D1D3-40DE-AF7D-9882EDBA9F52}" type="presParOf" srcId="{B79E9CDF-4964-4772-9CA7-46E503467C1A}" destId="{E55DE19F-07D2-4FD8-A5F1-31356E1041D8}" srcOrd="0" destOrd="0" presId="urn:microsoft.com/office/officeart/2018/2/layout/IconVerticalSolidList"/>
    <dgm:cxn modelId="{410757DF-52FE-49CB-81F5-8056713CF1A4}" type="presParOf" srcId="{E55DE19F-07D2-4FD8-A5F1-31356E1041D8}" destId="{0BE5716F-093C-4128-B383-3E8F27B6DC75}" srcOrd="0" destOrd="0" presId="urn:microsoft.com/office/officeart/2018/2/layout/IconVerticalSolidList"/>
    <dgm:cxn modelId="{508E6C4D-75B6-4E25-B68E-A2FD8F96F8F5}" type="presParOf" srcId="{E55DE19F-07D2-4FD8-A5F1-31356E1041D8}" destId="{801167DE-E199-4913-BA5D-97219DD148C2}" srcOrd="1" destOrd="0" presId="urn:microsoft.com/office/officeart/2018/2/layout/IconVerticalSolidList"/>
    <dgm:cxn modelId="{3D420FFC-BBC0-4B38-801C-5FE945B181E4}" type="presParOf" srcId="{E55DE19F-07D2-4FD8-A5F1-31356E1041D8}" destId="{C210472C-FE09-4F72-ACE9-D7D4FA872E47}" srcOrd="2" destOrd="0" presId="urn:microsoft.com/office/officeart/2018/2/layout/IconVerticalSolidList"/>
    <dgm:cxn modelId="{B1110B4B-EFB6-4F82-A24D-626004B14A52}" type="presParOf" srcId="{E55DE19F-07D2-4FD8-A5F1-31356E1041D8}" destId="{683E2F51-F4F8-49FC-B2F8-5EA54E0DEB6B}" srcOrd="3" destOrd="0" presId="urn:microsoft.com/office/officeart/2018/2/layout/IconVerticalSolidList"/>
    <dgm:cxn modelId="{91CB6CE7-76E9-41E2-9C52-CFB30D4C9F5F}" type="presParOf" srcId="{B79E9CDF-4964-4772-9CA7-46E503467C1A}" destId="{94105575-55BD-490F-AC46-0194A9AB0993}" srcOrd="1" destOrd="0" presId="urn:microsoft.com/office/officeart/2018/2/layout/IconVerticalSolidList"/>
    <dgm:cxn modelId="{C0138564-5FC6-4F00-A2F4-FDD051C96C74}" type="presParOf" srcId="{B79E9CDF-4964-4772-9CA7-46E503467C1A}" destId="{D4579A4E-280F-4051-82D3-F5C8402E8BFC}" srcOrd="2" destOrd="0" presId="urn:microsoft.com/office/officeart/2018/2/layout/IconVerticalSolidList"/>
    <dgm:cxn modelId="{89FE83A3-E91D-48BE-B614-25143F9DA4A0}" type="presParOf" srcId="{D4579A4E-280F-4051-82D3-F5C8402E8BFC}" destId="{ECF00234-1F34-4335-A7C8-E200DE662C83}" srcOrd="0" destOrd="0" presId="urn:microsoft.com/office/officeart/2018/2/layout/IconVerticalSolidList"/>
    <dgm:cxn modelId="{5FB1BE87-70BF-41B1-9190-0DD2E180CD9F}" type="presParOf" srcId="{D4579A4E-280F-4051-82D3-F5C8402E8BFC}" destId="{E4C5C065-B137-44DC-8971-E8447A33656F}" srcOrd="1" destOrd="0" presId="urn:microsoft.com/office/officeart/2018/2/layout/IconVerticalSolidList"/>
    <dgm:cxn modelId="{43258EA2-08DD-4144-B551-EAEE107A1DF4}" type="presParOf" srcId="{D4579A4E-280F-4051-82D3-F5C8402E8BFC}" destId="{9E7934FA-77D6-4B22-A934-10DDCD432DBC}" srcOrd="2" destOrd="0" presId="urn:microsoft.com/office/officeart/2018/2/layout/IconVerticalSolidList"/>
    <dgm:cxn modelId="{7A472FA4-F77C-4212-8C67-0C6FBD284D7C}" type="presParOf" srcId="{D4579A4E-280F-4051-82D3-F5C8402E8BFC}" destId="{2536AFF9-9FDD-47CC-BBE2-03B4A9AFE562}" srcOrd="3" destOrd="0" presId="urn:microsoft.com/office/officeart/2018/2/layout/IconVerticalSolidList"/>
    <dgm:cxn modelId="{B822E435-A455-48DD-A5D6-6456F7BA8595}" type="presParOf" srcId="{B79E9CDF-4964-4772-9CA7-46E503467C1A}" destId="{2A4F6725-B466-4490-9D1B-03EE1BF66A05}" srcOrd="3" destOrd="0" presId="urn:microsoft.com/office/officeart/2018/2/layout/IconVerticalSolidList"/>
    <dgm:cxn modelId="{D15FC4CF-EFC2-4AB9-8048-D78097BA82BE}" type="presParOf" srcId="{B79E9CDF-4964-4772-9CA7-46E503467C1A}" destId="{0E77A5E0-3527-4E47-9AF2-F3BE1B65A657}" srcOrd="4" destOrd="0" presId="urn:microsoft.com/office/officeart/2018/2/layout/IconVerticalSolidList"/>
    <dgm:cxn modelId="{AB8005AC-1806-4D0A-A194-06908CA7723D}" type="presParOf" srcId="{0E77A5E0-3527-4E47-9AF2-F3BE1B65A657}" destId="{BD440576-3A15-4D45-A5AD-BEE01A64FDA8}" srcOrd="0" destOrd="0" presId="urn:microsoft.com/office/officeart/2018/2/layout/IconVerticalSolidList"/>
    <dgm:cxn modelId="{0AD55C04-05F7-4BE5-AF86-9B00352338FD}" type="presParOf" srcId="{0E77A5E0-3527-4E47-9AF2-F3BE1B65A657}" destId="{51D03DB2-53DE-483A-99CE-C8F2A3C11B44}" srcOrd="1" destOrd="0" presId="urn:microsoft.com/office/officeart/2018/2/layout/IconVerticalSolidList"/>
    <dgm:cxn modelId="{6ACE245C-A514-457A-80DE-5C051E151720}" type="presParOf" srcId="{0E77A5E0-3527-4E47-9AF2-F3BE1B65A657}" destId="{D34D3665-9734-4A7F-9483-F0D4DD08EF43}" srcOrd="2" destOrd="0" presId="urn:microsoft.com/office/officeart/2018/2/layout/IconVerticalSolidList"/>
    <dgm:cxn modelId="{457D5608-6397-4697-99E9-898367E58E3D}" type="presParOf" srcId="{0E77A5E0-3527-4E47-9AF2-F3BE1B65A657}" destId="{437E3184-488F-4FB1-83BF-08E33061663C}" srcOrd="3" destOrd="0" presId="urn:microsoft.com/office/officeart/2018/2/layout/IconVerticalSolidList"/>
    <dgm:cxn modelId="{D7712CC9-9A17-4C4A-9174-5AE637897687}" type="presParOf" srcId="{B79E9CDF-4964-4772-9CA7-46E503467C1A}" destId="{352F32F9-568C-4560-964F-EF269849BE93}" srcOrd="5" destOrd="0" presId="urn:microsoft.com/office/officeart/2018/2/layout/IconVerticalSolidList"/>
    <dgm:cxn modelId="{A46AC089-29F9-4D3A-ACD5-63FC4153EFA0}" type="presParOf" srcId="{B79E9CDF-4964-4772-9CA7-46E503467C1A}" destId="{B0CDD442-27F4-4AE4-8407-B9ED57FA1B0D}" srcOrd="6" destOrd="0" presId="urn:microsoft.com/office/officeart/2018/2/layout/IconVerticalSolidList"/>
    <dgm:cxn modelId="{0AF2596D-15EF-4CCF-B48E-E0FA4F85690A}" type="presParOf" srcId="{B0CDD442-27F4-4AE4-8407-B9ED57FA1B0D}" destId="{187F2EA8-25F6-4B8D-BD75-2FC5256BE815}" srcOrd="0" destOrd="0" presId="urn:microsoft.com/office/officeart/2018/2/layout/IconVerticalSolidList"/>
    <dgm:cxn modelId="{2DBA9FC5-1664-41AA-9F3B-787FA29B6021}" type="presParOf" srcId="{B0CDD442-27F4-4AE4-8407-B9ED57FA1B0D}" destId="{865509C7-CD71-4903-AB43-8B6D1F4649D1}" srcOrd="1" destOrd="0" presId="urn:microsoft.com/office/officeart/2018/2/layout/IconVerticalSolidList"/>
    <dgm:cxn modelId="{48109E43-3243-46BC-95CA-B589C0280B41}" type="presParOf" srcId="{B0CDD442-27F4-4AE4-8407-B9ED57FA1B0D}" destId="{ADD173BF-3257-4871-B582-D6F027BE112C}" srcOrd="2" destOrd="0" presId="urn:microsoft.com/office/officeart/2018/2/layout/IconVerticalSolidList"/>
    <dgm:cxn modelId="{D4767F91-6C39-4335-B92D-D6BB40B9405B}" type="presParOf" srcId="{B0CDD442-27F4-4AE4-8407-B9ED57FA1B0D}" destId="{C927FC0C-8A97-4A03-816F-D43F4DD591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6DCCFF-FC7F-4410-88F1-BDC8C65824C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4408FCE-C68B-4929-BF18-77D76A7E70AC}">
      <dgm:prSet/>
      <dgm:spPr/>
      <dgm:t>
        <a:bodyPr/>
        <a:lstStyle/>
        <a:p>
          <a:r>
            <a:rPr lang="en-US" b="0" i="0" baseline="0"/>
            <a:t>Data and information are everywhere in daily life</a:t>
          </a:r>
          <a:endParaRPr lang="en-US"/>
        </a:p>
      </dgm:t>
    </dgm:pt>
    <dgm:pt modelId="{1A1A390F-1227-44F5-ABD2-F42A361BB355}" type="parTrans" cxnId="{8F250139-26E2-4E6E-A55D-CFBCB9289794}">
      <dgm:prSet/>
      <dgm:spPr/>
      <dgm:t>
        <a:bodyPr/>
        <a:lstStyle/>
        <a:p>
          <a:endParaRPr lang="en-US"/>
        </a:p>
      </dgm:t>
    </dgm:pt>
    <dgm:pt modelId="{5E085E7A-1D97-4B09-AC48-61B822BB99AB}" type="sibTrans" cxnId="{8F250139-26E2-4E6E-A55D-CFBCB9289794}">
      <dgm:prSet/>
      <dgm:spPr/>
      <dgm:t>
        <a:bodyPr/>
        <a:lstStyle/>
        <a:p>
          <a:endParaRPr lang="en-US"/>
        </a:p>
      </dgm:t>
    </dgm:pt>
    <dgm:pt modelId="{0C3400E0-646C-4299-8788-C2C4EE78F0F4}">
      <dgm:prSet/>
      <dgm:spPr/>
      <dgm:t>
        <a:bodyPr/>
        <a:lstStyle/>
        <a:p>
          <a:r>
            <a:rPr lang="en-US" b="0" i="0" baseline="0"/>
            <a:t>Humans collect, process, store and use information constantly</a:t>
          </a:r>
          <a:endParaRPr lang="en-US"/>
        </a:p>
      </dgm:t>
    </dgm:pt>
    <dgm:pt modelId="{58F32A6E-D3E3-4AA2-A859-776D173F58E7}" type="parTrans" cxnId="{CDB503EF-9B28-448D-B6A1-4AC515186C3B}">
      <dgm:prSet/>
      <dgm:spPr/>
      <dgm:t>
        <a:bodyPr/>
        <a:lstStyle/>
        <a:p>
          <a:endParaRPr lang="en-US"/>
        </a:p>
      </dgm:t>
    </dgm:pt>
    <dgm:pt modelId="{959DEA4F-DEF6-4660-93A5-683DB9FD86FF}" type="sibTrans" cxnId="{CDB503EF-9B28-448D-B6A1-4AC515186C3B}">
      <dgm:prSet/>
      <dgm:spPr/>
      <dgm:t>
        <a:bodyPr/>
        <a:lstStyle/>
        <a:p>
          <a:endParaRPr lang="en-US"/>
        </a:p>
      </dgm:t>
    </dgm:pt>
    <dgm:pt modelId="{34A0D63E-77D9-460E-877B-B73C5B8BC6C6}">
      <dgm:prSet/>
      <dgm:spPr/>
      <dgm:t>
        <a:bodyPr/>
        <a:lstStyle/>
        <a:p>
          <a:r>
            <a:rPr lang="en-US" b="0" i="0" baseline="0"/>
            <a:t>Our brains have limits, so we rely on </a:t>
          </a:r>
          <a:r>
            <a:rPr lang="en-US" b="1" i="0" baseline="0"/>
            <a:t>digital technology</a:t>
          </a:r>
          <a:endParaRPr lang="en-US"/>
        </a:p>
      </dgm:t>
    </dgm:pt>
    <dgm:pt modelId="{2C856CA3-05FA-47AC-99C6-0F06C6027639}" type="parTrans" cxnId="{B980E55E-C83E-429F-8019-D5800589D326}">
      <dgm:prSet/>
      <dgm:spPr/>
      <dgm:t>
        <a:bodyPr/>
        <a:lstStyle/>
        <a:p>
          <a:endParaRPr lang="en-US"/>
        </a:p>
      </dgm:t>
    </dgm:pt>
    <dgm:pt modelId="{BA8D9D65-5A35-4F05-93CE-DB158F5DA2B1}" type="sibTrans" cxnId="{B980E55E-C83E-429F-8019-D5800589D326}">
      <dgm:prSet/>
      <dgm:spPr/>
      <dgm:t>
        <a:bodyPr/>
        <a:lstStyle/>
        <a:p>
          <a:endParaRPr lang="en-US"/>
        </a:p>
      </dgm:t>
    </dgm:pt>
    <dgm:pt modelId="{96231FFD-5507-4BD8-8E77-78C3F0B3C598}">
      <dgm:prSet/>
      <dgm:spPr/>
      <dgm:t>
        <a:bodyPr/>
        <a:lstStyle/>
        <a:p>
          <a:r>
            <a:rPr lang="en-US" b="0" i="0" baseline="0"/>
            <a:t>Computers help collect, process, store and transfer data quickly</a:t>
          </a:r>
          <a:endParaRPr lang="en-US"/>
        </a:p>
      </dgm:t>
    </dgm:pt>
    <dgm:pt modelId="{0621C21F-1C20-4542-A1D4-C0A3E47D453A}" type="parTrans" cxnId="{43E3B405-C79F-47FF-9395-EA216EA3B30E}">
      <dgm:prSet/>
      <dgm:spPr/>
      <dgm:t>
        <a:bodyPr/>
        <a:lstStyle/>
        <a:p>
          <a:endParaRPr lang="en-US"/>
        </a:p>
      </dgm:t>
    </dgm:pt>
    <dgm:pt modelId="{89CA877B-F5D5-46FA-BB6F-EAC4E98B51A5}" type="sibTrans" cxnId="{43E3B405-C79F-47FF-9395-EA216EA3B30E}">
      <dgm:prSet/>
      <dgm:spPr/>
      <dgm:t>
        <a:bodyPr/>
        <a:lstStyle/>
        <a:p>
          <a:endParaRPr lang="en-US"/>
        </a:p>
      </dgm:t>
    </dgm:pt>
    <dgm:pt modelId="{35E81F24-2730-4BBA-A805-2F8B767E9F50}">
      <dgm:prSet/>
      <dgm:spPr/>
      <dgm:t>
        <a:bodyPr/>
        <a:lstStyle/>
        <a:p>
          <a:r>
            <a:rPr lang="en-US" b="0" i="0" baseline="0"/>
            <a:t>Unlike humans, computers must be told </a:t>
          </a:r>
          <a:r>
            <a:rPr lang="en-US" b="1" i="0" baseline="0"/>
            <a:t>exactly what to do</a:t>
          </a:r>
          <a:endParaRPr lang="en-US"/>
        </a:p>
      </dgm:t>
    </dgm:pt>
    <dgm:pt modelId="{6420922C-6E2C-4631-967A-7BF8063AF913}" type="parTrans" cxnId="{773CDA5F-1883-4C08-BE22-791345B141F3}">
      <dgm:prSet/>
      <dgm:spPr/>
      <dgm:t>
        <a:bodyPr/>
        <a:lstStyle/>
        <a:p>
          <a:endParaRPr lang="en-US"/>
        </a:p>
      </dgm:t>
    </dgm:pt>
    <dgm:pt modelId="{08809B73-73B5-441C-A1B4-D40632138D17}" type="sibTrans" cxnId="{773CDA5F-1883-4C08-BE22-791345B141F3}">
      <dgm:prSet/>
      <dgm:spPr/>
      <dgm:t>
        <a:bodyPr/>
        <a:lstStyle/>
        <a:p>
          <a:endParaRPr lang="en-US"/>
        </a:p>
      </dgm:t>
    </dgm:pt>
    <dgm:pt modelId="{BC66392E-6F8F-4E92-9D8C-E0E9379E26D0}" type="pres">
      <dgm:prSet presAssocID="{FC6DCCFF-FC7F-4410-88F1-BDC8C65824C8}" presName="vert0" presStyleCnt="0">
        <dgm:presLayoutVars>
          <dgm:dir/>
          <dgm:animOne val="branch"/>
          <dgm:animLvl val="lvl"/>
        </dgm:presLayoutVars>
      </dgm:prSet>
      <dgm:spPr/>
    </dgm:pt>
    <dgm:pt modelId="{EF85BA69-BBB0-4B1F-B2E9-195B41E60C93}" type="pres">
      <dgm:prSet presAssocID="{F4408FCE-C68B-4929-BF18-77D76A7E70AC}" presName="thickLine" presStyleLbl="alignNode1" presStyleIdx="0" presStyleCnt="5"/>
      <dgm:spPr/>
    </dgm:pt>
    <dgm:pt modelId="{52D668FE-2369-463C-BEA9-EFAB912D059F}" type="pres">
      <dgm:prSet presAssocID="{F4408FCE-C68B-4929-BF18-77D76A7E70AC}" presName="horz1" presStyleCnt="0"/>
      <dgm:spPr/>
    </dgm:pt>
    <dgm:pt modelId="{57780BBE-2449-4380-9056-DC9259A7CA33}" type="pres">
      <dgm:prSet presAssocID="{F4408FCE-C68B-4929-BF18-77D76A7E70AC}" presName="tx1" presStyleLbl="revTx" presStyleIdx="0" presStyleCnt="5"/>
      <dgm:spPr/>
    </dgm:pt>
    <dgm:pt modelId="{074B9196-4E9A-4BB6-89B0-2A10AC241524}" type="pres">
      <dgm:prSet presAssocID="{F4408FCE-C68B-4929-BF18-77D76A7E70AC}" presName="vert1" presStyleCnt="0"/>
      <dgm:spPr/>
    </dgm:pt>
    <dgm:pt modelId="{483BE518-5E0C-4332-99BB-84CFA066C940}" type="pres">
      <dgm:prSet presAssocID="{0C3400E0-646C-4299-8788-C2C4EE78F0F4}" presName="thickLine" presStyleLbl="alignNode1" presStyleIdx="1" presStyleCnt="5"/>
      <dgm:spPr/>
    </dgm:pt>
    <dgm:pt modelId="{20F3DDF3-E3C4-4752-8318-D54E72704CD1}" type="pres">
      <dgm:prSet presAssocID="{0C3400E0-646C-4299-8788-C2C4EE78F0F4}" presName="horz1" presStyleCnt="0"/>
      <dgm:spPr/>
    </dgm:pt>
    <dgm:pt modelId="{38BD987B-8F99-427C-B93E-9378AD4E23B3}" type="pres">
      <dgm:prSet presAssocID="{0C3400E0-646C-4299-8788-C2C4EE78F0F4}" presName="tx1" presStyleLbl="revTx" presStyleIdx="1" presStyleCnt="5"/>
      <dgm:spPr/>
    </dgm:pt>
    <dgm:pt modelId="{E0D7D1D0-CFF5-47FD-B18B-83F1CBBD9991}" type="pres">
      <dgm:prSet presAssocID="{0C3400E0-646C-4299-8788-C2C4EE78F0F4}" presName="vert1" presStyleCnt="0"/>
      <dgm:spPr/>
    </dgm:pt>
    <dgm:pt modelId="{FE6BDB00-95B9-45CD-BAA0-BCE87648D9AD}" type="pres">
      <dgm:prSet presAssocID="{34A0D63E-77D9-460E-877B-B73C5B8BC6C6}" presName="thickLine" presStyleLbl="alignNode1" presStyleIdx="2" presStyleCnt="5"/>
      <dgm:spPr/>
    </dgm:pt>
    <dgm:pt modelId="{F5E89DE1-EC5F-406D-842E-DB242407966D}" type="pres">
      <dgm:prSet presAssocID="{34A0D63E-77D9-460E-877B-B73C5B8BC6C6}" presName="horz1" presStyleCnt="0"/>
      <dgm:spPr/>
    </dgm:pt>
    <dgm:pt modelId="{D4D7E2CD-DF19-43CE-A0AE-23F41C1EF017}" type="pres">
      <dgm:prSet presAssocID="{34A0D63E-77D9-460E-877B-B73C5B8BC6C6}" presName="tx1" presStyleLbl="revTx" presStyleIdx="2" presStyleCnt="5"/>
      <dgm:spPr/>
    </dgm:pt>
    <dgm:pt modelId="{31423F50-AED8-40EA-A8F7-61019A5D33D7}" type="pres">
      <dgm:prSet presAssocID="{34A0D63E-77D9-460E-877B-B73C5B8BC6C6}" presName="vert1" presStyleCnt="0"/>
      <dgm:spPr/>
    </dgm:pt>
    <dgm:pt modelId="{0DDA49A3-4F2E-445C-B483-A89850C93C54}" type="pres">
      <dgm:prSet presAssocID="{96231FFD-5507-4BD8-8E77-78C3F0B3C598}" presName="thickLine" presStyleLbl="alignNode1" presStyleIdx="3" presStyleCnt="5"/>
      <dgm:spPr/>
    </dgm:pt>
    <dgm:pt modelId="{F96526BF-40C1-4B00-B5E8-2EE6CC8BB00D}" type="pres">
      <dgm:prSet presAssocID="{96231FFD-5507-4BD8-8E77-78C3F0B3C598}" presName="horz1" presStyleCnt="0"/>
      <dgm:spPr/>
    </dgm:pt>
    <dgm:pt modelId="{E70951E8-01C2-4010-A9CF-5A9F898E8FB8}" type="pres">
      <dgm:prSet presAssocID="{96231FFD-5507-4BD8-8E77-78C3F0B3C598}" presName="tx1" presStyleLbl="revTx" presStyleIdx="3" presStyleCnt="5"/>
      <dgm:spPr/>
    </dgm:pt>
    <dgm:pt modelId="{12CAD52E-5CBB-4060-BD9D-579327EC261C}" type="pres">
      <dgm:prSet presAssocID="{96231FFD-5507-4BD8-8E77-78C3F0B3C598}" presName="vert1" presStyleCnt="0"/>
      <dgm:spPr/>
    </dgm:pt>
    <dgm:pt modelId="{D6C8CF82-5E07-4015-BD92-5491E3B8ABA8}" type="pres">
      <dgm:prSet presAssocID="{35E81F24-2730-4BBA-A805-2F8B767E9F50}" presName="thickLine" presStyleLbl="alignNode1" presStyleIdx="4" presStyleCnt="5"/>
      <dgm:spPr/>
    </dgm:pt>
    <dgm:pt modelId="{730E513A-4AC0-4918-B666-5111DC314125}" type="pres">
      <dgm:prSet presAssocID="{35E81F24-2730-4BBA-A805-2F8B767E9F50}" presName="horz1" presStyleCnt="0"/>
      <dgm:spPr/>
    </dgm:pt>
    <dgm:pt modelId="{F4F45DD8-11EC-4DA2-82E3-7DED0706A633}" type="pres">
      <dgm:prSet presAssocID="{35E81F24-2730-4BBA-A805-2F8B767E9F50}" presName="tx1" presStyleLbl="revTx" presStyleIdx="4" presStyleCnt="5"/>
      <dgm:spPr/>
    </dgm:pt>
    <dgm:pt modelId="{78B092BA-A242-4462-92ED-A6A5527848B4}" type="pres">
      <dgm:prSet presAssocID="{35E81F24-2730-4BBA-A805-2F8B767E9F50}" presName="vert1" presStyleCnt="0"/>
      <dgm:spPr/>
    </dgm:pt>
  </dgm:ptLst>
  <dgm:cxnLst>
    <dgm:cxn modelId="{34479900-D2CB-4813-B033-57CE76B31CED}" type="presOf" srcId="{96231FFD-5507-4BD8-8E77-78C3F0B3C598}" destId="{E70951E8-01C2-4010-A9CF-5A9F898E8FB8}" srcOrd="0" destOrd="0" presId="urn:microsoft.com/office/officeart/2008/layout/LinedList"/>
    <dgm:cxn modelId="{43E3B405-C79F-47FF-9395-EA216EA3B30E}" srcId="{FC6DCCFF-FC7F-4410-88F1-BDC8C65824C8}" destId="{96231FFD-5507-4BD8-8E77-78C3F0B3C598}" srcOrd="3" destOrd="0" parTransId="{0621C21F-1C20-4542-A1D4-C0A3E47D453A}" sibTransId="{89CA877B-F5D5-46FA-BB6F-EAC4E98B51A5}"/>
    <dgm:cxn modelId="{62638B0B-F49B-4537-93DA-64171180F63A}" type="presOf" srcId="{FC6DCCFF-FC7F-4410-88F1-BDC8C65824C8}" destId="{BC66392E-6F8F-4E92-9D8C-E0E9379E26D0}" srcOrd="0" destOrd="0" presId="urn:microsoft.com/office/officeart/2008/layout/LinedList"/>
    <dgm:cxn modelId="{37CC2A23-6FDA-45AB-BA6F-60C6B32CACB4}" type="presOf" srcId="{0C3400E0-646C-4299-8788-C2C4EE78F0F4}" destId="{38BD987B-8F99-427C-B93E-9378AD4E23B3}" srcOrd="0" destOrd="0" presId="urn:microsoft.com/office/officeart/2008/layout/LinedList"/>
    <dgm:cxn modelId="{D285E228-3607-4DBB-821E-010A35DB8296}" type="presOf" srcId="{F4408FCE-C68B-4929-BF18-77D76A7E70AC}" destId="{57780BBE-2449-4380-9056-DC9259A7CA33}" srcOrd="0" destOrd="0" presId="urn:microsoft.com/office/officeart/2008/layout/LinedList"/>
    <dgm:cxn modelId="{8F250139-26E2-4E6E-A55D-CFBCB9289794}" srcId="{FC6DCCFF-FC7F-4410-88F1-BDC8C65824C8}" destId="{F4408FCE-C68B-4929-BF18-77D76A7E70AC}" srcOrd="0" destOrd="0" parTransId="{1A1A390F-1227-44F5-ABD2-F42A361BB355}" sibTransId="{5E085E7A-1D97-4B09-AC48-61B822BB99AB}"/>
    <dgm:cxn modelId="{B980E55E-C83E-429F-8019-D5800589D326}" srcId="{FC6DCCFF-FC7F-4410-88F1-BDC8C65824C8}" destId="{34A0D63E-77D9-460E-877B-B73C5B8BC6C6}" srcOrd="2" destOrd="0" parTransId="{2C856CA3-05FA-47AC-99C6-0F06C6027639}" sibTransId="{BA8D9D65-5A35-4F05-93CE-DB158F5DA2B1}"/>
    <dgm:cxn modelId="{773CDA5F-1883-4C08-BE22-791345B141F3}" srcId="{FC6DCCFF-FC7F-4410-88F1-BDC8C65824C8}" destId="{35E81F24-2730-4BBA-A805-2F8B767E9F50}" srcOrd="4" destOrd="0" parTransId="{6420922C-6E2C-4631-967A-7BF8063AF913}" sibTransId="{08809B73-73B5-441C-A1B4-D40632138D17}"/>
    <dgm:cxn modelId="{E86D1795-8138-404D-899D-9AEDF69B6144}" type="presOf" srcId="{35E81F24-2730-4BBA-A805-2F8B767E9F50}" destId="{F4F45DD8-11EC-4DA2-82E3-7DED0706A633}" srcOrd="0" destOrd="0" presId="urn:microsoft.com/office/officeart/2008/layout/LinedList"/>
    <dgm:cxn modelId="{CDB503EF-9B28-448D-B6A1-4AC515186C3B}" srcId="{FC6DCCFF-FC7F-4410-88F1-BDC8C65824C8}" destId="{0C3400E0-646C-4299-8788-C2C4EE78F0F4}" srcOrd="1" destOrd="0" parTransId="{58F32A6E-D3E3-4AA2-A859-776D173F58E7}" sibTransId="{959DEA4F-DEF6-4660-93A5-683DB9FD86FF}"/>
    <dgm:cxn modelId="{3CC0F0F6-B413-4852-813A-1FFF01199245}" type="presOf" srcId="{34A0D63E-77D9-460E-877B-B73C5B8BC6C6}" destId="{D4D7E2CD-DF19-43CE-A0AE-23F41C1EF017}" srcOrd="0" destOrd="0" presId="urn:microsoft.com/office/officeart/2008/layout/LinedList"/>
    <dgm:cxn modelId="{1F87E358-9484-4BF3-951C-92CB1FCC95E8}" type="presParOf" srcId="{BC66392E-6F8F-4E92-9D8C-E0E9379E26D0}" destId="{EF85BA69-BBB0-4B1F-B2E9-195B41E60C93}" srcOrd="0" destOrd="0" presId="urn:microsoft.com/office/officeart/2008/layout/LinedList"/>
    <dgm:cxn modelId="{7CA84CD3-F17A-49E0-A00A-0073502DEE19}" type="presParOf" srcId="{BC66392E-6F8F-4E92-9D8C-E0E9379E26D0}" destId="{52D668FE-2369-463C-BEA9-EFAB912D059F}" srcOrd="1" destOrd="0" presId="urn:microsoft.com/office/officeart/2008/layout/LinedList"/>
    <dgm:cxn modelId="{14250FD1-F63E-4AEE-A072-B579376CE0B1}" type="presParOf" srcId="{52D668FE-2369-463C-BEA9-EFAB912D059F}" destId="{57780BBE-2449-4380-9056-DC9259A7CA33}" srcOrd="0" destOrd="0" presId="urn:microsoft.com/office/officeart/2008/layout/LinedList"/>
    <dgm:cxn modelId="{E79E81C9-EA3A-488B-9422-ED17B8F97664}" type="presParOf" srcId="{52D668FE-2369-463C-BEA9-EFAB912D059F}" destId="{074B9196-4E9A-4BB6-89B0-2A10AC241524}" srcOrd="1" destOrd="0" presId="urn:microsoft.com/office/officeart/2008/layout/LinedList"/>
    <dgm:cxn modelId="{17CE9B8C-A488-4C3D-9F94-1834C2A4BF8E}" type="presParOf" srcId="{BC66392E-6F8F-4E92-9D8C-E0E9379E26D0}" destId="{483BE518-5E0C-4332-99BB-84CFA066C940}" srcOrd="2" destOrd="0" presId="urn:microsoft.com/office/officeart/2008/layout/LinedList"/>
    <dgm:cxn modelId="{1EA355E0-6061-4009-8EBA-D7873CF7D32A}" type="presParOf" srcId="{BC66392E-6F8F-4E92-9D8C-E0E9379E26D0}" destId="{20F3DDF3-E3C4-4752-8318-D54E72704CD1}" srcOrd="3" destOrd="0" presId="urn:microsoft.com/office/officeart/2008/layout/LinedList"/>
    <dgm:cxn modelId="{F48DD077-DEE8-4E2E-8F1D-99B913E48CDA}" type="presParOf" srcId="{20F3DDF3-E3C4-4752-8318-D54E72704CD1}" destId="{38BD987B-8F99-427C-B93E-9378AD4E23B3}" srcOrd="0" destOrd="0" presId="urn:microsoft.com/office/officeart/2008/layout/LinedList"/>
    <dgm:cxn modelId="{A976DC6E-8138-4D4E-B5E8-8D9F970C1D94}" type="presParOf" srcId="{20F3DDF3-E3C4-4752-8318-D54E72704CD1}" destId="{E0D7D1D0-CFF5-47FD-B18B-83F1CBBD9991}" srcOrd="1" destOrd="0" presId="urn:microsoft.com/office/officeart/2008/layout/LinedList"/>
    <dgm:cxn modelId="{C8DCD5F1-74B7-49D7-A1F6-69D3E7466CD2}" type="presParOf" srcId="{BC66392E-6F8F-4E92-9D8C-E0E9379E26D0}" destId="{FE6BDB00-95B9-45CD-BAA0-BCE87648D9AD}" srcOrd="4" destOrd="0" presId="urn:microsoft.com/office/officeart/2008/layout/LinedList"/>
    <dgm:cxn modelId="{76785B35-58CC-4371-958F-903DB2670301}" type="presParOf" srcId="{BC66392E-6F8F-4E92-9D8C-E0E9379E26D0}" destId="{F5E89DE1-EC5F-406D-842E-DB242407966D}" srcOrd="5" destOrd="0" presId="urn:microsoft.com/office/officeart/2008/layout/LinedList"/>
    <dgm:cxn modelId="{C3239081-CDA8-451D-A26D-435D3736F847}" type="presParOf" srcId="{F5E89DE1-EC5F-406D-842E-DB242407966D}" destId="{D4D7E2CD-DF19-43CE-A0AE-23F41C1EF017}" srcOrd="0" destOrd="0" presId="urn:microsoft.com/office/officeart/2008/layout/LinedList"/>
    <dgm:cxn modelId="{78A76BCF-9FE5-4011-8EA4-84E6217918E3}" type="presParOf" srcId="{F5E89DE1-EC5F-406D-842E-DB242407966D}" destId="{31423F50-AED8-40EA-A8F7-61019A5D33D7}" srcOrd="1" destOrd="0" presId="urn:microsoft.com/office/officeart/2008/layout/LinedList"/>
    <dgm:cxn modelId="{790A0CAC-7725-4ECA-BAD5-8F33F257DB8C}" type="presParOf" srcId="{BC66392E-6F8F-4E92-9D8C-E0E9379E26D0}" destId="{0DDA49A3-4F2E-445C-B483-A89850C93C54}" srcOrd="6" destOrd="0" presId="urn:microsoft.com/office/officeart/2008/layout/LinedList"/>
    <dgm:cxn modelId="{6D9C0F85-62DB-43BE-AA94-41D3F7203821}" type="presParOf" srcId="{BC66392E-6F8F-4E92-9D8C-E0E9379E26D0}" destId="{F96526BF-40C1-4B00-B5E8-2EE6CC8BB00D}" srcOrd="7" destOrd="0" presId="urn:microsoft.com/office/officeart/2008/layout/LinedList"/>
    <dgm:cxn modelId="{75B3CF19-15D7-43E1-B730-62DCC5A75E85}" type="presParOf" srcId="{F96526BF-40C1-4B00-B5E8-2EE6CC8BB00D}" destId="{E70951E8-01C2-4010-A9CF-5A9F898E8FB8}" srcOrd="0" destOrd="0" presId="urn:microsoft.com/office/officeart/2008/layout/LinedList"/>
    <dgm:cxn modelId="{ADC50E41-FAC6-40CB-9A46-936C0E4DE583}" type="presParOf" srcId="{F96526BF-40C1-4B00-B5E8-2EE6CC8BB00D}" destId="{12CAD52E-5CBB-4060-BD9D-579327EC261C}" srcOrd="1" destOrd="0" presId="urn:microsoft.com/office/officeart/2008/layout/LinedList"/>
    <dgm:cxn modelId="{469C2B2B-443D-45BD-993D-303D9A563BC3}" type="presParOf" srcId="{BC66392E-6F8F-4E92-9D8C-E0E9379E26D0}" destId="{D6C8CF82-5E07-4015-BD92-5491E3B8ABA8}" srcOrd="8" destOrd="0" presId="urn:microsoft.com/office/officeart/2008/layout/LinedList"/>
    <dgm:cxn modelId="{2C4DF185-E153-408E-B47A-A50D71E58CFF}" type="presParOf" srcId="{BC66392E-6F8F-4E92-9D8C-E0E9379E26D0}" destId="{730E513A-4AC0-4918-B666-5111DC314125}" srcOrd="9" destOrd="0" presId="urn:microsoft.com/office/officeart/2008/layout/LinedList"/>
    <dgm:cxn modelId="{2F23B309-9965-443A-993D-2C53BE3F1CFC}" type="presParOf" srcId="{730E513A-4AC0-4918-B666-5111DC314125}" destId="{F4F45DD8-11EC-4DA2-82E3-7DED0706A633}" srcOrd="0" destOrd="0" presId="urn:microsoft.com/office/officeart/2008/layout/LinedList"/>
    <dgm:cxn modelId="{F1D4C84F-C2D3-4B83-B6A3-077626562C5F}" type="presParOf" srcId="{730E513A-4AC0-4918-B666-5111DC314125}" destId="{78B092BA-A242-4462-92ED-A6A5527848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83B98F-0D15-4182-8C03-1B87C5CE23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6F6C1C82-D4A5-4C1D-8D52-AD66DEF9DC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Data</a:t>
          </a:r>
          <a:r>
            <a:rPr lang="en-US" b="0" i="0" baseline="0" dirty="0"/>
            <a:t>: </a:t>
          </a:r>
          <a:r>
            <a:rPr lang="en-GB" b="0" i="0" dirty="0"/>
            <a:t>Data is raw, unorganized, and meaningless facts, symbols, or figures</a:t>
          </a:r>
          <a:endParaRPr lang="en-US" dirty="0"/>
        </a:p>
      </dgm:t>
    </dgm:pt>
    <dgm:pt modelId="{6339C52D-2206-42B9-8818-AD6B40EEB958}" type="parTrans" cxnId="{C000B69B-EC66-4995-AB6A-489736B63195}">
      <dgm:prSet/>
      <dgm:spPr/>
      <dgm:t>
        <a:bodyPr/>
        <a:lstStyle/>
        <a:p>
          <a:endParaRPr lang="en-US"/>
        </a:p>
      </dgm:t>
    </dgm:pt>
    <dgm:pt modelId="{9F39DEE5-B107-45BC-AD3A-13839E74F9E2}" type="sibTrans" cxnId="{C000B69B-EC66-4995-AB6A-489736B63195}">
      <dgm:prSet/>
      <dgm:spPr/>
      <dgm:t>
        <a:bodyPr/>
        <a:lstStyle/>
        <a:p>
          <a:endParaRPr lang="en-US"/>
        </a:p>
      </dgm:t>
    </dgm:pt>
    <dgm:pt modelId="{BE313320-D3E6-429A-B5F5-CBE12740BD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Information</a:t>
          </a:r>
          <a:r>
            <a:rPr lang="en-US" b="0" i="0" baseline="0" dirty="0"/>
            <a:t>: </a:t>
          </a:r>
          <a:r>
            <a:rPr lang="en-GB" b="0" i="0" dirty="0"/>
            <a:t>Information is processed, structured, and contextualized data that has meaning and is useful for decision-making</a:t>
          </a:r>
          <a:endParaRPr lang="en-US" dirty="0"/>
        </a:p>
      </dgm:t>
    </dgm:pt>
    <dgm:pt modelId="{031D8A85-B54F-4FAC-BDF7-C095AD11DF01}" type="parTrans" cxnId="{A6785500-48B1-4808-B503-D915B2168774}">
      <dgm:prSet/>
      <dgm:spPr/>
      <dgm:t>
        <a:bodyPr/>
        <a:lstStyle/>
        <a:p>
          <a:endParaRPr lang="en-US"/>
        </a:p>
      </dgm:t>
    </dgm:pt>
    <dgm:pt modelId="{2FF897F4-FB4F-41BC-8CE5-889D95471DD2}" type="sibTrans" cxnId="{A6785500-48B1-4808-B503-D915B2168774}">
      <dgm:prSet/>
      <dgm:spPr/>
      <dgm:t>
        <a:bodyPr/>
        <a:lstStyle/>
        <a:p>
          <a:endParaRPr lang="en-US"/>
        </a:p>
      </dgm:t>
    </dgm:pt>
    <dgm:pt modelId="{353F2E9F-DBB3-4D3E-B02C-1FE9AA64D3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Examples:</a:t>
          </a:r>
          <a:endParaRPr lang="en-US"/>
        </a:p>
      </dgm:t>
    </dgm:pt>
    <dgm:pt modelId="{F7DF7F74-947D-4DF0-AFC2-9CA4440F9D51}" type="parTrans" cxnId="{4FE60B76-D7B9-4031-8376-7C7F699FB79D}">
      <dgm:prSet/>
      <dgm:spPr/>
      <dgm:t>
        <a:bodyPr/>
        <a:lstStyle/>
        <a:p>
          <a:endParaRPr lang="en-US"/>
        </a:p>
      </dgm:t>
    </dgm:pt>
    <dgm:pt modelId="{B5AD977C-4DA9-4806-8A0D-99109079620A}" type="sibTrans" cxnId="{4FE60B76-D7B9-4031-8376-7C7F699FB79D}">
      <dgm:prSet/>
      <dgm:spPr/>
      <dgm:t>
        <a:bodyPr/>
        <a:lstStyle/>
        <a:p>
          <a:endParaRPr lang="en-US"/>
        </a:p>
      </dgm:t>
    </dgm:pt>
    <dgm:pt modelId="{F9A9B1E8-EE5A-457C-8543-97C5706D32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list of numbers = data</a:t>
          </a:r>
          <a:endParaRPr lang="en-US"/>
        </a:p>
      </dgm:t>
    </dgm:pt>
    <dgm:pt modelId="{FBB46081-1D43-4CE0-9538-86CDEE06B8B9}" type="parTrans" cxnId="{4AE6DE20-4511-4883-8C93-6880F979C3E6}">
      <dgm:prSet/>
      <dgm:spPr/>
      <dgm:t>
        <a:bodyPr/>
        <a:lstStyle/>
        <a:p>
          <a:endParaRPr lang="en-US"/>
        </a:p>
      </dgm:t>
    </dgm:pt>
    <dgm:pt modelId="{CDB8D021-5059-4A26-9503-C6B3B7812004}" type="sibTrans" cxnId="{4AE6DE20-4511-4883-8C93-6880F979C3E6}">
      <dgm:prSet/>
      <dgm:spPr/>
      <dgm:t>
        <a:bodyPr/>
        <a:lstStyle/>
        <a:p>
          <a:endParaRPr lang="en-US"/>
        </a:p>
      </dgm:t>
    </dgm:pt>
    <dgm:pt modelId="{D84820B8-A462-4B48-A8C1-59E86E6DCE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Being told they are phone numbers = information</a:t>
          </a:r>
          <a:endParaRPr lang="en-US"/>
        </a:p>
      </dgm:t>
    </dgm:pt>
    <dgm:pt modelId="{1A6B46BF-0208-4CB8-89E5-594759709E41}" type="parTrans" cxnId="{5139A978-883D-4079-B016-E61175FBF257}">
      <dgm:prSet/>
      <dgm:spPr/>
      <dgm:t>
        <a:bodyPr/>
        <a:lstStyle/>
        <a:p>
          <a:endParaRPr lang="en-US"/>
        </a:p>
      </dgm:t>
    </dgm:pt>
    <dgm:pt modelId="{CD0F3C77-EA17-46D1-8BD6-A265847AF28E}" type="sibTrans" cxnId="{5139A978-883D-4079-B016-E61175FBF257}">
      <dgm:prSet/>
      <dgm:spPr/>
      <dgm:t>
        <a:bodyPr/>
        <a:lstStyle/>
        <a:p>
          <a:endParaRPr lang="en-US"/>
        </a:p>
      </dgm:t>
    </dgm:pt>
    <dgm:pt modelId="{736981F8-B774-4B8C-8911-2755CF7DCD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Data becomes information when </a:t>
          </a:r>
          <a:r>
            <a:rPr lang="en-US" b="1" i="0" baseline="0"/>
            <a:t>people interpret it</a:t>
          </a:r>
          <a:endParaRPr lang="en-US"/>
        </a:p>
      </dgm:t>
    </dgm:pt>
    <dgm:pt modelId="{48ECD00B-7E5B-4EE6-9166-D092A3185D15}" type="parTrans" cxnId="{DADA06BC-D868-4095-B754-052072366142}">
      <dgm:prSet/>
      <dgm:spPr/>
      <dgm:t>
        <a:bodyPr/>
        <a:lstStyle/>
        <a:p>
          <a:endParaRPr lang="en-US"/>
        </a:p>
      </dgm:t>
    </dgm:pt>
    <dgm:pt modelId="{5A0D2335-5158-4858-B778-48E82823FC5C}" type="sibTrans" cxnId="{DADA06BC-D868-4095-B754-052072366142}">
      <dgm:prSet/>
      <dgm:spPr/>
      <dgm:t>
        <a:bodyPr/>
        <a:lstStyle/>
        <a:p>
          <a:endParaRPr lang="en-US"/>
        </a:p>
      </dgm:t>
    </dgm:pt>
    <dgm:pt modelId="{8D9E3FD7-A4E5-423D-9475-CFD4B7830B15}" type="pres">
      <dgm:prSet presAssocID="{2B83B98F-0D15-4182-8C03-1B87C5CE23AD}" presName="root" presStyleCnt="0">
        <dgm:presLayoutVars>
          <dgm:dir/>
          <dgm:resizeHandles val="exact"/>
        </dgm:presLayoutVars>
      </dgm:prSet>
      <dgm:spPr/>
    </dgm:pt>
    <dgm:pt modelId="{7E0F8747-7D40-4155-B12B-770390FB216D}" type="pres">
      <dgm:prSet presAssocID="{6F6C1C82-D4A5-4C1D-8D52-AD66DEF9DC0B}" presName="compNode" presStyleCnt="0"/>
      <dgm:spPr/>
    </dgm:pt>
    <dgm:pt modelId="{6DE4F522-165C-45C7-93D6-17C51CAF9F75}" type="pres">
      <dgm:prSet presAssocID="{6F6C1C82-D4A5-4C1D-8D52-AD66DEF9DC0B}" presName="bgRect" presStyleLbl="bgShp" presStyleIdx="0" presStyleCnt="4"/>
      <dgm:spPr>
        <a:ln w="28575">
          <a:solidFill>
            <a:srgbClr val="FF0000"/>
          </a:solidFill>
        </a:ln>
      </dgm:spPr>
    </dgm:pt>
    <dgm:pt modelId="{4B9993F4-1BFB-4833-90E8-236EDBA7C46A}" type="pres">
      <dgm:prSet presAssocID="{6F6C1C82-D4A5-4C1D-8D52-AD66DEF9DC0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4CCB967-2BB4-4AE5-995A-11DE7E9FF9D3}" type="pres">
      <dgm:prSet presAssocID="{6F6C1C82-D4A5-4C1D-8D52-AD66DEF9DC0B}" presName="spaceRect" presStyleCnt="0"/>
      <dgm:spPr/>
    </dgm:pt>
    <dgm:pt modelId="{C4666AAA-26EA-40FF-ADA1-931249EC297D}" type="pres">
      <dgm:prSet presAssocID="{6F6C1C82-D4A5-4C1D-8D52-AD66DEF9DC0B}" presName="parTx" presStyleLbl="revTx" presStyleIdx="0" presStyleCnt="5">
        <dgm:presLayoutVars>
          <dgm:chMax val="0"/>
          <dgm:chPref val="0"/>
        </dgm:presLayoutVars>
      </dgm:prSet>
      <dgm:spPr/>
    </dgm:pt>
    <dgm:pt modelId="{45DBB93A-CCB8-4C50-AE49-803CE1B34B23}" type="pres">
      <dgm:prSet presAssocID="{9F39DEE5-B107-45BC-AD3A-13839E74F9E2}" presName="sibTrans" presStyleCnt="0"/>
      <dgm:spPr/>
    </dgm:pt>
    <dgm:pt modelId="{990E1DAC-354A-4977-B312-750BC10C23BD}" type="pres">
      <dgm:prSet presAssocID="{BE313320-D3E6-429A-B5F5-CBE12740BDC9}" presName="compNode" presStyleCnt="0"/>
      <dgm:spPr/>
    </dgm:pt>
    <dgm:pt modelId="{FABF686D-9C1F-48D9-81C1-1CE88F82EDD6}" type="pres">
      <dgm:prSet presAssocID="{BE313320-D3E6-429A-B5F5-CBE12740BDC9}" presName="bgRect" presStyleLbl="bgShp" presStyleIdx="1" presStyleCnt="4"/>
      <dgm:spPr>
        <a:ln w="28575">
          <a:solidFill>
            <a:srgbClr val="FF0000"/>
          </a:solidFill>
        </a:ln>
      </dgm:spPr>
    </dgm:pt>
    <dgm:pt modelId="{49B18A10-9284-48CB-9EED-919407A00AC6}" type="pres">
      <dgm:prSet presAssocID="{BE313320-D3E6-429A-B5F5-CBE12740BDC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48DCFF5-EEA8-450F-A83B-7A8C1452B7E1}" type="pres">
      <dgm:prSet presAssocID="{BE313320-D3E6-429A-B5F5-CBE12740BDC9}" presName="spaceRect" presStyleCnt="0"/>
      <dgm:spPr/>
    </dgm:pt>
    <dgm:pt modelId="{38E467D8-400D-4602-9D3E-8345E62ED584}" type="pres">
      <dgm:prSet presAssocID="{BE313320-D3E6-429A-B5F5-CBE12740BDC9}" presName="parTx" presStyleLbl="revTx" presStyleIdx="1" presStyleCnt="5">
        <dgm:presLayoutVars>
          <dgm:chMax val="0"/>
          <dgm:chPref val="0"/>
        </dgm:presLayoutVars>
      </dgm:prSet>
      <dgm:spPr/>
    </dgm:pt>
    <dgm:pt modelId="{6E456950-663B-4172-BB2A-4238602BA464}" type="pres">
      <dgm:prSet presAssocID="{2FF897F4-FB4F-41BC-8CE5-889D95471DD2}" presName="sibTrans" presStyleCnt="0"/>
      <dgm:spPr/>
    </dgm:pt>
    <dgm:pt modelId="{72ED88B4-80CE-47D0-9D83-EBECAD31E287}" type="pres">
      <dgm:prSet presAssocID="{353F2E9F-DBB3-4D3E-B02C-1FE9AA64D361}" presName="compNode" presStyleCnt="0"/>
      <dgm:spPr/>
    </dgm:pt>
    <dgm:pt modelId="{65B9642E-20D0-4885-ADA6-C251BE3461DC}" type="pres">
      <dgm:prSet presAssocID="{353F2E9F-DBB3-4D3E-B02C-1FE9AA64D361}" presName="bgRect" presStyleLbl="bgShp" presStyleIdx="2" presStyleCnt="4"/>
      <dgm:spPr/>
    </dgm:pt>
    <dgm:pt modelId="{724859D8-EED8-4CC5-BB00-8F0C0B0947BA}" type="pres">
      <dgm:prSet presAssocID="{353F2E9F-DBB3-4D3E-B02C-1FE9AA64D36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5B8418DE-513B-45B3-8C80-DF886D0DB5CC}" type="pres">
      <dgm:prSet presAssocID="{353F2E9F-DBB3-4D3E-B02C-1FE9AA64D361}" presName="spaceRect" presStyleCnt="0"/>
      <dgm:spPr/>
    </dgm:pt>
    <dgm:pt modelId="{D7365F21-4913-44E3-80D6-CB306628D628}" type="pres">
      <dgm:prSet presAssocID="{353F2E9F-DBB3-4D3E-B02C-1FE9AA64D361}" presName="parTx" presStyleLbl="revTx" presStyleIdx="2" presStyleCnt="5">
        <dgm:presLayoutVars>
          <dgm:chMax val="0"/>
          <dgm:chPref val="0"/>
        </dgm:presLayoutVars>
      </dgm:prSet>
      <dgm:spPr/>
    </dgm:pt>
    <dgm:pt modelId="{D781510D-EAC6-4EE4-90D0-819E3354D1B4}" type="pres">
      <dgm:prSet presAssocID="{353F2E9F-DBB3-4D3E-B02C-1FE9AA64D361}" presName="desTx" presStyleLbl="revTx" presStyleIdx="3" presStyleCnt="5">
        <dgm:presLayoutVars/>
      </dgm:prSet>
      <dgm:spPr/>
    </dgm:pt>
    <dgm:pt modelId="{C96B13C4-7DFD-440D-964B-A2E41CE52322}" type="pres">
      <dgm:prSet presAssocID="{B5AD977C-4DA9-4806-8A0D-99109079620A}" presName="sibTrans" presStyleCnt="0"/>
      <dgm:spPr/>
    </dgm:pt>
    <dgm:pt modelId="{8B6E2F89-8552-4A6C-B9CD-2FC8AA25C8F5}" type="pres">
      <dgm:prSet presAssocID="{736981F8-B774-4B8C-8911-2755CF7DCDDC}" presName="compNode" presStyleCnt="0"/>
      <dgm:spPr/>
    </dgm:pt>
    <dgm:pt modelId="{E07453F6-2676-4205-A32E-230B874E214F}" type="pres">
      <dgm:prSet presAssocID="{736981F8-B774-4B8C-8911-2755CF7DCDDC}" presName="bgRect" presStyleLbl="bgShp" presStyleIdx="3" presStyleCnt="4"/>
      <dgm:spPr/>
    </dgm:pt>
    <dgm:pt modelId="{F115A960-56F1-4195-90F4-CB7BD5B81096}" type="pres">
      <dgm:prSet presAssocID="{736981F8-B774-4B8C-8911-2755CF7DCDD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6ECDC44-52AA-40A0-A198-811C13FAA767}" type="pres">
      <dgm:prSet presAssocID="{736981F8-B774-4B8C-8911-2755CF7DCDDC}" presName="spaceRect" presStyleCnt="0"/>
      <dgm:spPr/>
    </dgm:pt>
    <dgm:pt modelId="{C26D4E66-435F-4515-AA72-92A92BB0A7CC}" type="pres">
      <dgm:prSet presAssocID="{736981F8-B774-4B8C-8911-2755CF7DCDD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6785500-48B1-4808-B503-D915B2168774}" srcId="{2B83B98F-0D15-4182-8C03-1B87C5CE23AD}" destId="{BE313320-D3E6-429A-B5F5-CBE12740BDC9}" srcOrd="1" destOrd="0" parTransId="{031D8A85-B54F-4FAC-BDF7-C095AD11DF01}" sibTransId="{2FF897F4-FB4F-41BC-8CE5-889D95471DD2}"/>
    <dgm:cxn modelId="{F7D68412-FCDD-40EE-BC2C-47018A94FFCC}" type="presOf" srcId="{6F6C1C82-D4A5-4C1D-8D52-AD66DEF9DC0B}" destId="{C4666AAA-26EA-40FF-ADA1-931249EC297D}" srcOrd="0" destOrd="0" presId="urn:microsoft.com/office/officeart/2018/2/layout/IconVerticalSolidList"/>
    <dgm:cxn modelId="{54926C13-8036-424D-914C-064B2A94EF0E}" type="presOf" srcId="{D84820B8-A462-4B48-A8C1-59E86E6DCEA6}" destId="{D781510D-EAC6-4EE4-90D0-819E3354D1B4}" srcOrd="0" destOrd="1" presId="urn:microsoft.com/office/officeart/2018/2/layout/IconVerticalSolidList"/>
    <dgm:cxn modelId="{4AE6DE20-4511-4883-8C93-6880F979C3E6}" srcId="{353F2E9F-DBB3-4D3E-B02C-1FE9AA64D361}" destId="{F9A9B1E8-EE5A-457C-8543-97C5706D3258}" srcOrd="0" destOrd="0" parTransId="{FBB46081-1D43-4CE0-9538-86CDEE06B8B9}" sibTransId="{CDB8D021-5059-4A26-9503-C6B3B7812004}"/>
    <dgm:cxn modelId="{4FE60B76-D7B9-4031-8376-7C7F699FB79D}" srcId="{2B83B98F-0D15-4182-8C03-1B87C5CE23AD}" destId="{353F2E9F-DBB3-4D3E-B02C-1FE9AA64D361}" srcOrd="2" destOrd="0" parTransId="{F7DF7F74-947D-4DF0-AFC2-9CA4440F9D51}" sibTransId="{B5AD977C-4DA9-4806-8A0D-99109079620A}"/>
    <dgm:cxn modelId="{5139A978-883D-4079-B016-E61175FBF257}" srcId="{353F2E9F-DBB3-4D3E-B02C-1FE9AA64D361}" destId="{D84820B8-A462-4B48-A8C1-59E86E6DCEA6}" srcOrd="1" destOrd="0" parTransId="{1A6B46BF-0208-4CB8-89E5-594759709E41}" sibTransId="{CD0F3C77-EA17-46D1-8BD6-A265847AF28E}"/>
    <dgm:cxn modelId="{69A85F84-E591-41F8-B4CC-C56D50CC1275}" type="presOf" srcId="{736981F8-B774-4B8C-8911-2755CF7DCDDC}" destId="{C26D4E66-435F-4515-AA72-92A92BB0A7CC}" srcOrd="0" destOrd="0" presId="urn:microsoft.com/office/officeart/2018/2/layout/IconVerticalSolidList"/>
    <dgm:cxn modelId="{26DCDA99-A24E-40D4-BBA7-F8B355C248DA}" type="presOf" srcId="{BE313320-D3E6-429A-B5F5-CBE12740BDC9}" destId="{38E467D8-400D-4602-9D3E-8345E62ED584}" srcOrd="0" destOrd="0" presId="urn:microsoft.com/office/officeart/2018/2/layout/IconVerticalSolidList"/>
    <dgm:cxn modelId="{C000B69B-EC66-4995-AB6A-489736B63195}" srcId="{2B83B98F-0D15-4182-8C03-1B87C5CE23AD}" destId="{6F6C1C82-D4A5-4C1D-8D52-AD66DEF9DC0B}" srcOrd="0" destOrd="0" parTransId="{6339C52D-2206-42B9-8818-AD6B40EEB958}" sibTransId="{9F39DEE5-B107-45BC-AD3A-13839E74F9E2}"/>
    <dgm:cxn modelId="{5D2BD39C-82DD-4C9C-B31B-601D30CB1DB5}" type="presOf" srcId="{2B83B98F-0D15-4182-8C03-1B87C5CE23AD}" destId="{8D9E3FD7-A4E5-423D-9475-CFD4B7830B15}" srcOrd="0" destOrd="0" presId="urn:microsoft.com/office/officeart/2018/2/layout/IconVerticalSolidList"/>
    <dgm:cxn modelId="{DDACAAA7-B35F-423A-9A36-13EF10F95489}" type="presOf" srcId="{F9A9B1E8-EE5A-457C-8543-97C5706D3258}" destId="{D781510D-EAC6-4EE4-90D0-819E3354D1B4}" srcOrd="0" destOrd="0" presId="urn:microsoft.com/office/officeart/2018/2/layout/IconVerticalSolidList"/>
    <dgm:cxn modelId="{413A34B5-954A-4B4A-9BF5-D1657BCE04A7}" type="presOf" srcId="{353F2E9F-DBB3-4D3E-B02C-1FE9AA64D361}" destId="{D7365F21-4913-44E3-80D6-CB306628D628}" srcOrd="0" destOrd="0" presId="urn:microsoft.com/office/officeart/2018/2/layout/IconVerticalSolidList"/>
    <dgm:cxn modelId="{DADA06BC-D868-4095-B754-052072366142}" srcId="{2B83B98F-0D15-4182-8C03-1B87C5CE23AD}" destId="{736981F8-B774-4B8C-8911-2755CF7DCDDC}" srcOrd="3" destOrd="0" parTransId="{48ECD00B-7E5B-4EE6-9166-D092A3185D15}" sibTransId="{5A0D2335-5158-4858-B778-48E82823FC5C}"/>
    <dgm:cxn modelId="{F69556A3-9113-427D-9640-E1B21EDEAAEC}" type="presParOf" srcId="{8D9E3FD7-A4E5-423D-9475-CFD4B7830B15}" destId="{7E0F8747-7D40-4155-B12B-770390FB216D}" srcOrd="0" destOrd="0" presId="urn:microsoft.com/office/officeart/2018/2/layout/IconVerticalSolidList"/>
    <dgm:cxn modelId="{D0048FFC-920D-4845-8A6C-D9AA129A9D68}" type="presParOf" srcId="{7E0F8747-7D40-4155-B12B-770390FB216D}" destId="{6DE4F522-165C-45C7-93D6-17C51CAF9F75}" srcOrd="0" destOrd="0" presId="urn:microsoft.com/office/officeart/2018/2/layout/IconVerticalSolidList"/>
    <dgm:cxn modelId="{FC16F204-D4AB-48B3-8B24-F7ADA6FFA41A}" type="presParOf" srcId="{7E0F8747-7D40-4155-B12B-770390FB216D}" destId="{4B9993F4-1BFB-4833-90E8-236EDBA7C46A}" srcOrd="1" destOrd="0" presId="urn:microsoft.com/office/officeart/2018/2/layout/IconVerticalSolidList"/>
    <dgm:cxn modelId="{B92AE2FA-0C57-4C61-BD1B-45B356B4DB87}" type="presParOf" srcId="{7E0F8747-7D40-4155-B12B-770390FB216D}" destId="{D4CCB967-2BB4-4AE5-995A-11DE7E9FF9D3}" srcOrd="2" destOrd="0" presId="urn:microsoft.com/office/officeart/2018/2/layout/IconVerticalSolidList"/>
    <dgm:cxn modelId="{D47310CA-EE7E-4751-97D9-161BDF94F8A3}" type="presParOf" srcId="{7E0F8747-7D40-4155-B12B-770390FB216D}" destId="{C4666AAA-26EA-40FF-ADA1-931249EC297D}" srcOrd="3" destOrd="0" presId="urn:microsoft.com/office/officeart/2018/2/layout/IconVerticalSolidList"/>
    <dgm:cxn modelId="{01EDA4A3-F568-4B5C-970C-A70159D786F7}" type="presParOf" srcId="{8D9E3FD7-A4E5-423D-9475-CFD4B7830B15}" destId="{45DBB93A-CCB8-4C50-AE49-803CE1B34B23}" srcOrd="1" destOrd="0" presId="urn:microsoft.com/office/officeart/2018/2/layout/IconVerticalSolidList"/>
    <dgm:cxn modelId="{9D604EB2-DFB5-4305-81AF-5F18CB1E6309}" type="presParOf" srcId="{8D9E3FD7-A4E5-423D-9475-CFD4B7830B15}" destId="{990E1DAC-354A-4977-B312-750BC10C23BD}" srcOrd="2" destOrd="0" presId="urn:microsoft.com/office/officeart/2018/2/layout/IconVerticalSolidList"/>
    <dgm:cxn modelId="{DD32E672-7EB7-481C-A29C-E78C8E208F7B}" type="presParOf" srcId="{990E1DAC-354A-4977-B312-750BC10C23BD}" destId="{FABF686D-9C1F-48D9-81C1-1CE88F82EDD6}" srcOrd="0" destOrd="0" presId="urn:microsoft.com/office/officeart/2018/2/layout/IconVerticalSolidList"/>
    <dgm:cxn modelId="{396C18F6-7ABE-4125-BD22-876147EF0576}" type="presParOf" srcId="{990E1DAC-354A-4977-B312-750BC10C23BD}" destId="{49B18A10-9284-48CB-9EED-919407A00AC6}" srcOrd="1" destOrd="0" presId="urn:microsoft.com/office/officeart/2018/2/layout/IconVerticalSolidList"/>
    <dgm:cxn modelId="{3947D6D1-00D4-4E99-91FE-C2B902186CCC}" type="presParOf" srcId="{990E1DAC-354A-4977-B312-750BC10C23BD}" destId="{C48DCFF5-EEA8-450F-A83B-7A8C1452B7E1}" srcOrd="2" destOrd="0" presId="urn:microsoft.com/office/officeart/2018/2/layout/IconVerticalSolidList"/>
    <dgm:cxn modelId="{963422F2-FA59-4BA5-B5D8-4A3013416D1C}" type="presParOf" srcId="{990E1DAC-354A-4977-B312-750BC10C23BD}" destId="{38E467D8-400D-4602-9D3E-8345E62ED584}" srcOrd="3" destOrd="0" presId="urn:microsoft.com/office/officeart/2018/2/layout/IconVerticalSolidList"/>
    <dgm:cxn modelId="{911D3A01-86DB-4947-9539-2B58A1EB3A4B}" type="presParOf" srcId="{8D9E3FD7-A4E5-423D-9475-CFD4B7830B15}" destId="{6E456950-663B-4172-BB2A-4238602BA464}" srcOrd="3" destOrd="0" presId="urn:microsoft.com/office/officeart/2018/2/layout/IconVerticalSolidList"/>
    <dgm:cxn modelId="{094F18D3-F930-45EA-A0A9-29046D0F48D3}" type="presParOf" srcId="{8D9E3FD7-A4E5-423D-9475-CFD4B7830B15}" destId="{72ED88B4-80CE-47D0-9D83-EBECAD31E287}" srcOrd="4" destOrd="0" presId="urn:microsoft.com/office/officeart/2018/2/layout/IconVerticalSolidList"/>
    <dgm:cxn modelId="{7561E45D-2036-4233-8D26-00B6B08CC342}" type="presParOf" srcId="{72ED88B4-80CE-47D0-9D83-EBECAD31E287}" destId="{65B9642E-20D0-4885-ADA6-C251BE3461DC}" srcOrd="0" destOrd="0" presId="urn:microsoft.com/office/officeart/2018/2/layout/IconVerticalSolidList"/>
    <dgm:cxn modelId="{3AD4EE81-16EE-4342-9999-76F2725A1E3C}" type="presParOf" srcId="{72ED88B4-80CE-47D0-9D83-EBECAD31E287}" destId="{724859D8-EED8-4CC5-BB00-8F0C0B0947BA}" srcOrd="1" destOrd="0" presId="urn:microsoft.com/office/officeart/2018/2/layout/IconVerticalSolidList"/>
    <dgm:cxn modelId="{AF9BE6B6-71A7-4744-BACF-093F040610BA}" type="presParOf" srcId="{72ED88B4-80CE-47D0-9D83-EBECAD31E287}" destId="{5B8418DE-513B-45B3-8C80-DF886D0DB5CC}" srcOrd="2" destOrd="0" presId="urn:microsoft.com/office/officeart/2018/2/layout/IconVerticalSolidList"/>
    <dgm:cxn modelId="{F3FC3EEE-BCAA-4E7E-B1F8-B3F3C435FDD0}" type="presParOf" srcId="{72ED88B4-80CE-47D0-9D83-EBECAD31E287}" destId="{D7365F21-4913-44E3-80D6-CB306628D628}" srcOrd="3" destOrd="0" presId="urn:microsoft.com/office/officeart/2018/2/layout/IconVerticalSolidList"/>
    <dgm:cxn modelId="{8C54AC47-9B4C-4714-AA6A-9F9C59399225}" type="presParOf" srcId="{72ED88B4-80CE-47D0-9D83-EBECAD31E287}" destId="{D781510D-EAC6-4EE4-90D0-819E3354D1B4}" srcOrd="4" destOrd="0" presId="urn:microsoft.com/office/officeart/2018/2/layout/IconVerticalSolidList"/>
    <dgm:cxn modelId="{B43EB696-D8B0-4F21-96D9-35910710EA05}" type="presParOf" srcId="{8D9E3FD7-A4E5-423D-9475-CFD4B7830B15}" destId="{C96B13C4-7DFD-440D-964B-A2E41CE52322}" srcOrd="5" destOrd="0" presId="urn:microsoft.com/office/officeart/2018/2/layout/IconVerticalSolidList"/>
    <dgm:cxn modelId="{66525F0B-6FFC-45E8-A2A0-54780BD02019}" type="presParOf" srcId="{8D9E3FD7-A4E5-423D-9475-CFD4B7830B15}" destId="{8B6E2F89-8552-4A6C-B9CD-2FC8AA25C8F5}" srcOrd="6" destOrd="0" presId="urn:microsoft.com/office/officeart/2018/2/layout/IconVerticalSolidList"/>
    <dgm:cxn modelId="{D787C14A-3B73-4071-81B2-5DF12A352F7E}" type="presParOf" srcId="{8B6E2F89-8552-4A6C-B9CD-2FC8AA25C8F5}" destId="{E07453F6-2676-4205-A32E-230B874E214F}" srcOrd="0" destOrd="0" presId="urn:microsoft.com/office/officeart/2018/2/layout/IconVerticalSolidList"/>
    <dgm:cxn modelId="{D25F2FA5-8029-4EB7-AC27-CF94AE4B4294}" type="presParOf" srcId="{8B6E2F89-8552-4A6C-B9CD-2FC8AA25C8F5}" destId="{F115A960-56F1-4195-90F4-CB7BD5B81096}" srcOrd="1" destOrd="0" presId="urn:microsoft.com/office/officeart/2018/2/layout/IconVerticalSolidList"/>
    <dgm:cxn modelId="{A343289B-099A-458C-B4DF-5AF8A0D8BC3C}" type="presParOf" srcId="{8B6E2F89-8552-4A6C-B9CD-2FC8AA25C8F5}" destId="{B6ECDC44-52AA-40A0-A198-811C13FAA767}" srcOrd="2" destOrd="0" presId="urn:microsoft.com/office/officeart/2018/2/layout/IconVerticalSolidList"/>
    <dgm:cxn modelId="{8AD67315-FC2F-45CC-A100-87032EC9FB39}" type="presParOf" srcId="{8B6E2F89-8552-4A6C-B9CD-2FC8AA25C8F5}" destId="{C26D4E66-435F-4515-AA72-92A92BB0A7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6DB5F0D-C1F9-4F54-8B1D-098C3983711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8DDF38-6D99-44EA-8D96-C414F91162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Computers require data in </a:t>
          </a:r>
          <a:r>
            <a:rPr lang="en-US" b="1" i="0" baseline="0"/>
            <a:t>digital form</a:t>
          </a:r>
          <a:endParaRPr lang="en-US"/>
        </a:p>
      </dgm:t>
    </dgm:pt>
    <dgm:pt modelId="{86781BE6-802C-46C4-B03F-5AD9CC4D52FD}" type="parTrans" cxnId="{5D7BF771-D82E-40C0-BB03-641018260BC3}">
      <dgm:prSet/>
      <dgm:spPr/>
      <dgm:t>
        <a:bodyPr/>
        <a:lstStyle/>
        <a:p>
          <a:endParaRPr lang="en-US"/>
        </a:p>
      </dgm:t>
    </dgm:pt>
    <dgm:pt modelId="{134489B4-216C-4519-BF8A-9C75DB099949}" type="sibTrans" cxnId="{5D7BF771-D82E-40C0-BB03-641018260BC3}">
      <dgm:prSet/>
      <dgm:spPr/>
      <dgm:t>
        <a:bodyPr/>
        <a:lstStyle/>
        <a:p>
          <a:endParaRPr lang="en-US"/>
        </a:p>
      </dgm:t>
    </dgm:pt>
    <dgm:pt modelId="{2AA5EDB3-89B6-4C81-B167-0817F6FAF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Information becomes data when entered into a computer</a:t>
          </a:r>
          <a:endParaRPr lang="en-US"/>
        </a:p>
      </dgm:t>
    </dgm:pt>
    <dgm:pt modelId="{548BD455-F35D-4D56-ADA0-022A293A8C90}" type="parTrans" cxnId="{E8712C86-EDC3-4F70-A610-854383E28E2B}">
      <dgm:prSet/>
      <dgm:spPr/>
      <dgm:t>
        <a:bodyPr/>
        <a:lstStyle/>
        <a:p>
          <a:endParaRPr lang="en-US"/>
        </a:p>
      </dgm:t>
    </dgm:pt>
    <dgm:pt modelId="{180A5353-698C-482F-B666-823941506852}" type="sibTrans" cxnId="{E8712C86-EDC3-4F70-A610-854383E28E2B}">
      <dgm:prSet/>
      <dgm:spPr/>
      <dgm:t>
        <a:bodyPr/>
        <a:lstStyle/>
        <a:p>
          <a:endParaRPr lang="en-US"/>
        </a:p>
      </dgm:t>
    </dgm:pt>
    <dgm:pt modelId="{4A7B8E3A-AE28-4180-8E2F-63BD87084A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Data becomes information again when displayed and understood</a:t>
          </a:r>
          <a:endParaRPr lang="en-US"/>
        </a:p>
      </dgm:t>
    </dgm:pt>
    <dgm:pt modelId="{5F928707-5AE1-4BF0-AD6B-466C8EE932DD}" type="parTrans" cxnId="{3539EA08-399B-416A-8364-FA585924C61D}">
      <dgm:prSet/>
      <dgm:spPr/>
      <dgm:t>
        <a:bodyPr/>
        <a:lstStyle/>
        <a:p>
          <a:endParaRPr lang="en-US"/>
        </a:p>
      </dgm:t>
    </dgm:pt>
    <dgm:pt modelId="{53B54B67-AD22-4DFC-B971-56BE577C9A01}" type="sibTrans" cxnId="{3539EA08-399B-416A-8364-FA585924C61D}">
      <dgm:prSet/>
      <dgm:spPr/>
      <dgm:t>
        <a:bodyPr/>
        <a:lstStyle/>
        <a:p>
          <a:endParaRPr lang="en-US"/>
        </a:p>
      </dgm:t>
    </dgm:pt>
    <dgm:pt modelId="{F2179274-0D92-4E90-88A1-85A5558B83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Computers only see patterns of </a:t>
          </a:r>
          <a:r>
            <a:rPr lang="en-US" b="1" i="0" baseline="0"/>
            <a:t>binary data (0s and 1s)</a:t>
          </a:r>
          <a:endParaRPr lang="en-US"/>
        </a:p>
      </dgm:t>
    </dgm:pt>
    <dgm:pt modelId="{734A8F20-D433-4120-A59C-4C120AB435E3}" type="parTrans" cxnId="{3E2C65AD-6594-4D86-9806-7C5D7B339FAC}">
      <dgm:prSet/>
      <dgm:spPr/>
      <dgm:t>
        <a:bodyPr/>
        <a:lstStyle/>
        <a:p>
          <a:endParaRPr lang="en-US"/>
        </a:p>
      </dgm:t>
    </dgm:pt>
    <dgm:pt modelId="{84076651-9545-466B-BAD2-681F026DAEEB}" type="sibTrans" cxnId="{3E2C65AD-6594-4D86-9806-7C5D7B339FAC}">
      <dgm:prSet/>
      <dgm:spPr/>
      <dgm:t>
        <a:bodyPr/>
        <a:lstStyle/>
        <a:p>
          <a:endParaRPr lang="en-US"/>
        </a:p>
      </dgm:t>
    </dgm:pt>
    <dgm:pt modelId="{914EB741-1AAD-48E7-9F4C-A8C7B61CBD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Meaning is added by the </a:t>
          </a:r>
          <a:r>
            <a:rPr lang="en-US" b="1" i="0" baseline="0"/>
            <a:t>user</a:t>
          </a:r>
          <a:r>
            <a:rPr lang="en-US" b="0" i="0" baseline="0"/>
            <a:t>, not the computer</a:t>
          </a:r>
          <a:endParaRPr lang="en-US"/>
        </a:p>
      </dgm:t>
    </dgm:pt>
    <dgm:pt modelId="{F7311339-23AC-48EC-A825-84FFF69068DC}" type="parTrans" cxnId="{345F6450-5832-47A2-ADE3-F0370FBCE573}">
      <dgm:prSet/>
      <dgm:spPr/>
      <dgm:t>
        <a:bodyPr/>
        <a:lstStyle/>
        <a:p>
          <a:endParaRPr lang="en-US"/>
        </a:p>
      </dgm:t>
    </dgm:pt>
    <dgm:pt modelId="{100B7DEF-9909-4274-AC37-7E360F4471BC}" type="sibTrans" cxnId="{345F6450-5832-47A2-ADE3-F0370FBCE573}">
      <dgm:prSet/>
      <dgm:spPr/>
      <dgm:t>
        <a:bodyPr/>
        <a:lstStyle/>
        <a:p>
          <a:endParaRPr lang="en-US"/>
        </a:p>
      </dgm:t>
    </dgm:pt>
    <dgm:pt modelId="{2D657951-1B25-431F-9A96-B900AA109BC9}" type="pres">
      <dgm:prSet presAssocID="{56DB5F0D-C1F9-4F54-8B1D-098C39837118}" presName="root" presStyleCnt="0">
        <dgm:presLayoutVars>
          <dgm:dir/>
          <dgm:resizeHandles val="exact"/>
        </dgm:presLayoutVars>
      </dgm:prSet>
      <dgm:spPr/>
    </dgm:pt>
    <dgm:pt modelId="{1376060E-5E33-44D7-9204-D5DD3A1F2596}" type="pres">
      <dgm:prSet presAssocID="{698DDF38-6D99-44EA-8D96-C414F9116266}" presName="compNode" presStyleCnt="0"/>
      <dgm:spPr/>
    </dgm:pt>
    <dgm:pt modelId="{0065719C-987A-42F0-B02D-1101F16DD2BF}" type="pres">
      <dgm:prSet presAssocID="{698DDF38-6D99-44EA-8D96-C414F9116266}" presName="bgRect" presStyleLbl="bgShp" presStyleIdx="0" presStyleCnt="5"/>
      <dgm:spPr/>
    </dgm:pt>
    <dgm:pt modelId="{0A933B9B-4D9C-4481-9A6E-67CE1C800AC8}" type="pres">
      <dgm:prSet presAssocID="{698DDF38-6D99-44EA-8D96-C414F911626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317BDD1-09E1-400F-A76F-699E6A277D8F}" type="pres">
      <dgm:prSet presAssocID="{698DDF38-6D99-44EA-8D96-C414F9116266}" presName="spaceRect" presStyleCnt="0"/>
      <dgm:spPr/>
    </dgm:pt>
    <dgm:pt modelId="{3F2F2485-7A3D-45B7-B9AA-AA1D3F5F89BB}" type="pres">
      <dgm:prSet presAssocID="{698DDF38-6D99-44EA-8D96-C414F9116266}" presName="parTx" presStyleLbl="revTx" presStyleIdx="0" presStyleCnt="5">
        <dgm:presLayoutVars>
          <dgm:chMax val="0"/>
          <dgm:chPref val="0"/>
        </dgm:presLayoutVars>
      </dgm:prSet>
      <dgm:spPr/>
    </dgm:pt>
    <dgm:pt modelId="{BA3E532B-E99A-4FF0-A840-1346A560FBA7}" type="pres">
      <dgm:prSet presAssocID="{134489B4-216C-4519-BF8A-9C75DB099949}" presName="sibTrans" presStyleCnt="0"/>
      <dgm:spPr/>
    </dgm:pt>
    <dgm:pt modelId="{0F8201C6-6ABB-41F8-9415-5045613F3A48}" type="pres">
      <dgm:prSet presAssocID="{2AA5EDB3-89B6-4C81-B167-0817F6FAF334}" presName="compNode" presStyleCnt="0"/>
      <dgm:spPr/>
    </dgm:pt>
    <dgm:pt modelId="{9620DEC4-F57B-49A4-B72D-FA5C0BC8E397}" type="pres">
      <dgm:prSet presAssocID="{2AA5EDB3-89B6-4C81-B167-0817F6FAF334}" presName="bgRect" presStyleLbl="bgShp" presStyleIdx="1" presStyleCnt="5"/>
      <dgm:spPr/>
    </dgm:pt>
    <dgm:pt modelId="{320E6542-0FBA-4C68-A9D2-E24B5A8595C6}" type="pres">
      <dgm:prSet presAssocID="{2AA5EDB3-89B6-4C81-B167-0817F6FAF33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E46E9752-D8B8-4992-AD96-17462768F6FE}" type="pres">
      <dgm:prSet presAssocID="{2AA5EDB3-89B6-4C81-B167-0817F6FAF334}" presName="spaceRect" presStyleCnt="0"/>
      <dgm:spPr/>
    </dgm:pt>
    <dgm:pt modelId="{38CBE96A-9389-4EFA-9F06-9A1B1F3B4FF6}" type="pres">
      <dgm:prSet presAssocID="{2AA5EDB3-89B6-4C81-B167-0817F6FAF334}" presName="parTx" presStyleLbl="revTx" presStyleIdx="1" presStyleCnt="5">
        <dgm:presLayoutVars>
          <dgm:chMax val="0"/>
          <dgm:chPref val="0"/>
        </dgm:presLayoutVars>
      </dgm:prSet>
      <dgm:spPr/>
    </dgm:pt>
    <dgm:pt modelId="{51397A24-A6E9-4276-96B6-75834934FF96}" type="pres">
      <dgm:prSet presAssocID="{180A5353-698C-482F-B666-823941506852}" presName="sibTrans" presStyleCnt="0"/>
      <dgm:spPr/>
    </dgm:pt>
    <dgm:pt modelId="{E27F12BE-D7BA-44E6-B71E-FF4189BFB1F2}" type="pres">
      <dgm:prSet presAssocID="{4A7B8E3A-AE28-4180-8E2F-63BD87084A77}" presName="compNode" presStyleCnt="0"/>
      <dgm:spPr/>
    </dgm:pt>
    <dgm:pt modelId="{8F4ED779-5175-454A-9C20-4D635A3BF58E}" type="pres">
      <dgm:prSet presAssocID="{4A7B8E3A-AE28-4180-8E2F-63BD87084A77}" presName="bgRect" presStyleLbl="bgShp" presStyleIdx="2" presStyleCnt="5"/>
      <dgm:spPr/>
    </dgm:pt>
    <dgm:pt modelId="{FE570CA5-65A0-4C18-BB23-13B936119D1A}" type="pres">
      <dgm:prSet presAssocID="{4A7B8E3A-AE28-4180-8E2F-63BD87084A7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4F6E00A-B46B-4D42-B0B0-D11F74F2CC59}" type="pres">
      <dgm:prSet presAssocID="{4A7B8E3A-AE28-4180-8E2F-63BD87084A77}" presName="spaceRect" presStyleCnt="0"/>
      <dgm:spPr/>
    </dgm:pt>
    <dgm:pt modelId="{BC29B406-35D4-4479-A9FD-35A28203766F}" type="pres">
      <dgm:prSet presAssocID="{4A7B8E3A-AE28-4180-8E2F-63BD87084A77}" presName="parTx" presStyleLbl="revTx" presStyleIdx="2" presStyleCnt="5">
        <dgm:presLayoutVars>
          <dgm:chMax val="0"/>
          <dgm:chPref val="0"/>
        </dgm:presLayoutVars>
      </dgm:prSet>
      <dgm:spPr/>
    </dgm:pt>
    <dgm:pt modelId="{005F4B22-B9B0-4B23-AA23-953F79D66C48}" type="pres">
      <dgm:prSet presAssocID="{53B54B67-AD22-4DFC-B971-56BE577C9A01}" presName="sibTrans" presStyleCnt="0"/>
      <dgm:spPr/>
    </dgm:pt>
    <dgm:pt modelId="{EFDCC48A-2DE7-454C-99FA-45F645B78B6F}" type="pres">
      <dgm:prSet presAssocID="{F2179274-0D92-4E90-88A1-85A5558B83FF}" presName="compNode" presStyleCnt="0"/>
      <dgm:spPr/>
    </dgm:pt>
    <dgm:pt modelId="{71E00F3F-0B65-4B37-AB1A-01D5A2CDD3BE}" type="pres">
      <dgm:prSet presAssocID="{F2179274-0D92-4E90-88A1-85A5558B83FF}" presName="bgRect" presStyleLbl="bgShp" presStyleIdx="3" presStyleCnt="5"/>
      <dgm:spPr/>
    </dgm:pt>
    <dgm:pt modelId="{7D2E1832-C47C-4415-BBAC-5F1D5F6C3192}" type="pres">
      <dgm:prSet presAssocID="{F2179274-0D92-4E90-88A1-85A5558B83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4E1194D-126C-4E12-BFDC-AC815FEB493E}" type="pres">
      <dgm:prSet presAssocID="{F2179274-0D92-4E90-88A1-85A5558B83FF}" presName="spaceRect" presStyleCnt="0"/>
      <dgm:spPr/>
    </dgm:pt>
    <dgm:pt modelId="{4362C1BC-0F27-4FF9-85EA-AE75B11000F7}" type="pres">
      <dgm:prSet presAssocID="{F2179274-0D92-4E90-88A1-85A5558B83FF}" presName="parTx" presStyleLbl="revTx" presStyleIdx="3" presStyleCnt="5">
        <dgm:presLayoutVars>
          <dgm:chMax val="0"/>
          <dgm:chPref val="0"/>
        </dgm:presLayoutVars>
      </dgm:prSet>
      <dgm:spPr/>
    </dgm:pt>
    <dgm:pt modelId="{EFC0692B-D79A-4328-B69E-57CA5318F1AB}" type="pres">
      <dgm:prSet presAssocID="{84076651-9545-466B-BAD2-681F026DAEEB}" presName="sibTrans" presStyleCnt="0"/>
      <dgm:spPr/>
    </dgm:pt>
    <dgm:pt modelId="{B8C042C9-74B8-44B5-A956-7EF2AFFA9CC8}" type="pres">
      <dgm:prSet presAssocID="{914EB741-1AAD-48E7-9F4C-A8C7B61CBD2A}" presName="compNode" presStyleCnt="0"/>
      <dgm:spPr/>
    </dgm:pt>
    <dgm:pt modelId="{2FF6A4BE-95EE-4BA5-9D9B-60AF9967AD69}" type="pres">
      <dgm:prSet presAssocID="{914EB741-1AAD-48E7-9F4C-A8C7B61CBD2A}" presName="bgRect" presStyleLbl="bgShp" presStyleIdx="4" presStyleCnt="5"/>
      <dgm:spPr/>
    </dgm:pt>
    <dgm:pt modelId="{D649ED7B-F904-4471-98EF-D4895FC9E5EB}" type="pres">
      <dgm:prSet presAssocID="{914EB741-1AAD-48E7-9F4C-A8C7B61CBD2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372528A7-EBDF-42B9-8806-C1F10035A356}" type="pres">
      <dgm:prSet presAssocID="{914EB741-1AAD-48E7-9F4C-A8C7B61CBD2A}" presName="spaceRect" presStyleCnt="0"/>
      <dgm:spPr/>
    </dgm:pt>
    <dgm:pt modelId="{C3AA1AD5-8A64-4B6E-8DEB-DD235CD50454}" type="pres">
      <dgm:prSet presAssocID="{914EB741-1AAD-48E7-9F4C-A8C7B61CBD2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539EA08-399B-416A-8364-FA585924C61D}" srcId="{56DB5F0D-C1F9-4F54-8B1D-098C39837118}" destId="{4A7B8E3A-AE28-4180-8E2F-63BD87084A77}" srcOrd="2" destOrd="0" parTransId="{5F928707-5AE1-4BF0-AD6B-466C8EE932DD}" sibTransId="{53B54B67-AD22-4DFC-B971-56BE577C9A01}"/>
    <dgm:cxn modelId="{2884EE13-5282-4020-82BC-8FA165D610FF}" type="presOf" srcId="{914EB741-1AAD-48E7-9F4C-A8C7B61CBD2A}" destId="{C3AA1AD5-8A64-4B6E-8DEB-DD235CD50454}" srcOrd="0" destOrd="0" presId="urn:microsoft.com/office/officeart/2018/2/layout/IconVerticalSolidList"/>
    <dgm:cxn modelId="{9EC87E1E-89B9-41DC-A041-8A51FC7D9DDD}" type="presOf" srcId="{F2179274-0D92-4E90-88A1-85A5558B83FF}" destId="{4362C1BC-0F27-4FF9-85EA-AE75B11000F7}" srcOrd="0" destOrd="0" presId="urn:microsoft.com/office/officeart/2018/2/layout/IconVerticalSolidList"/>
    <dgm:cxn modelId="{85DEFD28-7053-4C95-8744-566CDC17C2A3}" type="presOf" srcId="{4A7B8E3A-AE28-4180-8E2F-63BD87084A77}" destId="{BC29B406-35D4-4479-A9FD-35A28203766F}" srcOrd="0" destOrd="0" presId="urn:microsoft.com/office/officeart/2018/2/layout/IconVerticalSolidList"/>
    <dgm:cxn modelId="{345F6450-5832-47A2-ADE3-F0370FBCE573}" srcId="{56DB5F0D-C1F9-4F54-8B1D-098C39837118}" destId="{914EB741-1AAD-48E7-9F4C-A8C7B61CBD2A}" srcOrd="4" destOrd="0" parTransId="{F7311339-23AC-48EC-A825-84FFF69068DC}" sibTransId="{100B7DEF-9909-4274-AC37-7E360F4471BC}"/>
    <dgm:cxn modelId="{5D7BF771-D82E-40C0-BB03-641018260BC3}" srcId="{56DB5F0D-C1F9-4F54-8B1D-098C39837118}" destId="{698DDF38-6D99-44EA-8D96-C414F9116266}" srcOrd="0" destOrd="0" parTransId="{86781BE6-802C-46C4-B03F-5AD9CC4D52FD}" sibTransId="{134489B4-216C-4519-BF8A-9C75DB099949}"/>
    <dgm:cxn modelId="{E8712C86-EDC3-4F70-A610-854383E28E2B}" srcId="{56DB5F0D-C1F9-4F54-8B1D-098C39837118}" destId="{2AA5EDB3-89B6-4C81-B167-0817F6FAF334}" srcOrd="1" destOrd="0" parTransId="{548BD455-F35D-4D56-ADA0-022A293A8C90}" sibTransId="{180A5353-698C-482F-B666-823941506852}"/>
    <dgm:cxn modelId="{77CBFD99-2D8E-4ED6-A1E2-920F3347D7FA}" type="presOf" srcId="{2AA5EDB3-89B6-4C81-B167-0817F6FAF334}" destId="{38CBE96A-9389-4EFA-9F06-9A1B1F3B4FF6}" srcOrd="0" destOrd="0" presId="urn:microsoft.com/office/officeart/2018/2/layout/IconVerticalSolidList"/>
    <dgm:cxn modelId="{3E2C65AD-6594-4D86-9806-7C5D7B339FAC}" srcId="{56DB5F0D-C1F9-4F54-8B1D-098C39837118}" destId="{F2179274-0D92-4E90-88A1-85A5558B83FF}" srcOrd="3" destOrd="0" parTransId="{734A8F20-D433-4120-A59C-4C120AB435E3}" sibTransId="{84076651-9545-466B-BAD2-681F026DAEEB}"/>
    <dgm:cxn modelId="{5D510FAE-E501-4563-9433-550D12BCC6AD}" type="presOf" srcId="{698DDF38-6D99-44EA-8D96-C414F9116266}" destId="{3F2F2485-7A3D-45B7-B9AA-AA1D3F5F89BB}" srcOrd="0" destOrd="0" presId="urn:microsoft.com/office/officeart/2018/2/layout/IconVerticalSolidList"/>
    <dgm:cxn modelId="{7AFB7DC5-972E-4BFA-B039-92CA3A223D49}" type="presOf" srcId="{56DB5F0D-C1F9-4F54-8B1D-098C39837118}" destId="{2D657951-1B25-431F-9A96-B900AA109BC9}" srcOrd="0" destOrd="0" presId="urn:microsoft.com/office/officeart/2018/2/layout/IconVerticalSolidList"/>
    <dgm:cxn modelId="{ECA2B118-9E92-4648-80D5-CD61474084B1}" type="presParOf" srcId="{2D657951-1B25-431F-9A96-B900AA109BC9}" destId="{1376060E-5E33-44D7-9204-D5DD3A1F2596}" srcOrd="0" destOrd="0" presId="urn:microsoft.com/office/officeart/2018/2/layout/IconVerticalSolidList"/>
    <dgm:cxn modelId="{81049CCA-FD07-4A64-9733-289A477E63F9}" type="presParOf" srcId="{1376060E-5E33-44D7-9204-D5DD3A1F2596}" destId="{0065719C-987A-42F0-B02D-1101F16DD2BF}" srcOrd="0" destOrd="0" presId="urn:microsoft.com/office/officeart/2018/2/layout/IconVerticalSolidList"/>
    <dgm:cxn modelId="{C825106C-08E2-458F-9DBB-57A4561D9E1F}" type="presParOf" srcId="{1376060E-5E33-44D7-9204-D5DD3A1F2596}" destId="{0A933B9B-4D9C-4481-9A6E-67CE1C800AC8}" srcOrd="1" destOrd="0" presId="urn:microsoft.com/office/officeart/2018/2/layout/IconVerticalSolidList"/>
    <dgm:cxn modelId="{C1D07FA6-D615-4501-A5F3-17CE8C2B61A9}" type="presParOf" srcId="{1376060E-5E33-44D7-9204-D5DD3A1F2596}" destId="{B317BDD1-09E1-400F-A76F-699E6A277D8F}" srcOrd="2" destOrd="0" presId="urn:microsoft.com/office/officeart/2018/2/layout/IconVerticalSolidList"/>
    <dgm:cxn modelId="{7EC7CF3E-75A3-4D17-9298-B646AD6A868F}" type="presParOf" srcId="{1376060E-5E33-44D7-9204-D5DD3A1F2596}" destId="{3F2F2485-7A3D-45B7-B9AA-AA1D3F5F89BB}" srcOrd="3" destOrd="0" presId="urn:microsoft.com/office/officeart/2018/2/layout/IconVerticalSolidList"/>
    <dgm:cxn modelId="{C3675D38-EDF7-42BE-9C19-D1ABC66723C9}" type="presParOf" srcId="{2D657951-1B25-431F-9A96-B900AA109BC9}" destId="{BA3E532B-E99A-4FF0-A840-1346A560FBA7}" srcOrd="1" destOrd="0" presId="urn:microsoft.com/office/officeart/2018/2/layout/IconVerticalSolidList"/>
    <dgm:cxn modelId="{D907DA37-3083-470B-BF9B-7424AC424D91}" type="presParOf" srcId="{2D657951-1B25-431F-9A96-B900AA109BC9}" destId="{0F8201C6-6ABB-41F8-9415-5045613F3A48}" srcOrd="2" destOrd="0" presId="urn:microsoft.com/office/officeart/2018/2/layout/IconVerticalSolidList"/>
    <dgm:cxn modelId="{550EBF73-21A2-499C-974C-4CA4210ABDF6}" type="presParOf" srcId="{0F8201C6-6ABB-41F8-9415-5045613F3A48}" destId="{9620DEC4-F57B-49A4-B72D-FA5C0BC8E397}" srcOrd="0" destOrd="0" presId="urn:microsoft.com/office/officeart/2018/2/layout/IconVerticalSolidList"/>
    <dgm:cxn modelId="{721B7600-59BC-48D6-91F6-FA192CB0D05E}" type="presParOf" srcId="{0F8201C6-6ABB-41F8-9415-5045613F3A48}" destId="{320E6542-0FBA-4C68-A9D2-E24B5A8595C6}" srcOrd="1" destOrd="0" presId="urn:microsoft.com/office/officeart/2018/2/layout/IconVerticalSolidList"/>
    <dgm:cxn modelId="{F499CA5A-DCB6-4FCF-BB21-598921C87A51}" type="presParOf" srcId="{0F8201C6-6ABB-41F8-9415-5045613F3A48}" destId="{E46E9752-D8B8-4992-AD96-17462768F6FE}" srcOrd="2" destOrd="0" presId="urn:microsoft.com/office/officeart/2018/2/layout/IconVerticalSolidList"/>
    <dgm:cxn modelId="{F4F5FE4C-FED1-498A-B04F-AC41F088F165}" type="presParOf" srcId="{0F8201C6-6ABB-41F8-9415-5045613F3A48}" destId="{38CBE96A-9389-4EFA-9F06-9A1B1F3B4FF6}" srcOrd="3" destOrd="0" presId="urn:microsoft.com/office/officeart/2018/2/layout/IconVerticalSolidList"/>
    <dgm:cxn modelId="{3CE0A163-2CAF-4466-98A0-DCD182654292}" type="presParOf" srcId="{2D657951-1B25-431F-9A96-B900AA109BC9}" destId="{51397A24-A6E9-4276-96B6-75834934FF96}" srcOrd="3" destOrd="0" presId="urn:microsoft.com/office/officeart/2018/2/layout/IconVerticalSolidList"/>
    <dgm:cxn modelId="{66D00C73-9A78-43D5-AEFC-7EADA9832036}" type="presParOf" srcId="{2D657951-1B25-431F-9A96-B900AA109BC9}" destId="{E27F12BE-D7BA-44E6-B71E-FF4189BFB1F2}" srcOrd="4" destOrd="0" presId="urn:microsoft.com/office/officeart/2018/2/layout/IconVerticalSolidList"/>
    <dgm:cxn modelId="{8F490DD2-DAF1-4037-99E8-B34D64372D9B}" type="presParOf" srcId="{E27F12BE-D7BA-44E6-B71E-FF4189BFB1F2}" destId="{8F4ED779-5175-454A-9C20-4D635A3BF58E}" srcOrd="0" destOrd="0" presId="urn:microsoft.com/office/officeart/2018/2/layout/IconVerticalSolidList"/>
    <dgm:cxn modelId="{DA83B300-2A2A-473F-933F-8400319B5DA3}" type="presParOf" srcId="{E27F12BE-D7BA-44E6-B71E-FF4189BFB1F2}" destId="{FE570CA5-65A0-4C18-BB23-13B936119D1A}" srcOrd="1" destOrd="0" presId="urn:microsoft.com/office/officeart/2018/2/layout/IconVerticalSolidList"/>
    <dgm:cxn modelId="{19706C68-2129-49FA-BABB-10016B971D35}" type="presParOf" srcId="{E27F12BE-D7BA-44E6-B71E-FF4189BFB1F2}" destId="{14F6E00A-B46B-4D42-B0B0-D11F74F2CC59}" srcOrd="2" destOrd="0" presId="urn:microsoft.com/office/officeart/2018/2/layout/IconVerticalSolidList"/>
    <dgm:cxn modelId="{E00074DE-F6F5-41E0-A4BF-68BB50C135C0}" type="presParOf" srcId="{E27F12BE-D7BA-44E6-B71E-FF4189BFB1F2}" destId="{BC29B406-35D4-4479-A9FD-35A28203766F}" srcOrd="3" destOrd="0" presId="urn:microsoft.com/office/officeart/2018/2/layout/IconVerticalSolidList"/>
    <dgm:cxn modelId="{2817EC4D-30E8-40CA-9A91-511171CAE949}" type="presParOf" srcId="{2D657951-1B25-431F-9A96-B900AA109BC9}" destId="{005F4B22-B9B0-4B23-AA23-953F79D66C48}" srcOrd="5" destOrd="0" presId="urn:microsoft.com/office/officeart/2018/2/layout/IconVerticalSolidList"/>
    <dgm:cxn modelId="{E8BBA39F-43DE-4CD0-8B13-2DA6C9A48AB6}" type="presParOf" srcId="{2D657951-1B25-431F-9A96-B900AA109BC9}" destId="{EFDCC48A-2DE7-454C-99FA-45F645B78B6F}" srcOrd="6" destOrd="0" presId="urn:microsoft.com/office/officeart/2018/2/layout/IconVerticalSolidList"/>
    <dgm:cxn modelId="{D832D9A5-C76F-446D-BE76-7164FF417E95}" type="presParOf" srcId="{EFDCC48A-2DE7-454C-99FA-45F645B78B6F}" destId="{71E00F3F-0B65-4B37-AB1A-01D5A2CDD3BE}" srcOrd="0" destOrd="0" presId="urn:microsoft.com/office/officeart/2018/2/layout/IconVerticalSolidList"/>
    <dgm:cxn modelId="{1B9E1996-CF47-400C-8BEC-7AF695C6E705}" type="presParOf" srcId="{EFDCC48A-2DE7-454C-99FA-45F645B78B6F}" destId="{7D2E1832-C47C-4415-BBAC-5F1D5F6C3192}" srcOrd="1" destOrd="0" presId="urn:microsoft.com/office/officeart/2018/2/layout/IconVerticalSolidList"/>
    <dgm:cxn modelId="{F378BF5A-F7A1-4FDB-A25F-80407699E30B}" type="presParOf" srcId="{EFDCC48A-2DE7-454C-99FA-45F645B78B6F}" destId="{C4E1194D-126C-4E12-BFDC-AC815FEB493E}" srcOrd="2" destOrd="0" presId="urn:microsoft.com/office/officeart/2018/2/layout/IconVerticalSolidList"/>
    <dgm:cxn modelId="{A989BD7C-325C-47BA-A26B-BAB5F5F0C91B}" type="presParOf" srcId="{EFDCC48A-2DE7-454C-99FA-45F645B78B6F}" destId="{4362C1BC-0F27-4FF9-85EA-AE75B11000F7}" srcOrd="3" destOrd="0" presId="urn:microsoft.com/office/officeart/2018/2/layout/IconVerticalSolidList"/>
    <dgm:cxn modelId="{B99D3966-E6E9-4AA4-A4C3-AB800060663E}" type="presParOf" srcId="{2D657951-1B25-431F-9A96-B900AA109BC9}" destId="{EFC0692B-D79A-4328-B69E-57CA5318F1AB}" srcOrd="7" destOrd="0" presId="urn:microsoft.com/office/officeart/2018/2/layout/IconVerticalSolidList"/>
    <dgm:cxn modelId="{A07DFED7-2594-42BC-897A-CF95A7526A31}" type="presParOf" srcId="{2D657951-1B25-431F-9A96-B900AA109BC9}" destId="{B8C042C9-74B8-44B5-A956-7EF2AFFA9CC8}" srcOrd="8" destOrd="0" presId="urn:microsoft.com/office/officeart/2018/2/layout/IconVerticalSolidList"/>
    <dgm:cxn modelId="{EC3A5292-AAAB-44E9-A339-1B5D9695F5F4}" type="presParOf" srcId="{B8C042C9-74B8-44B5-A956-7EF2AFFA9CC8}" destId="{2FF6A4BE-95EE-4BA5-9D9B-60AF9967AD69}" srcOrd="0" destOrd="0" presId="urn:microsoft.com/office/officeart/2018/2/layout/IconVerticalSolidList"/>
    <dgm:cxn modelId="{69D35AF8-D789-4EC3-8A8C-788A1A431493}" type="presParOf" srcId="{B8C042C9-74B8-44B5-A956-7EF2AFFA9CC8}" destId="{D649ED7B-F904-4471-98EF-D4895FC9E5EB}" srcOrd="1" destOrd="0" presId="urn:microsoft.com/office/officeart/2018/2/layout/IconVerticalSolidList"/>
    <dgm:cxn modelId="{4E3E856F-F418-43AE-A1E3-C0BE2E88D686}" type="presParOf" srcId="{B8C042C9-74B8-44B5-A956-7EF2AFFA9CC8}" destId="{372528A7-EBDF-42B9-8806-C1F10035A356}" srcOrd="2" destOrd="0" presId="urn:microsoft.com/office/officeart/2018/2/layout/IconVerticalSolidList"/>
    <dgm:cxn modelId="{EF359A92-9AB5-4CB2-B84D-EBF4BC9093BD}" type="presParOf" srcId="{B8C042C9-74B8-44B5-A956-7EF2AFFA9CC8}" destId="{C3AA1AD5-8A64-4B6E-8DEB-DD235CD504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BC7F29-035C-4B5B-A615-4D631BD23E9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F1C824-74CD-40AB-9563-287307FE97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All digital data is made of </a:t>
          </a:r>
          <a:r>
            <a:rPr lang="en-US" b="1" i="0" baseline="0"/>
            <a:t>bits</a:t>
          </a:r>
          <a:r>
            <a:rPr lang="en-US" b="0" i="0" baseline="0"/>
            <a:t> (0 or 1)</a:t>
          </a:r>
          <a:endParaRPr lang="en-US"/>
        </a:p>
      </dgm:t>
    </dgm:pt>
    <dgm:pt modelId="{D6BB3F2B-09B3-46FB-94E4-AAD877660D19}" type="parTrans" cxnId="{3343E1E0-986F-4AA0-B158-99C31F3B466C}">
      <dgm:prSet/>
      <dgm:spPr/>
      <dgm:t>
        <a:bodyPr/>
        <a:lstStyle/>
        <a:p>
          <a:endParaRPr lang="en-US"/>
        </a:p>
      </dgm:t>
    </dgm:pt>
    <dgm:pt modelId="{F2530C26-A423-487C-9B5C-3DD6C0A8435B}" type="sibTrans" cxnId="{3343E1E0-986F-4AA0-B158-99C31F3B466C}">
      <dgm:prSet/>
      <dgm:spPr/>
      <dgm:t>
        <a:bodyPr/>
        <a:lstStyle/>
        <a:p>
          <a:endParaRPr lang="en-US"/>
        </a:p>
      </dgm:t>
    </dgm:pt>
    <dgm:pt modelId="{DBD48E08-CD24-4AA6-885E-31AA111D20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Binary allows computers to process data quickly and accurately</a:t>
          </a:r>
          <a:endParaRPr lang="en-US"/>
        </a:p>
      </dgm:t>
    </dgm:pt>
    <dgm:pt modelId="{EC104995-FC86-4F40-B681-5BEFB2F8148C}" type="parTrans" cxnId="{F2EE28CA-B6F1-42B4-9FD1-152786855461}">
      <dgm:prSet/>
      <dgm:spPr/>
      <dgm:t>
        <a:bodyPr/>
        <a:lstStyle/>
        <a:p>
          <a:endParaRPr lang="en-US"/>
        </a:p>
      </dgm:t>
    </dgm:pt>
    <dgm:pt modelId="{5613D92B-7B97-4786-A861-3A42652FED35}" type="sibTrans" cxnId="{F2EE28CA-B6F1-42B4-9FD1-152786855461}">
      <dgm:prSet/>
      <dgm:spPr/>
      <dgm:t>
        <a:bodyPr/>
        <a:lstStyle/>
        <a:p>
          <a:endParaRPr lang="en-US"/>
        </a:p>
      </dgm:t>
    </dgm:pt>
    <dgm:pt modelId="{BBED21F7-9A9F-4F86-A90E-F2ED9456F8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Large amounts of data can be stored and processed rapidly</a:t>
          </a:r>
          <a:endParaRPr lang="en-US"/>
        </a:p>
      </dgm:t>
    </dgm:pt>
    <dgm:pt modelId="{EF1CE789-6761-4698-9E35-AD0E06A94490}" type="parTrans" cxnId="{95E39BF4-20E0-4649-8E2D-ACEFBB4C4ECE}">
      <dgm:prSet/>
      <dgm:spPr/>
      <dgm:t>
        <a:bodyPr/>
        <a:lstStyle/>
        <a:p>
          <a:endParaRPr lang="en-US"/>
        </a:p>
      </dgm:t>
    </dgm:pt>
    <dgm:pt modelId="{90C9B6C1-6A23-4892-906B-0D73AE98E83A}" type="sibTrans" cxnId="{95E39BF4-20E0-4649-8E2D-ACEFBB4C4ECE}">
      <dgm:prSet/>
      <dgm:spPr/>
      <dgm:t>
        <a:bodyPr/>
        <a:lstStyle/>
        <a:p>
          <a:endParaRPr lang="en-US"/>
        </a:p>
      </dgm:t>
    </dgm:pt>
    <dgm:pt modelId="{1ABD0B94-0E2D-40CF-A68D-DF165B9102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group of 8 bits is called a </a:t>
          </a:r>
          <a:r>
            <a:rPr lang="en-US" b="1" i="0" baseline="0"/>
            <a:t>byte</a:t>
          </a:r>
          <a:endParaRPr lang="en-US"/>
        </a:p>
      </dgm:t>
    </dgm:pt>
    <dgm:pt modelId="{5EAED221-B509-43B2-8254-343ACEC4BF55}" type="parTrans" cxnId="{148D8F0B-62FF-4D66-A169-422B3E2775C0}">
      <dgm:prSet/>
      <dgm:spPr/>
      <dgm:t>
        <a:bodyPr/>
        <a:lstStyle/>
        <a:p>
          <a:endParaRPr lang="en-US"/>
        </a:p>
      </dgm:t>
    </dgm:pt>
    <dgm:pt modelId="{4C231B78-BB27-4751-BAB1-8BCF294787D9}" type="sibTrans" cxnId="{148D8F0B-62FF-4D66-A169-422B3E2775C0}">
      <dgm:prSet/>
      <dgm:spPr/>
      <dgm:t>
        <a:bodyPr/>
        <a:lstStyle/>
        <a:p>
          <a:endParaRPr lang="en-US"/>
        </a:p>
      </dgm:t>
    </dgm:pt>
    <dgm:pt modelId="{A99AF885-68D7-455A-938B-0A9A233D7B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One byte can represent </a:t>
          </a:r>
          <a:r>
            <a:rPr lang="en-US" b="1" i="0" baseline="0"/>
            <a:t>256 different values</a:t>
          </a:r>
          <a:endParaRPr lang="en-US"/>
        </a:p>
      </dgm:t>
    </dgm:pt>
    <dgm:pt modelId="{9A48A6D4-91B0-432B-93EB-4B59300DD197}" type="parTrans" cxnId="{01E2653B-3D7F-4622-A82D-EB451D5E5225}">
      <dgm:prSet/>
      <dgm:spPr/>
      <dgm:t>
        <a:bodyPr/>
        <a:lstStyle/>
        <a:p>
          <a:endParaRPr lang="en-US"/>
        </a:p>
      </dgm:t>
    </dgm:pt>
    <dgm:pt modelId="{58394C77-DD04-4809-9FF9-D4205D68227F}" type="sibTrans" cxnId="{01E2653B-3D7F-4622-A82D-EB451D5E5225}">
      <dgm:prSet/>
      <dgm:spPr/>
      <dgm:t>
        <a:bodyPr/>
        <a:lstStyle/>
        <a:p>
          <a:endParaRPr lang="en-US"/>
        </a:p>
      </dgm:t>
    </dgm:pt>
    <dgm:pt modelId="{AFD412A5-E7E4-4727-AC0B-4189F4C6F272}" type="pres">
      <dgm:prSet presAssocID="{85BC7F29-035C-4B5B-A615-4D631BD23E93}" presName="root" presStyleCnt="0">
        <dgm:presLayoutVars>
          <dgm:dir/>
          <dgm:resizeHandles val="exact"/>
        </dgm:presLayoutVars>
      </dgm:prSet>
      <dgm:spPr/>
    </dgm:pt>
    <dgm:pt modelId="{2972AA46-2E00-4178-9420-B08FBE55A431}" type="pres">
      <dgm:prSet presAssocID="{CBF1C824-74CD-40AB-9563-287307FE9744}" presName="compNode" presStyleCnt="0"/>
      <dgm:spPr/>
    </dgm:pt>
    <dgm:pt modelId="{E7425051-5EAF-4572-B89D-87107AE8F022}" type="pres">
      <dgm:prSet presAssocID="{CBF1C824-74CD-40AB-9563-287307FE9744}" presName="bgRect" presStyleLbl="bgShp" presStyleIdx="0" presStyleCnt="5"/>
      <dgm:spPr/>
    </dgm:pt>
    <dgm:pt modelId="{F4D89D67-4C91-4824-ABBE-6AE3B9B195C6}" type="pres">
      <dgm:prSet presAssocID="{CBF1C824-74CD-40AB-9563-287307FE974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25C90F2B-2604-42CD-9403-1F3FE5DA796B}" type="pres">
      <dgm:prSet presAssocID="{CBF1C824-74CD-40AB-9563-287307FE9744}" presName="spaceRect" presStyleCnt="0"/>
      <dgm:spPr/>
    </dgm:pt>
    <dgm:pt modelId="{8383C57A-95E3-4287-9203-083BDB13D53D}" type="pres">
      <dgm:prSet presAssocID="{CBF1C824-74CD-40AB-9563-287307FE9744}" presName="parTx" presStyleLbl="revTx" presStyleIdx="0" presStyleCnt="5">
        <dgm:presLayoutVars>
          <dgm:chMax val="0"/>
          <dgm:chPref val="0"/>
        </dgm:presLayoutVars>
      </dgm:prSet>
      <dgm:spPr/>
    </dgm:pt>
    <dgm:pt modelId="{FA7A418E-621E-4E0F-A62A-30FCA863A77C}" type="pres">
      <dgm:prSet presAssocID="{F2530C26-A423-487C-9B5C-3DD6C0A8435B}" presName="sibTrans" presStyleCnt="0"/>
      <dgm:spPr/>
    </dgm:pt>
    <dgm:pt modelId="{C6E6AEFE-951D-43EA-8B8A-16FEB58A4081}" type="pres">
      <dgm:prSet presAssocID="{DBD48E08-CD24-4AA6-885E-31AA111D203C}" presName="compNode" presStyleCnt="0"/>
      <dgm:spPr/>
    </dgm:pt>
    <dgm:pt modelId="{1FF7729C-ED8C-4403-9E6D-8BC5A703281C}" type="pres">
      <dgm:prSet presAssocID="{DBD48E08-CD24-4AA6-885E-31AA111D203C}" presName="bgRect" presStyleLbl="bgShp" presStyleIdx="1" presStyleCnt="5"/>
      <dgm:spPr/>
    </dgm:pt>
    <dgm:pt modelId="{70E7E692-D41B-4BFC-8F0E-E1D6F1889136}" type="pres">
      <dgm:prSet presAssocID="{DBD48E08-CD24-4AA6-885E-31AA111D203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F33C8BD-3264-41EB-8F25-6599AB08C386}" type="pres">
      <dgm:prSet presAssocID="{DBD48E08-CD24-4AA6-885E-31AA111D203C}" presName="spaceRect" presStyleCnt="0"/>
      <dgm:spPr/>
    </dgm:pt>
    <dgm:pt modelId="{9906636C-379E-4909-B232-7FA06DFB3E53}" type="pres">
      <dgm:prSet presAssocID="{DBD48E08-CD24-4AA6-885E-31AA111D203C}" presName="parTx" presStyleLbl="revTx" presStyleIdx="1" presStyleCnt="5">
        <dgm:presLayoutVars>
          <dgm:chMax val="0"/>
          <dgm:chPref val="0"/>
        </dgm:presLayoutVars>
      </dgm:prSet>
      <dgm:spPr/>
    </dgm:pt>
    <dgm:pt modelId="{81C0416C-1EBD-451B-946B-EA3E4B3F381F}" type="pres">
      <dgm:prSet presAssocID="{5613D92B-7B97-4786-A861-3A42652FED35}" presName="sibTrans" presStyleCnt="0"/>
      <dgm:spPr/>
    </dgm:pt>
    <dgm:pt modelId="{2E302DEF-C7AC-4246-9444-EF55BA3EC53C}" type="pres">
      <dgm:prSet presAssocID="{BBED21F7-9A9F-4F86-A90E-F2ED9456F80F}" presName="compNode" presStyleCnt="0"/>
      <dgm:spPr/>
    </dgm:pt>
    <dgm:pt modelId="{827737E4-137E-4C72-BBD6-F74FA9BF5516}" type="pres">
      <dgm:prSet presAssocID="{BBED21F7-9A9F-4F86-A90E-F2ED9456F80F}" presName="bgRect" presStyleLbl="bgShp" presStyleIdx="2" presStyleCnt="5"/>
      <dgm:spPr/>
    </dgm:pt>
    <dgm:pt modelId="{89DD5B01-1469-495C-9FD8-A8B9C8F4E650}" type="pres">
      <dgm:prSet presAssocID="{BBED21F7-9A9F-4F86-A90E-F2ED9456F80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CDC420E-F87E-4E5D-9B76-86DD3FED9D36}" type="pres">
      <dgm:prSet presAssocID="{BBED21F7-9A9F-4F86-A90E-F2ED9456F80F}" presName="spaceRect" presStyleCnt="0"/>
      <dgm:spPr/>
    </dgm:pt>
    <dgm:pt modelId="{F02D91CF-0B70-45F9-8FF7-C974B357EBE8}" type="pres">
      <dgm:prSet presAssocID="{BBED21F7-9A9F-4F86-A90E-F2ED9456F80F}" presName="parTx" presStyleLbl="revTx" presStyleIdx="2" presStyleCnt="5">
        <dgm:presLayoutVars>
          <dgm:chMax val="0"/>
          <dgm:chPref val="0"/>
        </dgm:presLayoutVars>
      </dgm:prSet>
      <dgm:spPr/>
    </dgm:pt>
    <dgm:pt modelId="{5244D1E2-48AA-4D0F-910A-4B0AE0D621E3}" type="pres">
      <dgm:prSet presAssocID="{90C9B6C1-6A23-4892-906B-0D73AE98E83A}" presName="sibTrans" presStyleCnt="0"/>
      <dgm:spPr/>
    </dgm:pt>
    <dgm:pt modelId="{B0CF078E-F592-479C-9E9E-4193EB79E431}" type="pres">
      <dgm:prSet presAssocID="{1ABD0B94-0E2D-40CF-A68D-DF165B9102F9}" presName="compNode" presStyleCnt="0"/>
      <dgm:spPr/>
    </dgm:pt>
    <dgm:pt modelId="{8AAEAB13-EF01-419C-A62B-E9601262D88E}" type="pres">
      <dgm:prSet presAssocID="{1ABD0B94-0E2D-40CF-A68D-DF165B9102F9}" presName="bgRect" presStyleLbl="bgShp" presStyleIdx="3" presStyleCnt="5"/>
      <dgm:spPr/>
    </dgm:pt>
    <dgm:pt modelId="{B2A2B55D-01B4-4086-A80B-ED2718D5C8E1}" type="pres">
      <dgm:prSet presAssocID="{1ABD0B94-0E2D-40CF-A68D-DF165B9102F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B31364A-F426-4041-A3F4-CFCE52E64759}" type="pres">
      <dgm:prSet presAssocID="{1ABD0B94-0E2D-40CF-A68D-DF165B9102F9}" presName="spaceRect" presStyleCnt="0"/>
      <dgm:spPr/>
    </dgm:pt>
    <dgm:pt modelId="{A498C99B-A407-4746-84A7-AECAE2B2974D}" type="pres">
      <dgm:prSet presAssocID="{1ABD0B94-0E2D-40CF-A68D-DF165B9102F9}" presName="parTx" presStyleLbl="revTx" presStyleIdx="3" presStyleCnt="5">
        <dgm:presLayoutVars>
          <dgm:chMax val="0"/>
          <dgm:chPref val="0"/>
        </dgm:presLayoutVars>
      </dgm:prSet>
      <dgm:spPr/>
    </dgm:pt>
    <dgm:pt modelId="{8AC68198-FD93-4B0F-8EA5-6A575502235D}" type="pres">
      <dgm:prSet presAssocID="{4C231B78-BB27-4751-BAB1-8BCF294787D9}" presName="sibTrans" presStyleCnt="0"/>
      <dgm:spPr/>
    </dgm:pt>
    <dgm:pt modelId="{3DEA88A5-ECB9-4612-9E64-33BCB8E3D620}" type="pres">
      <dgm:prSet presAssocID="{A99AF885-68D7-455A-938B-0A9A233D7B64}" presName="compNode" presStyleCnt="0"/>
      <dgm:spPr/>
    </dgm:pt>
    <dgm:pt modelId="{65A3714A-AE3E-449D-8402-75B4235E7DD4}" type="pres">
      <dgm:prSet presAssocID="{A99AF885-68D7-455A-938B-0A9A233D7B64}" presName="bgRect" presStyleLbl="bgShp" presStyleIdx="4" presStyleCnt="5"/>
      <dgm:spPr/>
    </dgm:pt>
    <dgm:pt modelId="{F7559E80-42F5-4065-8132-D4CA0866D966}" type="pres">
      <dgm:prSet presAssocID="{A99AF885-68D7-455A-938B-0A9A233D7B6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7A12CBA-CC34-4600-A9D1-50EAE7776E20}" type="pres">
      <dgm:prSet presAssocID="{A99AF885-68D7-455A-938B-0A9A233D7B64}" presName="spaceRect" presStyleCnt="0"/>
      <dgm:spPr/>
    </dgm:pt>
    <dgm:pt modelId="{9C0DF974-9870-4C76-B229-A72FD892198C}" type="pres">
      <dgm:prSet presAssocID="{A99AF885-68D7-455A-938B-0A9A233D7B6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48D8F0B-62FF-4D66-A169-422B3E2775C0}" srcId="{85BC7F29-035C-4B5B-A615-4D631BD23E93}" destId="{1ABD0B94-0E2D-40CF-A68D-DF165B9102F9}" srcOrd="3" destOrd="0" parTransId="{5EAED221-B509-43B2-8254-343ACEC4BF55}" sibTransId="{4C231B78-BB27-4751-BAB1-8BCF294787D9}"/>
    <dgm:cxn modelId="{1509390F-C61A-4F14-BAC5-954B153C8FE5}" type="presOf" srcId="{BBED21F7-9A9F-4F86-A90E-F2ED9456F80F}" destId="{F02D91CF-0B70-45F9-8FF7-C974B357EBE8}" srcOrd="0" destOrd="0" presId="urn:microsoft.com/office/officeart/2018/2/layout/IconVerticalSolidList"/>
    <dgm:cxn modelId="{01E2653B-3D7F-4622-A82D-EB451D5E5225}" srcId="{85BC7F29-035C-4B5B-A615-4D631BD23E93}" destId="{A99AF885-68D7-455A-938B-0A9A233D7B64}" srcOrd="4" destOrd="0" parTransId="{9A48A6D4-91B0-432B-93EB-4B59300DD197}" sibTransId="{58394C77-DD04-4809-9FF9-D4205D68227F}"/>
    <dgm:cxn modelId="{DB0AB16E-44F3-4355-BD5F-B4D0BF5D66B2}" type="presOf" srcId="{CBF1C824-74CD-40AB-9563-287307FE9744}" destId="{8383C57A-95E3-4287-9203-083BDB13D53D}" srcOrd="0" destOrd="0" presId="urn:microsoft.com/office/officeart/2018/2/layout/IconVerticalSolidList"/>
    <dgm:cxn modelId="{41BA1675-F5F6-4D03-879C-A926C073E56F}" type="presOf" srcId="{85BC7F29-035C-4B5B-A615-4D631BD23E93}" destId="{AFD412A5-E7E4-4727-AC0B-4189F4C6F272}" srcOrd="0" destOrd="0" presId="urn:microsoft.com/office/officeart/2018/2/layout/IconVerticalSolidList"/>
    <dgm:cxn modelId="{8FC9087E-1411-4A90-AA2B-67A545E589F1}" type="presOf" srcId="{1ABD0B94-0E2D-40CF-A68D-DF165B9102F9}" destId="{A498C99B-A407-4746-84A7-AECAE2B2974D}" srcOrd="0" destOrd="0" presId="urn:microsoft.com/office/officeart/2018/2/layout/IconVerticalSolidList"/>
    <dgm:cxn modelId="{F2EE28CA-B6F1-42B4-9FD1-152786855461}" srcId="{85BC7F29-035C-4B5B-A615-4D631BD23E93}" destId="{DBD48E08-CD24-4AA6-885E-31AA111D203C}" srcOrd="1" destOrd="0" parTransId="{EC104995-FC86-4F40-B681-5BEFB2F8148C}" sibTransId="{5613D92B-7B97-4786-A861-3A42652FED35}"/>
    <dgm:cxn modelId="{3343E1E0-986F-4AA0-B158-99C31F3B466C}" srcId="{85BC7F29-035C-4B5B-A615-4D631BD23E93}" destId="{CBF1C824-74CD-40AB-9563-287307FE9744}" srcOrd="0" destOrd="0" parTransId="{D6BB3F2B-09B3-46FB-94E4-AAD877660D19}" sibTransId="{F2530C26-A423-487C-9B5C-3DD6C0A8435B}"/>
    <dgm:cxn modelId="{93DFB9E9-D126-49CC-BDE6-CC8663DDF89E}" type="presOf" srcId="{A99AF885-68D7-455A-938B-0A9A233D7B64}" destId="{9C0DF974-9870-4C76-B229-A72FD892198C}" srcOrd="0" destOrd="0" presId="urn:microsoft.com/office/officeart/2018/2/layout/IconVerticalSolidList"/>
    <dgm:cxn modelId="{354495EC-A995-45C9-80A4-8D451DD2DBD2}" type="presOf" srcId="{DBD48E08-CD24-4AA6-885E-31AA111D203C}" destId="{9906636C-379E-4909-B232-7FA06DFB3E53}" srcOrd="0" destOrd="0" presId="urn:microsoft.com/office/officeart/2018/2/layout/IconVerticalSolidList"/>
    <dgm:cxn modelId="{95E39BF4-20E0-4649-8E2D-ACEFBB4C4ECE}" srcId="{85BC7F29-035C-4B5B-A615-4D631BD23E93}" destId="{BBED21F7-9A9F-4F86-A90E-F2ED9456F80F}" srcOrd="2" destOrd="0" parTransId="{EF1CE789-6761-4698-9E35-AD0E06A94490}" sibTransId="{90C9B6C1-6A23-4892-906B-0D73AE98E83A}"/>
    <dgm:cxn modelId="{29C9CF23-E3B2-4F52-9C8D-A01A10D81A3A}" type="presParOf" srcId="{AFD412A5-E7E4-4727-AC0B-4189F4C6F272}" destId="{2972AA46-2E00-4178-9420-B08FBE55A431}" srcOrd="0" destOrd="0" presId="urn:microsoft.com/office/officeart/2018/2/layout/IconVerticalSolidList"/>
    <dgm:cxn modelId="{9B13AC05-D6DB-4BDC-B14A-7E9DED6672D1}" type="presParOf" srcId="{2972AA46-2E00-4178-9420-B08FBE55A431}" destId="{E7425051-5EAF-4572-B89D-87107AE8F022}" srcOrd="0" destOrd="0" presId="urn:microsoft.com/office/officeart/2018/2/layout/IconVerticalSolidList"/>
    <dgm:cxn modelId="{B13A3577-18E5-4665-846D-72A6DF45DDA9}" type="presParOf" srcId="{2972AA46-2E00-4178-9420-B08FBE55A431}" destId="{F4D89D67-4C91-4824-ABBE-6AE3B9B195C6}" srcOrd="1" destOrd="0" presId="urn:microsoft.com/office/officeart/2018/2/layout/IconVerticalSolidList"/>
    <dgm:cxn modelId="{7EFF574B-AF0F-46F2-94B2-0C97AF14BFA4}" type="presParOf" srcId="{2972AA46-2E00-4178-9420-B08FBE55A431}" destId="{25C90F2B-2604-42CD-9403-1F3FE5DA796B}" srcOrd="2" destOrd="0" presId="urn:microsoft.com/office/officeart/2018/2/layout/IconVerticalSolidList"/>
    <dgm:cxn modelId="{4EFFA8DD-86DE-4DF5-9D77-AC02C6F4C6F7}" type="presParOf" srcId="{2972AA46-2E00-4178-9420-B08FBE55A431}" destId="{8383C57A-95E3-4287-9203-083BDB13D53D}" srcOrd="3" destOrd="0" presId="urn:microsoft.com/office/officeart/2018/2/layout/IconVerticalSolidList"/>
    <dgm:cxn modelId="{65B47549-617D-4E2C-92D3-638EF210A692}" type="presParOf" srcId="{AFD412A5-E7E4-4727-AC0B-4189F4C6F272}" destId="{FA7A418E-621E-4E0F-A62A-30FCA863A77C}" srcOrd="1" destOrd="0" presId="urn:microsoft.com/office/officeart/2018/2/layout/IconVerticalSolidList"/>
    <dgm:cxn modelId="{30DC4AD8-C3CA-4B7C-9A47-C20FDB569212}" type="presParOf" srcId="{AFD412A5-E7E4-4727-AC0B-4189F4C6F272}" destId="{C6E6AEFE-951D-43EA-8B8A-16FEB58A4081}" srcOrd="2" destOrd="0" presId="urn:microsoft.com/office/officeart/2018/2/layout/IconVerticalSolidList"/>
    <dgm:cxn modelId="{C80EBFCE-4DFE-4E79-8B67-400C5FCD297A}" type="presParOf" srcId="{C6E6AEFE-951D-43EA-8B8A-16FEB58A4081}" destId="{1FF7729C-ED8C-4403-9E6D-8BC5A703281C}" srcOrd="0" destOrd="0" presId="urn:microsoft.com/office/officeart/2018/2/layout/IconVerticalSolidList"/>
    <dgm:cxn modelId="{0FC5CC0E-BBCD-47B6-85E9-FAB3FD68DEF5}" type="presParOf" srcId="{C6E6AEFE-951D-43EA-8B8A-16FEB58A4081}" destId="{70E7E692-D41B-4BFC-8F0E-E1D6F1889136}" srcOrd="1" destOrd="0" presId="urn:microsoft.com/office/officeart/2018/2/layout/IconVerticalSolidList"/>
    <dgm:cxn modelId="{E62895A6-DF94-4A5C-B926-2CAFAA570010}" type="presParOf" srcId="{C6E6AEFE-951D-43EA-8B8A-16FEB58A4081}" destId="{8F33C8BD-3264-41EB-8F25-6599AB08C386}" srcOrd="2" destOrd="0" presId="urn:microsoft.com/office/officeart/2018/2/layout/IconVerticalSolidList"/>
    <dgm:cxn modelId="{FAB0D2FE-869E-4890-BADB-41811433BA08}" type="presParOf" srcId="{C6E6AEFE-951D-43EA-8B8A-16FEB58A4081}" destId="{9906636C-379E-4909-B232-7FA06DFB3E53}" srcOrd="3" destOrd="0" presId="urn:microsoft.com/office/officeart/2018/2/layout/IconVerticalSolidList"/>
    <dgm:cxn modelId="{46F4E5C2-E1C1-460E-92F4-E8803EACD783}" type="presParOf" srcId="{AFD412A5-E7E4-4727-AC0B-4189F4C6F272}" destId="{81C0416C-1EBD-451B-946B-EA3E4B3F381F}" srcOrd="3" destOrd="0" presId="urn:microsoft.com/office/officeart/2018/2/layout/IconVerticalSolidList"/>
    <dgm:cxn modelId="{0502DB6D-A786-470D-9836-BC8DAF7F0101}" type="presParOf" srcId="{AFD412A5-E7E4-4727-AC0B-4189F4C6F272}" destId="{2E302DEF-C7AC-4246-9444-EF55BA3EC53C}" srcOrd="4" destOrd="0" presId="urn:microsoft.com/office/officeart/2018/2/layout/IconVerticalSolidList"/>
    <dgm:cxn modelId="{5191D014-0067-4128-B8DD-1355A4CF29CF}" type="presParOf" srcId="{2E302DEF-C7AC-4246-9444-EF55BA3EC53C}" destId="{827737E4-137E-4C72-BBD6-F74FA9BF5516}" srcOrd="0" destOrd="0" presId="urn:microsoft.com/office/officeart/2018/2/layout/IconVerticalSolidList"/>
    <dgm:cxn modelId="{9A2F030F-9A2C-4036-BA5E-E27F1EC99216}" type="presParOf" srcId="{2E302DEF-C7AC-4246-9444-EF55BA3EC53C}" destId="{89DD5B01-1469-495C-9FD8-A8B9C8F4E650}" srcOrd="1" destOrd="0" presId="urn:microsoft.com/office/officeart/2018/2/layout/IconVerticalSolidList"/>
    <dgm:cxn modelId="{7A35A6A8-A52C-46FA-8C26-CAE1166F7C49}" type="presParOf" srcId="{2E302DEF-C7AC-4246-9444-EF55BA3EC53C}" destId="{ACDC420E-F87E-4E5D-9B76-86DD3FED9D36}" srcOrd="2" destOrd="0" presId="urn:microsoft.com/office/officeart/2018/2/layout/IconVerticalSolidList"/>
    <dgm:cxn modelId="{3D56848A-4DF8-47EE-A37F-AE69FB9C42BD}" type="presParOf" srcId="{2E302DEF-C7AC-4246-9444-EF55BA3EC53C}" destId="{F02D91CF-0B70-45F9-8FF7-C974B357EBE8}" srcOrd="3" destOrd="0" presId="urn:microsoft.com/office/officeart/2018/2/layout/IconVerticalSolidList"/>
    <dgm:cxn modelId="{6CC6B0CD-3FDC-4648-A240-FB38D606502F}" type="presParOf" srcId="{AFD412A5-E7E4-4727-AC0B-4189F4C6F272}" destId="{5244D1E2-48AA-4D0F-910A-4B0AE0D621E3}" srcOrd="5" destOrd="0" presId="urn:microsoft.com/office/officeart/2018/2/layout/IconVerticalSolidList"/>
    <dgm:cxn modelId="{56341F48-D3CD-4F9C-8F2F-3FAD83E42ABB}" type="presParOf" srcId="{AFD412A5-E7E4-4727-AC0B-4189F4C6F272}" destId="{B0CF078E-F592-479C-9E9E-4193EB79E431}" srcOrd="6" destOrd="0" presId="urn:microsoft.com/office/officeart/2018/2/layout/IconVerticalSolidList"/>
    <dgm:cxn modelId="{02FB3BC7-526F-4F57-974C-7CD3501BC84C}" type="presParOf" srcId="{B0CF078E-F592-479C-9E9E-4193EB79E431}" destId="{8AAEAB13-EF01-419C-A62B-E9601262D88E}" srcOrd="0" destOrd="0" presId="urn:microsoft.com/office/officeart/2018/2/layout/IconVerticalSolidList"/>
    <dgm:cxn modelId="{502759FF-B3D6-4A48-A875-2E3A4CB18EEC}" type="presParOf" srcId="{B0CF078E-F592-479C-9E9E-4193EB79E431}" destId="{B2A2B55D-01B4-4086-A80B-ED2718D5C8E1}" srcOrd="1" destOrd="0" presId="urn:microsoft.com/office/officeart/2018/2/layout/IconVerticalSolidList"/>
    <dgm:cxn modelId="{F2516B77-ECAB-4399-B340-63D8952EA9FA}" type="presParOf" srcId="{B0CF078E-F592-479C-9E9E-4193EB79E431}" destId="{CB31364A-F426-4041-A3F4-CFCE52E64759}" srcOrd="2" destOrd="0" presId="urn:microsoft.com/office/officeart/2018/2/layout/IconVerticalSolidList"/>
    <dgm:cxn modelId="{6293AB7F-FF7B-4904-BBF6-0C500ACC05B3}" type="presParOf" srcId="{B0CF078E-F592-479C-9E9E-4193EB79E431}" destId="{A498C99B-A407-4746-84A7-AECAE2B2974D}" srcOrd="3" destOrd="0" presId="urn:microsoft.com/office/officeart/2018/2/layout/IconVerticalSolidList"/>
    <dgm:cxn modelId="{54890B27-57F7-4DE2-92A9-4590AD4C6190}" type="presParOf" srcId="{AFD412A5-E7E4-4727-AC0B-4189F4C6F272}" destId="{8AC68198-FD93-4B0F-8EA5-6A575502235D}" srcOrd="7" destOrd="0" presId="urn:microsoft.com/office/officeart/2018/2/layout/IconVerticalSolidList"/>
    <dgm:cxn modelId="{599EEB4B-81CB-4845-A141-5D2BAFDB6D56}" type="presParOf" srcId="{AFD412A5-E7E4-4727-AC0B-4189F4C6F272}" destId="{3DEA88A5-ECB9-4612-9E64-33BCB8E3D620}" srcOrd="8" destOrd="0" presId="urn:microsoft.com/office/officeart/2018/2/layout/IconVerticalSolidList"/>
    <dgm:cxn modelId="{79ABA9C8-B6EC-4DF1-A7EA-80C87CC449FA}" type="presParOf" srcId="{3DEA88A5-ECB9-4612-9E64-33BCB8E3D620}" destId="{65A3714A-AE3E-449D-8402-75B4235E7DD4}" srcOrd="0" destOrd="0" presId="urn:microsoft.com/office/officeart/2018/2/layout/IconVerticalSolidList"/>
    <dgm:cxn modelId="{207ECCCD-79D6-42A8-91C1-65EBB04AC7CD}" type="presParOf" srcId="{3DEA88A5-ECB9-4612-9E64-33BCB8E3D620}" destId="{F7559E80-42F5-4065-8132-D4CA0866D966}" srcOrd="1" destOrd="0" presId="urn:microsoft.com/office/officeart/2018/2/layout/IconVerticalSolidList"/>
    <dgm:cxn modelId="{D4208F7A-E860-43F5-900C-09842DDC585F}" type="presParOf" srcId="{3DEA88A5-ECB9-4612-9E64-33BCB8E3D620}" destId="{B7A12CBA-CC34-4600-A9D1-50EAE7776E20}" srcOrd="2" destOrd="0" presId="urn:microsoft.com/office/officeart/2018/2/layout/IconVerticalSolidList"/>
    <dgm:cxn modelId="{A348CCCC-402D-4DBF-97F8-23D39AAA369A}" type="presParOf" srcId="{3DEA88A5-ECB9-4612-9E64-33BCB8E3D620}" destId="{9C0DF974-9870-4C76-B229-A72FD89219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D91DEA-9729-4E8F-871F-AE4E7033195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15F659-2DC4-4165-9DE7-4C66C61475EF}">
      <dgm:prSet/>
      <dgm:spPr/>
      <dgm:t>
        <a:bodyPr/>
        <a:lstStyle/>
        <a:p>
          <a:r>
            <a:rPr lang="en-US" b="1" i="0" baseline="0"/>
            <a:t>Analog data</a:t>
          </a:r>
          <a:r>
            <a:rPr lang="en-US" b="0" i="0" baseline="0"/>
            <a:t>: changes smoothly (sound volume, speed, light)</a:t>
          </a:r>
          <a:endParaRPr lang="en-US"/>
        </a:p>
      </dgm:t>
    </dgm:pt>
    <dgm:pt modelId="{C066AEB2-7219-4421-AD5E-C5EF356369AC}" type="parTrans" cxnId="{D545A3DC-81A7-4C50-B580-5091CBC97810}">
      <dgm:prSet/>
      <dgm:spPr/>
      <dgm:t>
        <a:bodyPr/>
        <a:lstStyle/>
        <a:p>
          <a:endParaRPr lang="en-US"/>
        </a:p>
      </dgm:t>
    </dgm:pt>
    <dgm:pt modelId="{15460A2B-65DF-4F96-8C65-733F1F16EF4D}" type="sibTrans" cxnId="{D545A3DC-81A7-4C50-B580-5091CBC97810}">
      <dgm:prSet/>
      <dgm:spPr/>
      <dgm:t>
        <a:bodyPr/>
        <a:lstStyle/>
        <a:p>
          <a:endParaRPr lang="en-US"/>
        </a:p>
      </dgm:t>
    </dgm:pt>
    <dgm:pt modelId="{36C2781B-4961-4F29-9374-5433D77FB464}">
      <dgm:prSet/>
      <dgm:spPr/>
      <dgm:t>
        <a:bodyPr/>
        <a:lstStyle/>
        <a:p>
          <a:r>
            <a:rPr lang="en-US" b="1" i="0" baseline="0"/>
            <a:t>Digital data</a:t>
          </a:r>
          <a:r>
            <a:rPr lang="en-US" b="0" i="0" baseline="0"/>
            <a:t>: fixed, counted values</a:t>
          </a:r>
          <a:endParaRPr lang="en-US"/>
        </a:p>
      </dgm:t>
    </dgm:pt>
    <dgm:pt modelId="{6E116D5A-AAA3-43FA-A49B-E02CE8781B93}" type="parTrans" cxnId="{14BB5A9F-81BA-45B6-B804-5B5A70D945A4}">
      <dgm:prSet/>
      <dgm:spPr/>
      <dgm:t>
        <a:bodyPr/>
        <a:lstStyle/>
        <a:p>
          <a:endParaRPr lang="en-US"/>
        </a:p>
      </dgm:t>
    </dgm:pt>
    <dgm:pt modelId="{F57C0813-9241-4510-BD0C-6A0E2C48B632}" type="sibTrans" cxnId="{14BB5A9F-81BA-45B6-B804-5B5A70D945A4}">
      <dgm:prSet/>
      <dgm:spPr/>
      <dgm:t>
        <a:bodyPr/>
        <a:lstStyle/>
        <a:p>
          <a:endParaRPr lang="en-US"/>
        </a:p>
      </dgm:t>
    </dgm:pt>
    <dgm:pt modelId="{B1A76943-9F3F-4E25-B7F9-B539471CAEEE}">
      <dgm:prSet/>
      <dgm:spPr/>
      <dgm:t>
        <a:bodyPr/>
        <a:lstStyle/>
        <a:p>
          <a:r>
            <a:rPr lang="en-US" b="0" i="0" baseline="0"/>
            <a:t>Computers work only with </a:t>
          </a:r>
          <a:r>
            <a:rPr lang="en-US" b="1" i="0" baseline="0"/>
            <a:t>digital data</a:t>
          </a:r>
          <a:endParaRPr lang="en-US"/>
        </a:p>
      </dgm:t>
    </dgm:pt>
    <dgm:pt modelId="{EBFA9862-6262-4B1B-B3E1-3DEA966237D9}" type="parTrans" cxnId="{76980EFD-82BE-4864-B7DE-3B1EE6D58264}">
      <dgm:prSet/>
      <dgm:spPr/>
      <dgm:t>
        <a:bodyPr/>
        <a:lstStyle/>
        <a:p>
          <a:endParaRPr lang="en-US"/>
        </a:p>
      </dgm:t>
    </dgm:pt>
    <dgm:pt modelId="{249717FB-A04E-4ABF-838F-5E59ABDDC87E}" type="sibTrans" cxnId="{76980EFD-82BE-4864-B7DE-3B1EE6D58264}">
      <dgm:prSet/>
      <dgm:spPr/>
      <dgm:t>
        <a:bodyPr/>
        <a:lstStyle/>
        <a:p>
          <a:endParaRPr lang="en-US"/>
        </a:p>
      </dgm:t>
    </dgm:pt>
    <dgm:pt modelId="{08A8E124-C47E-4F9E-B3C0-E83CB2E10881}">
      <dgm:prSet/>
      <dgm:spPr/>
      <dgm:t>
        <a:bodyPr/>
        <a:lstStyle/>
        <a:p>
          <a:r>
            <a:rPr lang="en-US" b="0" i="0" baseline="0"/>
            <a:t>Analog data must be </a:t>
          </a:r>
          <a:r>
            <a:rPr lang="en-US" b="1" i="0" baseline="0"/>
            <a:t>digitised</a:t>
          </a:r>
          <a:r>
            <a:rPr lang="en-US" b="0" i="0" baseline="0"/>
            <a:t> before processing</a:t>
          </a:r>
          <a:endParaRPr lang="en-US"/>
        </a:p>
      </dgm:t>
    </dgm:pt>
    <dgm:pt modelId="{4C2AE9C6-F970-4CCE-B354-9C1969969A7A}" type="parTrans" cxnId="{6FFDD2D0-23D6-48EA-A753-1BD7893E0147}">
      <dgm:prSet/>
      <dgm:spPr/>
      <dgm:t>
        <a:bodyPr/>
        <a:lstStyle/>
        <a:p>
          <a:endParaRPr lang="en-US"/>
        </a:p>
      </dgm:t>
    </dgm:pt>
    <dgm:pt modelId="{0F9D22C8-E63A-448A-B260-9F9618E37E72}" type="sibTrans" cxnId="{6FFDD2D0-23D6-48EA-A753-1BD7893E0147}">
      <dgm:prSet/>
      <dgm:spPr/>
      <dgm:t>
        <a:bodyPr/>
        <a:lstStyle/>
        <a:p>
          <a:endParaRPr lang="en-US"/>
        </a:p>
      </dgm:t>
    </dgm:pt>
    <dgm:pt modelId="{47F4432E-9E94-4FA0-9097-1DDB26821663}">
      <dgm:prSet/>
      <dgm:spPr/>
      <dgm:t>
        <a:bodyPr/>
        <a:lstStyle/>
        <a:p>
          <a:r>
            <a:rPr lang="en-US" b="0" i="0" baseline="0"/>
            <a:t>Example: microphone sound converted by a sound card</a:t>
          </a:r>
          <a:endParaRPr lang="en-US"/>
        </a:p>
      </dgm:t>
    </dgm:pt>
    <dgm:pt modelId="{59EFAD00-402B-4005-8A3C-77D6199594D0}" type="parTrans" cxnId="{F03059FB-F99F-4A02-A456-B375E241AD43}">
      <dgm:prSet/>
      <dgm:spPr/>
      <dgm:t>
        <a:bodyPr/>
        <a:lstStyle/>
        <a:p>
          <a:endParaRPr lang="en-US"/>
        </a:p>
      </dgm:t>
    </dgm:pt>
    <dgm:pt modelId="{9CA6832E-A13A-47E6-BB43-FE9EBA0C5CD9}" type="sibTrans" cxnId="{F03059FB-F99F-4A02-A456-B375E241AD43}">
      <dgm:prSet/>
      <dgm:spPr/>
      <dgm:t>
        <a:bodyPr/>
        <a:lstStyle/>
        <a:p>
          <a:endParaRPr lang="en-US"/>
        </a:p>
      </dgm:t>
    </dgm:pt>
    <dgm:pt modelId="{AC41E2DD-AF69-43F5-88A2-149A5EF4926D}" type="pres">
      <dgm:prSet presAssocID="{96D91DEA-9729-4E8F-871F-AE4E70331959}" presName="vert0" presStyleCnt="0">
        <dgm:presLayoutVars>
          <dgm:dir/>
          <dgm:animOne val="branch"/>
          <dgm:animLvl val="lvl"/>
        </dgm:presLayoutVars>
      </dgm:prSet>
      <dgm:spPr/>
    </dgm:pt>
    <dgm:pt modelId="{AA972AF0-EA0C-49CE-84A8-66000FD1B3D0}" type="pres">
      <dgm:prSet presAssocID="{A315F659-2DC4-4165-9DE7-4C66C61475EF}" presName="thickLine" presStyleLbl="alignNode1" presStyleIdx="0" presStyleCnt="5"/>
      <dgm:spPr/>
    </dgm:pt>
    <dgm:pt modelId="{6D6A3C33-4181-4ADC-8D01-E0D9FF5D8603}" type="pres">
      <dgm:prSet presAssocID="{A315F659-2DC4-4165-9DE7-4C66C61475EF}" presName="horz1" presStyleCnt="0"/>
      <dgm:spPr/>
    </dgm:pt>
    <dgm:pt modelId="{CBCB0FBD-6DD0-476B-A622-AFDC929AA216}" type="pres">
      <dgm:prSet presAssocID="{A315F659-2DC4-4165-9DE7-4C66C61475EF}" presName="tx1" presStyleLbl="revTx" presStyleIdx="0" presStyleCnt="5"/>
      <dgm:spPr/>
    </dgm:pt>
    <dgm:pt modelId="{79B80355-FE72-483D-B917-ADF5BE9A4B03}" type="pres">
      <dgm:prSet presAssocID="{A315F659-2DC4-4165-9DE7-4C66C61475EF}" presName="vert1" presStyleCnt="0"/>
      <dgm:spPr/>
    </dgm:pt>
    <dgm:pt modelId="{5C4E710D-285C-4D4F-A3B9-4B290E5BBAFF}" type="pres">
      <dgm:prSet presAssocID="{36C2781B-4961-4F29-9374-5433D77FB464}" presName="thickLine" presStyleLbl="alignNode1" presStyleIdx="1" presStyleCnt="5"/>
      <dgm:spPr/>
    </dgm:pt>
    <dgm:pt modelId="{CEE81735-E4A8-44EB-93C0-3D0B202B7E55}" type="pres">
      <dgm:prSet presAssocID="{36C2781B-4961-4F29-9374-5433D77FB464}" presName="horz1" presStyleCnt="0"/>
      <dgm:spPr/>
    </dgm:pt>
    <dgm:pt modelId="{110DE13F-636B-48AC-A5A2-489AA74CE498}" type="pres">
      <dgm:prSet presAssocID="{36C2781B-4961-4F29-9374-5433D77FB464}" presName="tx1" presStyleLbl="revTx" presStyleIdx="1" presStyleCnt="5"/>
      <dgm:spPr/>
    </dgm:pt>
    <dgm:pt modelId="{CE4A5E3F-04D9-4AFC-AB61-C6BCD53E197D}" type="pres">
      <dgm:prSet presAssocID="{36C2781B-4961-4F29-9374-5433D77FB464}" presName="vert1" presStyleCnt="0"/>
      <dgm:spPr/>
    </dgm:pt>
    <dgm:pt modelId="{395FAFCB-6F42-4C7E-A9BE-E3DAA0D60060}" type="pres">
      <dgm:prSet presAssocID="{B1A76943-9F3F-4E25-B7F9-B539471CAEEE}" presName="thickLine" presStyleLbl="alignNode1" presStyleIdx="2" presStyleCnt="5"/>
      <dgm:spPr/>
    </dgm:pt>
    <dgm:pt modelId="{6F02AD83-BAFB-46EA-AF9B-A8674B131CD9}" type="pres">
      <dgm:prSet presAssocID="{B1A76943-9F3F-4E25-B7F9-B539471CAEEE}" presName="horz1" presStyleCnt="0"/>
      <dgm:spPr/>
    </dgm:pt>
    <dgm:pt modelId="{3C004DDB-5023-4C68-A944-81F4796D9858}" type="pres">
      <dgm:prSet presAssocID="{B1A76943-9F3F-4E25-B7F9-B539471CAEEE}" presName="tx1" presStyleLbl="revTx" presStyleIdx="2" presStyleCnt="5"/>
      <dgm:spPr/>
    </dgm:pt>
    <dgm:pt modelId="{81981B30-9063-448A-9028-0C1D9A610D8F}" type="pres">
      <dgm:prSet presAssocID="{B1A76943-9F3F-4E25-B7F9-B539471CAEEE}" presName="vert1" presStyleCnt="0"/>
      <dgm:spPr/>
    </dgm:pt>
    <dgm:pt modelId="{A22C8708-24E3-478D-9348-26DA391A8808}" type="pres">
      <dgm:prSet presAssocID="{08A8E124-C47E-4F9E-B3C0-E83CB2E10881}" presName="thickLine" presStyleLbl="alignNode1" presStyleIdx="3" presStyleCnt="5"/>
      <dgm:spPr/>
    </dgm:pt>
    <dgm:pt modelId="{B7DCBAC3-52A1-4677-9107-FF7B0827FA7C}" type="pres">
      <dgm:prSet presAssocID="{08A8E124-C47E-4F9E-B3C0-E83CB2E10881}" presName="horz1" presStyleCnt="0"/>
      <dgm:spPr/>
    </dgm:pt>
    <dgm:pt modelId="{151578F0-6021-482C-9066-4AF0BF771C3D}" type="pres">
      <dgm:prSet presAssocID="{08A8E124-C47E-4F9E-B3C0-E83CB2E10881}" presName="tx1" presStyleLbl="revTx" presStyleIdx="3" presStyleCnt="5"/>
      <dgm:spPr/>
    </dgm:pt>
    <dgm:pt modelId="{8A446B9E-7C77-4458-A894-34EE2522F24B}" type="pres">
      <dgm:prSet presAssocID="{08A8E124-C47E-4F9E-B3C0-E83CB2E10881}" presName="vert1" presStyleCnt="0"/>
      <dgm:spPr/>
    </dgm:pt>
    <dgm:pt modelId="{E2F81EBF-34E4-4325-BF60-6B209F719595}" type="pres">
      <dgm:prSet presAssocID="{47F4432E-9E94-4FA0-9097-1DDB26821663}" presName="thickLine" presStyleLbl="alignNode1" presStyleIdx="4" presStyleCnt="5"/>
      <dgm:spPr/>
    </dgm:pt>
    <dgm:pt modelId="{15ACA527-FF7B-4D5D-BE7F-856F57A614A9}" type="pres">
      <dgm:prSet presAssocID="{47F4432E-9E94-4FA0-9097-1DDB26821663}" presName="horz1" presStyleCnt="0"/>
      <dgm:spPr/>
    </dgm:pt>
    <dgm:pt modelId="{9882E896-B7F9-434F-8A53-39C4FFA4053E}" type="pres">
      <dgm:prSet presAssocID="{47F4432E-9E94-4FA0-9097-1DDB26821663}" presName="tx1" presStyleLbl="revTx" presStyleIdx="4" presStyleCnt="5"/>
      <dgm:spPr/>
    </dgm:pt>
    <dgm:pt modelId="{B98C08F5-A8FB-44D0-A469-6D8E71E2F4C7}" type="pres">
      <dgm:prSet presAssocID="{47F4432E-9E94-4FA0-9097-1DDB26821663}" presName="vert1" presStyleCnt="0"/>
      <dgm:spPr/>
    </dgm:pt>
  </dgm:ptLst>
  <dgm:cxnLst>
    <dgm:cxn modelId="{303EC709-90A2-489A-840A-B30EE10DE864}" type="presOf" srcId="{96D91DEA-9729-4E8F-871F-AE4E70331959}" destId="{AC41E2DD-AF69-43F5-88A2-149A5EF4926D}" srcOrd="0" destOrd="0" presId="urn:microsoft.com/office/officeart/2008/layout/LinedList"/>
    <dgm:cxn modelId="{C4BE920C-C85B-43C2-8951-008AE6C678C6}" type="presOf" srcId="{B1A76943-9F3F-4E25-B7F9-B539471CAEEE}" destId="{3C004DDB-5023-4C68-A944-81F4796D9858}" srcOrd="0" destOrd="0" presId="urn:microsoft.com/office/officeart/2008/layout/LinedList"/>
    <dgm:cxn modelId="{418C284F-906B-44F8-939D-70BB857B5F67}" type="presOf" srcId="{A315F659-2DC4-4165-9DE7-4C66C61475EF}" destId="{CBCB0FBD-6DD0-476B-A622-AFDC929AA216}" srcOrd="0" destOrd="0" presId="urn:microsoft.com/office/officeart/2008/layout/LinedList"/>
    <dgm:cxn modelId="{F1417B88-A6F5-4AF7-ABCB-6CA09689CA96}" type="presOf" srcId="{36C2781B-4961-4F29-9374-5433D77FB464}" destId="{110DE13F-636B-48AC-A5A2-489AA74CE498}" srcOrd="0" destOrd="0" presId="urn:microsoft.com/office/officeart/2008/layout/LinedList"/>
    <dgm:cxn modelId="{14BB5A9F-81BA-45B6-B804-5B5A70D945A4}" srcId="{96D91DEA-9729-4E8F-871F-AE4E70331959}" destId="{36C2781B-4961-4F29-9374-5433D77FB464}" srcOrd="1" destOrd="0" parTransId="{6E116D5A-AAA3-43FA-A49B-E02CE8781B93}" sibTransId="{F57C0813-9241-4510-BD0C-6A0E2C48B632}"/>
    <dgm:cxn modelId="{6FFDD2D0-23D6-48EA-A753-1BD7893E0147}" srcId="{96D91DEA-9729-4E8F-871F-AE4E70331959}" destId="{08A8E124-C47E-4F9E-B3C0-E83CB2E10881}" srcOrd="3" destOrd="0" parTransId="{4C2AE9C6-F970-4CCE-B354-9C1969969A7A}" sibTransId="{0F9D22C8-E63A-448A-B260-9F9618E37E72}"/>
    <dgm:cxn modelId="{D545A3DC-81A7-4C50-B580-5091CBC97810}" srcId="{96D91DEA-9729-4E8F-871F-AE4E70331959}" destId="{A315F659-2DC4-4165-9DE7-4C66C61475EF}" srcOrd="0" destOrd="0" parTransId="{C066AEB2-7219-4421-AD5E-C5EF356369AC}" sibTransId="{15460A2B-65DF-4F96-8C65-733F1F16EF4D}"/>
    <dgm:cxn modelId="{A5A078E8-18C7-4345-B67C-92398700B870}" type="presOf" srcId="{08A8E124-C47E-4F9E-B3C0-E83CB2E10881}" destId="{151578F0-6021-482C-9066-4AF0BF771C3D}" srcOrd="0" destOrd="0" presId="urn:microsoft.com/office/officeart/2008/layout/LinedList"/>
    <dgm:cxn modelId="{F03059FB-F99F-4A02-A456-B375E241AD43}" srcId="{96D91DEA-9729-4E8F-871F-AE4E70331959}" destId="{47F4432E-9E94-4FA0-9097-1DDB26821663}" srcOrd="4" destOrd="0" parTransId="{59EFAD00-402B-4005-8A3C-77D6199594D0}" sibTransId="{9CA6832E-A13A-47E6-BB43-FE9EBA0C5CD9}"/>
    <dgm:cxn modelId="{76980EFD-82BE-4864-B7DE-3B1EE6D58264}" srcId="{96D91DEA-9729-4E8F-871F-AE4E70331959}" destId="{B1A76943-9F3F-4E25-B7F9-B539471CAEEE}" srcOrd="2" destOrd="0" parTransId="{EBFA9862-6262-4B1B-B3E1-3DEA966237D9}" sibTransId="{249717FB-A04E-4ABF-838F-5E59ABDDC87E}"/>
    <dgm:cxn modelId="{47E2ABFE-36B5-4533-A2E2-54A5C345E2E4}" type="presOf" srcId="{47F4432E-9E94-4FA0-9097-1DDB26821663}" destId="{9882E896-B7F9-434F-8A53-39C4FFA4053E}" srcOrd="0" destOrd="0" presId="urn:microsoft.com/office/officeart/2008/layout/LinedList"/>
    <dgm:cxn modelId="{A714893D-6231-4325-8769-B5E347DC2206}" type="presParOf" srcId="{AC41E2DD-AF69-43F5-88A2-149A5EF4926D}" destId="{AA972AF0-EA0C-49CE-84A8-66000FD1B3D0}" srcOrd="0" destOrd="0" presId="urn:microsoft.com/office/officeart/2008/layout/LinedList"/>
    <dgm:cxn modelId="{901BC466-697F-4D87-92E2-8A2A0749034E}" type="presParOf" srcId="{AC41E2DD-AF69-43F5-88A2-149A5EF4926D}" destId="{6D6A3C33-4181-4ADC-8D01-E0D9FF5D8603}" srcOrd="1" destOrd="0" presId="urn:microsoft.com/office/officeart/2008/layout/LinedList"/>
    <dgm:cxn modelId="{E2359300-D89F-4A2B-81BE-1956B63F62B6}" type="presParOf" srcId="{6D6A3C33-4181-4ADC-8D01-E0D9FF5D8603}" destId="{CBCB0FBD-6DD0-476B-A622-AFDC929AA216}" srcOrd="0" destOrd="0" presId="urn:microsoft.com/office/officeart/2008/layout/LinedList"/>
    <dgm:cxn modelId="{305488D5-50FD-4FE6-9B1C-F278D8C7865E}" type="presParOf" srcId="{6D6A3C33-4181-4ADC-8D01-E0D9FF5D8603}" destId="{79B80355-FE72-483D-B917-ADF5BE9A4B03}" srcOrd="1" destOrd="0" presId="urn:microsoft.com/office/officeart/2008/layout/LinedList"/>
    <dgm:cxn modelId="{698A81EB-BB21-4406-8E00-3E767937FDBA}" type="presParOf" srcId="{AC41E2DD-AF69-43F5-88A2-149A5EF4926D}" destId="{5C4E710D-285C-4D4F-A3B9-4B290E5BBAFF}" srcOrd="2" destOrd="0" presId="urn:microsoft.com/office/officeart/2008/layout/LinedList"/>
    <dgm:cxn modelId="{9DAD3D04-982E-46E4-AA21-6AA7626D46B0}" type="presParOf" srcId="{AC41E2DD-AF69-43F5-88A2-149A5EF4926D}" destId="{CEE81735-E4A8-44EB-93C0-3D0B202B7E55}" srcOrd="3" destOrd="0" presId="urn:microsoft.com/office/officeart/2008/layout/LinedList"/>
    <dgm:cxn modelId="{ADC72CD8-269C-4A61-B12D-D5146FA276CA}" type="presParOf" srcId="{CEE81735-E4A8-44EB-93C0-3D0B202B7E55}" destId="{110DE13F-636B-48AC-A5A2-489AA74CE498}" srcOrd="0" destOrd="0" presId="urn:microsoft.com/office/officeart/2008/layout/LinedList"/>
    <dgm:cxn modelId="{4AACC657-5DA2-482B-8A37-633770DEC2B6}" type="presParOf" srcId="{CEE81735-E4A8-44EB-93C0-3D0B202B7E55}" destId="{CE4A5E3F-04D9-4AFC-AB61-C6BCD53E197D}" srcOrd="1" destOrd="0" presId="urn:microsoft.com/office/officeart/2008/layout/LinedList"/>
    <dgm:cxn modelId="{343C5BB3-BE68-42E1-AA8D-8CA4D9C7A0D2}" type="presParOf" srcId="{AC41E2DD-AF69-43F5-88A2-149A5EF4926D}" destId="{395FAFCB-6F42-4C7E-A9BE-E3DAA0D60060}" srcOrd="4" destOrd="0" presId="urn:microsoft.com/office/officeart/2008/layout/LinedList"/>
    <dgm:cxn modelId="{E4DC47C2-9F23-4709-88E3-552635F83024}" type="presParOf" srcId="{AC41E2DD-AF69-43F5-88A2-149A5EF4926D}" destId="{6F02AD83-BAFB-46EA-AF9B-A8674B131CD9}" srcOrd="5" destOrd="0" presId="urn:microsoft.com/office/officeart/2008/layout/LinedList"/>
    <dgm:cxn modelId="{D5E6ABB6-09C4-4393-9898-228B82E3CF98}" type="presParOf" srcId="{6F02AD83-BAFB-46EA-AF9B-A8674B131CD9}" destId="{3C004DDB-5023-4C68-A944-81F4796D9858}" srcOrd="0" destOrd="0" presId="urn:microsoft.com/office/officeart/2008/layout/LinedList"/>
    <dgm:cxn modelId="{65F15B23-7286-45D0-8E2F-9A6C2A0E51E6}" type="presParOf" srcId="{6F02AD83-BAFB-46EA-AF9B-A8674B131CD9}" destId="{81981B30-9063-448A-9028-0C1D9A610D8F}" srcOrd="1" destOrd="0" presId="urn:microsoft.com/office/officeart/2008/layout/LinedList"/>
    <dgm:cxn modelId="{307E4F83-830E-41D5-B2A4-4D7F2AD60B8F}" type="presParOf" srcId="{AC41E2DD-AF69-43F5-88A2-149A5EF4926D}" destId="{A22C8708-24E3-478D-9348-26DA391A8808}" srcOrd="6" destOrd="0" presId="urn:microsoft.com/office/officeart/2008/layout/LinedList"/>
    <dgm:cxn modelId="{013975E7-E967-4523-89F2-1A245B8AFC91}" type="presParOf" srcId="{AC41E2DD-AF69-43F5-88A2-149A5EF4926D}" destId="{B7DCBAC3-52A1-4677-9107-FF7B0827FA7C}" srcOrd="7" destOrd="0" presId="urn:microsoft.com/office/officeart/2008/layout/LinedList"/>
    <dgm:cxn modelId="{EFC24129-55D8-427E-A024-F69EB90DDB02}" type="presParOf" srcId="{B7DCBAC3-52A1-4677-9107-FF7B0827FA7C}" destId="{151578F0-6021-482C-9066-4AF0BF771C3D}" srcOrd="0" destOrd="0" presId="urn:microsoft.com/office/officeart/2008/layout/LinedList"/>
    <dgm:cxn modelId="{9B8267C2-F7DF-48BE-B68D-CCEF18628669}" type="presParOf" srcId="{B7DCBAC3-52A1-4677-9107-FF7B0827FA7C}" destId="{8A446B9E-7C77-4458-A894-34EE2522F24B}" srcOrd="1" destOrd="0" presId="urn:microsoft.com/office/officeart/2008/layout/LinedList"/>
    <dgm:cxn modelId="{57B5283D-042D-43F0-A6F3-33B520EAF9D8}" type="presParOf" srcId="{AC41E2DD-AF69-43F5-88A2-149A5EF4926D}" destId="{E2F81EBF-34E4-4325-BF60-6B209F719595}" srcOrd="8" destOrd="0" presId="urn:microsoft.com/office/officeart/2008/layout/LinedList"/>
    <dgm:cxn modelId="{2D38F245-24AF-4C9D-BD46-27045854144B}" type="presParOf" srcId="{AC41E2DD-AF69-43F5-88A2-149A5EF4926D}" destId="{15ACA527-FF7B-4D5D-BE7F-856F57A614A9}" srcOrd="9" destOrd="0" presId="urn:microsoft.com/office/officeart/2008/layout/LinedList"/>
    <dgm:cxn modelId="{0D1882DA-C83D-440F-B48C-D48AEA5BBC8E}" type="presParOf" srcId="{15ACA527-FF7B-4D5D-BE7F-856F57A614A9}" destId="{9882E896-B7F9-434F-8A53-39C4FFA4053E}" srcOrd="0" destOrd="0" presId="urn:microsoft.com/office/officeart/2008/layout/LinedList"/>
    <dgm:cxn modelId="{CB4D95A0-CCBB-4874-B51A-B3CD8AE31874}" type="presParOf" srcId="{15ACA527-FF7B-4D5D-BE7F-856F57A614A9}" destId="{B98C08F5-A8FB-44D0-A469-6D8E71E2F4C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5CC87A3-DADE-49E9-92B5-8007256649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DA2C176-F1E4-4956-96FF-21248D76C0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Computers use </a:t>
          </a:r>
          <a:r>
            <a:rPr lang="en-US" b="1" i="0" baseline="0"/>
            <a:t>binary coding</a:t>
          </a:r>
          <a:r>
            <a:rPr lang="en-US" b="0" i="0" baseline="0"/>
            <a:t> to represent data</a:t>
          </a:r>
          <a:endParaRPr lang="en-US"/>
        </a:p>
      </dgm:t>
    </dgm:pt>
    <dgm:pt modelId="{8CEF9285-8A98-46AC-AEE0-F5DDB0DC8250}" type="parTrans" cxnId="{4240CF02-6103-4038-AF78-992B196FDFFB}">
      <dgm:prSet/>
      <dgm:spPr/>
      <dgm:t>
        <a:bodyPr/>
        <a:lstStyle/>
        <a:p>
          <a:endParaRPr lang="en-US"/>
        </a:p>
      </dgm:t>
    </dgm:pt>
    <dgm:pt modelId="{E02B27FC-6D12-4F04-A653-B6CF85147626}" type="sibTrans" cxnId="{4240CF02-6103-4038-AF78-992B196FDFFB}">
      <dgm:prSet/>
      <dgm:spPr/>
      <dgm:t>
        <a:bodyPr/>
        <a:lstStyle/>
        <a:p>
          <a:endParaRPr lang="en-US"/>
        </a:p>
      </dgm:t>
    </dgm:pt>
    <dgm:pt modelId="{781E745C-4021-4006-84E3-1F8589FEE5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same binary value can mean different things</a:t>
          </a:r>
          <a:endParaRPr lang="en-US"/>
        </a:p>
      </dgm:t>
    </dgm:pt>
    <dgm:pt modelId="{4D2F6830-1A4C-4A61-AF5A-18440FB54D7A}" type="parTrans" cxnId="{D7B46620-A5E7-468A-8A2E-C6D85F3064E5}">
      <dgm:prSet/>
      <dgm:spPr/>
      <dgm:t>
        <a:bodyPr/>
        <a:lstStyle/>
        <a:p>
          <a:endParaRPr lang="en-US"/>
        </a:p>
      </dgm:t>
    </dgm:pt>
    <dgm:pt modelId="{9DE39CF6-FFB2-4D48-A39B-AF6FD3E9A7D9}" type="sibTrans" cxnId="{D7B46620-A5E7-468A-8A2E-C6D85F3064E5}">
      <dgm:prSet/>
      <dgm:spPr/>
      <dgm:t>
        <a:bodyPr/>
        <a:lstStyle/>
        <a:p>
          <a:endParaRPr lang="en-US"/>
        </a:p>
      </dgm:t>
    </dgm:pt>
    <dgm:pt modelId="{F96C9F01-6444-4930-A421-C9686A02F9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Meaning depends on how the data is used</a:t>
          </a:r>
          <a:endParaRPr lang="en-US"/>
        </a:p>
      </dgm:t>
    </dgm:pt>
    <dgm:pt modelId="{1C19BB98-0679-4940-AED5-253E387CFE27}" type="parTrans" cxnId="{59EAC08A-CA05-4B41-8187-561FDCCF8573}">
      <dgm:prSet/>
      <dgm:spPr/>
      <dgm:t>
        <a:bodyPr/>
        <a:lstStyle/>
        <a:p>
          <a:endParaRPr lang="en-US"/>
        </a:p>
      </dgm:t>
    </dgm:pt>
    <dgm:pt modelId="{717E7A08-2A15-4CEE-B830-716882456C45}" type="sibTrans" cxnId="{59EAC08A-CA05-4B41-8187-561FDCCF8573}">
      <dgm:prSet/>
      <dgm:spPr/>
      <dgm:t>
        <a:bodyPr/>
        <a:lstStyle/>
        <a:p>
          <a:endParaRPr lang="en-US"/>
        </a:p>
      </dgm:t>
    </dgm:pt>
    <dgm:pt modelId="{CCCCA7A7-E46B-4DB5-9294-55F573ECC5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Binary data can represent:</a:t>
          </a:r>
          <a:endParaRPr lang="en-US"/>
        </a:p>
      </dgm:t>
    </dgm:pt>
    <dgm:pt modelId="{D7C443D6-E546-4A54-97A4-3BF261F3F888}" type="parTrans" cxnId="{27E6FC16-6738-47EF-A7CC-D6C498FF804F}">
      <dgm:prSet/>
      <dgm:spPr/>
      <dgm:t>
        <a:bodyPr/>
        <a:lstStyle/>
        <a:p>
          <a:endParaRPr lang="en-US"/>
        </a:p>
      </dgm:t>
    </dgm:pt>
    <dgm:pt modelId="{8D49E726-A5B4-450A-AAAF-0CA3139DCA86}" type="sibTrans" cxnId="{27E6FC16-6738-47EF-A7CC-D6C498FF804F}">
      <dgm:prSet/>
      <dgm:spPr/>
      <dgm:t>
        <a:bodyPr/>
        <a:lstStyle/>
        <a:p>
          <a:endParaRPr lang="en-US"/>
        </a:p>
      </dgm:t>
    </dgm:pt>
    <dgm:pt modelId="{D8236026-3FC7-40A2-9974-07B184BDD7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Text</a:t>
          </a:r>
          <a:endParaRPr lang="en-US"/>
        </a:p>
      </dgm:t>
    </dgm:pt>
    <dgm:pt modelId="{3FBF8E1A-C72D-461E-8AB1-F259D5C40C5D}" type="parTrans" cxnId="{3520023E-6916-439D-B3D0-1FBA5573A32F}">
      <dgm:prSet/>
      <dgm:spPr/>
      <dgm:t>
        <a:bodyPr/>
        <a:lstStyle/>
        <a:p>
          <a:endParaRPr lang="en-US"/>
        </a:p>
      </dgm:t>
    </dgm:pt>
    <dgm:pt modelId="{0B09854C-F4BB-48AD-A17B-1964198168E6}" type="sibTrans" cxnId="{3520023E-6916-439D-B3D0-1FBA5573A32F}">
      <dgm:prSet/>
      <dgm:spPr/>
      <dgm:t>
        <a:bodyPr/>
        <a:lstStyle/>
        <a:p>
          <a:endParaRPr lang="en-US"/>
        </a:p>
      </dgm:t>
    </dgm:pt>
    <dgm:pt modelId="{D69F5894-2C0D-4497-8F93-D09691BFE8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Colours</a:t>
          </a:r>
          <a:endParaRPr lang="en-US"/>
        </a:p>
      </dgm:t>
    </dgm:pt>
    <dgm:pt modelId="{4C487F2C-621D-4FC1-9852-48CBEBA29BAF}" type="parTrans" cxnId="{4F2E73FF-38A9-480C-A37B-0F473960D4A9}">
      <dgm:prSet/>
      <dgm:spPr/>
      <dgm:t>
        <a:bodyPr/>
        <a:lstStyle/>
        <a:p>
          <a:endParaRPr lang="en-US"/>
        </a:p>
      </dgm:t>
    </dgm:pt>
    <dgm:pt modelId="{75E5BB6D-4F2E-4BC0-BCF3-CA448D4E7CE5}" type="sibTrans" cxnId="{4F2E73FF-38A9-480C-A37B-0F473960D4A9}">
      <dgm:prSet/>
      <dgm:spPr/>
      <dgm:t>
        <a:bodyPr/>
        <a:lstStyle/>
        <a:p>
          <a:endParaRPr lang="en-US"/>
        </a:p>
      </dgm:t>
    </dgm:pt>
    <dgm:pt modelId="{B8AFD667-BB7B-44C4-9E29-2B72C3CB91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Sounds</a:t>
          </a:r>
          <a:endParaRPr lang="en-US"/>
        </a:p>
      </dgm:t>
    </dgm:pt>
    <dgm:pt modelId="{4F678C9F-7089-40E3-A414-C037A2C32ADD}" type="parTrans" cxnId="{EFD0FA59-F5E9-4E93-B009-9577251DC54A}">
      <dgm:prSet/>
      <dgm:spPr/>
      <dgm:t>
        <a:bodyPr/>
        <a:lstStyle/>
        <a:p>
          <a:endParaRPr lang="en-US"/>
        </a:p>
      </dgm:t>
    </dgm:pt>
    <dgm:pt modelId="{234EB04E-01C2-42CB-91F6-2B0A62721D62}" type="sibTrans" cxnId="{EFD0FA59-F5E9-4E93-B009-9577251DC54A}">
      <dgm:prSet/>
      <dgm:spPr/>
      <dgm:t>
        <a:bodyPr/>
        <a:lstStyle/>
        <a:p>
          <a:endParaRPr lang="en-US"/>
        </a:p>
      </dgm:t>
    </dgm:pt>
    <dgm:pt modelId="{8E1809D1-E427-459B-AF9A-C17C544C7A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Instructions</a:t>
          </a:r>
          <a:endParaRPr lang="en-US"/>
        </a:p>
      </dgm:t>
    </dgm:pt>
    <dgm:pt modelId="{221F355C-3B54-4FAF-A695-894EAE6D7FD0}" type="parTrans" cxnId="{BECC4D7C-1AEF-416E-BEC0-DF29FB0E3010}">
      <dgm:prSet/>
      <dgm:spPr/>
      <dgm:t>
        <a:bodyPr/>
        <a:lstStyle/>
        <a:p>
          <a:endParaRPr lang="en-US"/>
        </a:p>
      </dgm:t>
    </dgm:pt>
    <dgm:pt modelId="{A353985C-82E3-44B3-9172-E98109062EB1}" type="sibTrans" cxnId="{BECC4D7C-1AEF-416E-BEC0-DF29FB0E3010}">
      <dgm:prSet/>
      <dgm:spPr/>
      <dgm:t>
        <a:bodyPr/>
        <a:lstStyle/>
        <a:p>
          <a:endParaRPr lang="en-US"/>
        </a:p>
      </dgm:t>
    </dgm:pt>
    <dgm:pt modelId="{82720654-7408-4A82-ABA7-AA07C810F1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Context determines interpretation</a:t>
          </a:r>
          <a:endParaRPr lang="en-US"/>
        </a:p>
      </dgm:t>
    </dgm:pt>
    <dgm:pt modelId="{2FF30929-9EC6-4981-B7D2-52CB06396A8A}" type="parTrans" cxnId="{100FDD55-1CFB-4354-A936-F27146F21484}">
      <dgm:prSet/>
      <dgm:spPr/>
      <dgm:t>
        <a:bodyPr/>
        <a:lstStyle/>
        <a:p>
          <a:endParaRPr lang="en-US"/>
        </a:p>
      </dgm:t>
    </dgm:pt>
    <dgm:pt modelId="{600D0063-C14A-49D8-A93A-4B2B13F312F8}" type="sibTrans" cxnId="{100FDD55-1CFB-4354-A936-F27146F21484}">
      <dgm:prSet/>
      <dgm:spPr/>
      <dgm:t>
        <a:bodyPr/>
        <a:lstStyle/>
        <a:p>
          <a:endParaRPr lang="en-US"/>
        </a:p>
      </dgm:t>
    </dgm:pt>
    <dgm:pt modelId="{E313BDF5-7C37-4A85-800A-155387BD1EE6}" type="pres">
      <dgm:prSet presAssocID="{F5CC87A3-DADE-49E9-92B5-800725664917}" presName="root" presStyleCnt="0">
        <dgm:presLayoutVars>
          <dgm:dir/>
          <dgm:resizeHandles val="exact"/>
        </dgm:presLayoutVars>
      </dgm:prSet>
      <dgm:spPr/>
    </dgm:pt>
    <dgm:pt modelId="{960BBABE-A2E2-45D8-8F80-C5FA85CD1DDB}" type="pres">
      <dgm:prSet presAssocID="{4DA2C176-F1E4-4956-96FF-21248D76C02B}" presName="compNode" presStyleCnt="0"/>
      <dgm:spPr/>
    </dgm:pt>
    <dgm:pt modelId="{483080C0-A1B8-4E77-B462-444FD3361711}" type="pres">
      <dgm:prSet presAssocID="{4DA2C176-F1E4-4956-96FF-21248D76C02B}" presName="bgRect" presStyleLbl="bgShp" presStyleIdx="0" presStyleCnt="5"/>
      <dgm:spPr/>
    </dgm:pt>
    <dgm:pt modelId="{94302FC6-5A96-4DD6-87E8-059C1320CEC0}" type="pres">
      <dgm:prSet presAssocID="{4DA2C176-F1E4-4956-96FF-21248D76C02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489C38C-6DC5-43A0-9DDE-BD90D8B41D7F}" type="pres">
      <dgm:prSet presAssocID="{4DA2C176-F1E4-4956-96FF-21248D76C02B}" presName="spaceRect" presStyleCnt="0"/>
      <dgm:spPr/>
    </dgm:pt>
    <dgm:pt modelId="{7BF546BF-FF3E-4F9C-8A7C-B29A51534DA5}" type="pres">
      <dgm:prSet presAssocID="{4DA2C176-F1E4-4956-96FF-21248D76C02B}" presName="parTx" presStyleLbl="revTx" presStyleIdx="0" presStyleCnt="6">
        <dgm:presLayoutVars>
          <dgm:chMax val="0"/>
          <dgm:chPref val="0"/>
        </dgm:presLayoutVars>
      </dgm:prSet>
      <dgm:spPr/>
    </dgm:pt>
    <dgm:pt modelId="{8321B14D-4B74-4402-B7D5-901D3B5ACC81}" type="pres">
      <dgm:prSet presAssocID="{E02B27FC-6D12-4F04-A653-B6CF85147626}" presName="sibTrans" presStyleCnt="0"/>
      <dgm:spPr/>
    </dgm:pt>
    <dgm:pt modelId="{BA2CE219-6104-4DFE-A8DF-B151AAD27E35}" type="pres">
      <dgm:prSet presAssocID="{781E745C-4021-4006-84E3-1F8589FEE57D}" presName="compNode" presStyleCnt="0"/>
      <dgm:spPr/>
    </dgm:pt>
    <dgm:pt modelId="{1F9BE195-8F97-4EB9-8544-D3CCB20DA2B4}" type="pres">
      <dgm:prSet presAssocID="{781E745C-4021-4006-84E3-1F8589FEE57D}" presName="bgRect" presStyleLbl="bgShp" presStyleIdx="1" presStyleCnt="5"/>
      <dgm:spPr/>
    </dgm:pt>
    <dgm:pt modelId="{A09F135F-19A6-4BA4-9D22-1CABE4A67E14}" type="pres">
      <dgm:prSet presAssocID="{781E745C-4021-4006-84E3-1F8589FEE57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8D881DE-1EF9-4405-B333-6C56088A660E}" type="pres">
      <dgm:prSet presAssocID="{781E745C-4021-4006-84E3-1F8589FEE57D}" presName="spaceRect" presStyleCnt="0"/>
      <dgm:spPr/>
    </dgm:pt>
    <dgm:pt modelId="{D5289D25-CB60-40F6-9C50-7648129B6C9F}" type="pres">
      <dgm:prSet presAssocID="{781E745C-4021-4006-84E3-1F8589FEE57D}" presName="parTx" presStyleLbl="revTx" presStyleIdx="1" presStyleCnt="6">
        <dgm:presLayoutVars>
          <dgm:chMax val="0"/>
          <dgm:chPref val="0"/>
        </dgm:presLayoutVars>
      </dgm:prSet>
      <dgm:spPr/>
    </dgm:pt>
    <dgm:pt modelId="{CFA8DA43-80CD-4670-B656-FC9C2C791AF5}" type="pres">
      <dgm:prSet presAssocID="{9DE39CF6-FFB2-4D48-A39B-AF6FD3E9A7D9}" presName="sibTrans" presStyleCnt="0"/>
      <dgm:spPr/>
    </dgm:pt>
    <dgm:pt modelId="{69E2506C-BCB3-42AD-8949-5281D056DF90}" type="pres">
      <dgm:prSet presAssocID="{F96C9F01-6444-4930-A421-C9686A02F9FB}" presName="compNode" presStyleCnt="0"/>
      <dgm:spPr/>
    </dgm:pt>
    <dgm:pt modelId="{A6C55A6B-1A9B-46FC-8F10-44F0E73D2CFF}" type="pres">
      <dgm:prSet presAssocID="{F96C9F01-6444-4930-A421-C9686A02F9FB}" presName="bgRect" presStyleLbl="bgShp" presStyleIdx="2" presStyleCnt="5"/>
      <dgm:spPr/>
    </dgm:pt>
    <dgm:pt modelId="{2C041D65-D4BE-4EE5-BF00-CCC5E0D144DE}" type="pres">
      <dgm:prSet presAssocID="{F96C9F01-6444-4930-A421-C9686A02F9F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2E39CA6-B9A3-48B7-A526-FF2205686387}" type="pres">
      <dgm:prSet presAssocID="{F96C9F01-6444-4930-A421-C9686A02F9FB}" presName="spaceRect" presStyleCnt="0"/>
      <dgm:spPr/>
    </dgm:pt>
    <dgm:pt modelId="{7E4F4A88-D736-4FDF-95EA-824E3D312E52}" type="pres">
      <dgm:prSet presAssocID="{F96C9F01-6444-4930-A421-C9686A02F9FB}" presName="parTx" presStyleLbl="revTx" presStyleIdx="2" presStyleCnt="6">
        <dgm:presLayoutVars>
          <dgm:chMax val="0"/>
          <dgm:chPref val="0"/>
        </dgm:presLayoutVars>
      </dgm:prSet>
      <dgm:spPr/>
    </dgm:pt>
    <dgm:pt modelId="{CE7F0887-2410-4A91-8B00-46DDE1229357}" type="pres">
      <dgm:prSet presAssocID="{717E7A08-2A15-4CEE-B830-716882456C45}" presName="sibTrans" presStyleCnt="0"/>
      <dgm:spPr/>
    </dgm:pt>
    <dgm:pt modelId="{CFDBAFCC-6877-4C9E-881C-B8C5B74DC25F}" type="pres">
      <dgm:prSet presAssocID="{CCCCA7A7-E46B-4DB5-9294-55F573ECC5F8}" presName="compNode" presStyleCnt="0"/>
      <dgm:spPr/>
    </dgm:pt>
    <dgm:pt modelId="{A0C291BB-AB6D-49D0-B984-B255D4A7E727}" type="pres">
      <dgm:prSet presAssocID="{CCCCA7A7-E46B-4DB5-9294-55F573ECC5F8}" presName="bgRect" presStyleLbl="bgShp" presStyleIdx="3" presStyleCnt="5"/>
      <dgm:spPr/>
    </dgm:pt>
    <dgm:pt modelId="{097EC00C-CE92-4381-B6EA-85CA07292294}" type="pres">
      <dgm:prSet presAssocID="{CCCCA7A7-E46B-4DB5-9294-55F573ECC5F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38206D1-0193-47F6-894E-71EFF37211D4}" type="pres">
      <dgm:prSet presAssocID="{CCCCA7A7-E46B-4DB5-9294-55F573ECC5F8}" presName="spaceRect" presStyleCnt="0"/>
      <dgm:spPr/>
    </dgm:pt>
    <dgm:pt modelId="{04AB2C48-4A13-43FC-9DD8-2E32C1C974E2}" type="pres">
      <dgm:prSet presAssocID="{CCCCA7A7-E46B-4DB5-9294-55F573ECC5F8}" presName="parTx" presStyleLbl="revTx" presStyleIdx="3" presStyleCnt="6">
        <dgm:presLayoutVars>
          <dgm:chMax val="0"/>
          <dgm:chPref val="0"/>
        </dgm:presLayoutVars>
      </dgm:prSet>
      <dgm:spPr/>
    </dgm:pt>
    <dgm:pt modelId="{8B894797-3D92-4A95-B9DF-60BEB44046C2}" type="pres">
      <dgm:prSet presAssocID="{CCCCA7A7-E46B-4DB5-9294-55F573ECC5F8}" presName="desTx" presStyleLbl="revTx" presStyleIdx="4" presStyleCnt="6">
        <dgm:presLayoutVars/>
      </dgm:prSet>
      <dgm:spPr/>
    </dgm:pt>
    <dgm:pt modelId="{7D6F14C4-E2A6-4154-8C57-132DFF10F1D0}" type="pres">
      <dgm:prSet presAssocID="{8D49E726-A5B4-450A-AAAF-0CA3139DCA86}" presName="sibTrans" presStyleCnt="0"/>
      <dgm:spPr/>
    </dgm:pt>
    <dgm:pt modelId="{28B134B2-448F-45F7-9EC3-CFECFF00CEBE}" type="pres">
      <dgm:prSet presAssocID="{82720654-7408-4A82-ABA7-AA07C810F1AA}" presName="compNode" presStyleCnt="0"/>
      <dgm:spPr/>
    </dgm:pt>
    <dgm:pt modelId="{D2685379-2B96-4350-92A3-9AD5B8E83CE1}" type="pres">
      <dgm:prSet presAssocID="{82720654-7408-4A82-ABA7-AA07C810F1AA}" presName="bgRect" presStyleLbl="bgShp" presStyleIdx="4" presStyleCnt="5"/>
      <dgm:spPr/>
    </dgm:pt>
    <dgm:pt modelId="{0B4C523E-AB27-4B65-8891-3787F789D5EF}" type="pres">
      <dgm:prSet presAssocID="{82720654-7408-4A82-ABA7-AA07C810F1A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D52D149-FFCE-45C4-ABE3-F4A1E4D13FA0}" type="pres">
      <dgm:prSet presAssocID="{82720654-7408-4A82-ABA7-AA07C810F1AA}" presName="spaceRect" presStyleCnt="0"/>
      <dgm:spPr/>
    </dgm:pt>
    <dgm:pt modelId="{9140DD7B-C0D2-4B69-83DC-0A22218E63F5}" type="pres">
      <dgm:prSet presAssocID="{82720654-7408-4A82-ABA7-AA07C810F1A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240CF02-6103-4038-AF78-992B196FDFFB}" srcId="{F5CC87A3-DADE-49E9-92B5-800725664917}" destId="{4DA2C176-F1E4-4956-96FF-21248D76C02B}" srcOrd="0" destOrd="0" parTransId="{8CEF9285-8A98-46AC-AEE0-F5DDB0DC8250}" sibTransId="{E02B27FC-6D12-4F04-A653-B6CF85147626}"/>
    <dgm:cxn modelId="{27E6FC16-6738-47EF-A7CC-D6C498FF804F}" srcId="{F5CC87A3-DADE-49E9-92B5-800725664917}" destId="{CCCCA7A7-E46B-4DB5-9294-55F573ECC5F8}" srcOrd="3" destOrd="0" parTransId="{D7C443D6-E546-4A54-97A4-3BF261F3F888}" sibTransId="{8D49E726-A5B4-450A-AAAF-0CA3139DCA86}"/>
    <dgm:cxn modelId="{D7B46620-A5E7-468A-8A2E-C6D85F3064E5}" srcId="{F5CC87A3-DADE-49E9-92B5-800725664917}" destId="{781E745C-4021-4006-84E3-1F8589FEE57D}" srcOrd="1" destOrd="0" parTransId="{4D2F6830-1A4C-4A61-AF5A-18440FB54D7A}" sibTransId="{9DE39CF6-FFB2-4D48-A39B-AF6FD3E9A7D9}"/>
    <dgm:cxn modelId="{4644E924-7B1C-48D8-8200-66A8802C837D}" type="presOf" srcId="{B8AFD667-BB7B-44C4-9E29-2B72C3CB919E}" destId="{8B894797-3D92-4A95-B9DF-60BEB44046C2}" srcOrd="0" destOrd="2" presId="urn:microsoft.com/office/officeart/2018/2/layout/IconVerticalSolidList"/>
    <dgm:cxn modelId="{05DAF424-49B9-47C7-B596-6C5390CD20CA}" type="presOf" srcId="{781E745C-4021-4006-84E3-1F8589FEE57D}" destId="{D5289D25-CB60-40F6-9C50-7648129B6C9F}" srcOrd="0" destOrd="0" presId="urn:microsoft.com/office/officeart/2018/2/layout/IconVerticalSolidList"/>
    <dgm:cxn modelId="{3D566327-7A4E-4C99-9447-27591E29E397}" type="presOf" srcId="{82720654-7408-4A82-ABA7-AA07C810F1AA}" destId="{9140DD7B-C0D2-4B69-83DC-0A22218E63F5}" srcOrd="0" destOrd="0" presId="urn:microsoft.com/office/officeart/2018/2/layout/IconVerticalSolidList"/>
    <dgm:cxn modelId="{95FFCB39-0E43-49E9-A78E-DE65C94032B0}" type="presOf" srcId="{D69F5894-2C0D-4497-8F93-D09691BFE821}" destId="{8B894797-3D92-4A95-B9DF-60BEB44046C2}" srcOrd="0" destOrd="1" presId="urn:microsoft.com/office/officeart/2018/2/layout/IconVerticalSolidList"/>
    <dgm:cxn modelId="{3520023E-6916-439D-B3D0-1FBA5573A32F}" srcId="{CCCCA7A7-E46B-4DB5-9294-55F573ECC5F8}" destId="{D8236026-3FC7-40A2-9974-07B184BDD798}" srcOrd="0" destOrd="0" parTransId="{3FBF8E1A-C72D-461E-8AB1-F259D5C40C5D}" sibTransId="{0B09854C-F4BB-48AD-A17B-1964198168E6}"/>
    <dgm:cxn modelId="{FF78FA67-E728-4FE0-8EAC-81613130B951}" type="presOf" srcId="{D8236026-3FC7-40A2-9974-07B184BDD798}" destId="{8B894797-3D92-4A95-B9DF-60BEB44046C2}" srcOrd="0" destOrd="0" presId="urn:microsoft.com/office/officeart/2018/2/layout/IconVerticalSolidList"/>
    <dgm:cxn modelId="{99978C68-3A84-4270-8A43-535C185A5275}" type="presOf" srcId="{F5CC87A3-DADE-49E9-92B5-800725664917}" destId="{E313BDF5-7C37-4A85-800A-155387BD1EE6}" srcOrd="0" destOrd="0" presId="urn:microsoft.com/office/officeart/2018/2/layout/IconVerticalSolidList"/>
    <dgm:cxn modelId="{100FDD55-1CFB-4354-A936-F27146F21484}" srcId="{F5CC87A3-DADE-49E9-92B5-800725664917}" destId="{82720654-7408-4A82-ABA7-AA07C810F1AA}" srcOrd="4" destOrd="0" parTransId="{2FF30929-9EC6-4981-B7D2-52CB06396A8A}" sibTransId="{600D0063-C14A-49D8-A93A-4B2B13F312F8}"/>
    <dgm:cxn modelId="{EFD0FA59-F5E9-4E93-B009-9577251DC54A}" srcId="{CCCCA7A7-E46B-4DB5-9294-55F573ECC5F8}" destId="{B8AFD667-BB7B-44C4-9E29-2B72C3CB919E}" srcOrd="2" destOrd="0" parTransId="{4F678C9F-7089-40E3-A414-C037A2C32ADD}" sibTransId="{234EB04E-01C2-42CB-91F6-2B0A62721D62}"/>
    <dgm:cxn modelId="{BECC4D7C-1AEF-416E-BEC0-DF29FB0E3010}" srcId="{CCCCA7A7-E46B-4DB5-9294-55F573ECC5F8}" destId="{8E1809D1-E427-459B-AF9A-C17C544C7AC4}" srcOrd="3" destOrd="0" parTransId="{221F355C-3B54-4FAF-A695-894EAE6D7FD0}" sibTransId="{A353985C-82E3-44B3-9172-E98109062EB1}"/>
    <dgm:cxn modelId="{AB612187-4872-492C-B2F0-66BD97319AEC}" type="presOf" srcId="{8E1809D1-E427-459B-AF9A-C17C544C7AC4}" destId="{8B894797-3D92-4A95-B9DF-60BEB44046C2}" srcOrd="0" destOrd="3" presId="urn:microsoft.com/office/officeart/2018/2/layout/IconVerticalSolidList"/>
    <dgm:cxn modelId="{59EAC08A-CA05-4B41-8187-561FDCCF8573}" srcId="{F5CC87A3-DADE-49E9-92B5-800725664917}" destId="{F96C9F01-6444-4930-A421-C9686A02F9FB}" srcOrd="2" destOrd="0" parTransId="{1C19BB98-0679-4940-AED5-253E387CFE27}" sibTransId="{717E7A08-2A15-4CEE-B830-716882456C45}"/>
    <dgm:cxn modelId="{B450FB93-DEE9-4978-9FE1-9E76D2F7EA12}" type="presOf" srcId="{CCCCA7A7-E46B-4DB5-9294-55F573ECC5F8}" destId="{04AB2C48-4A13-43FC-9DD8-2E32C1C974E2}" srcOrd="0" destOrd="0" presId="urn:microsoft.com/office/officeart/2018/2/layout/IconVerticalSolidList"/>
    <dgm:cxn modelId="{8E177D95-7923-44C7-BDE2-4D3E489DE01F}" type="presOf" srcId="{F96C9F01-6444-4930-A421-C9686A02F9FB}" destId="{7E4F4A88-D736-4FDF-95EA-824E3D312E52}" srcOrd="0" destOrd="0" presId="urn:microsoft.com/office/officeart/2018/2/layout/IconVerticalSolidList"/>
    <dgm:cxn modelId="{403403A8-79D8-48D5-9DF3-62F5119361EB}" type="presOf" srcId="{4DA2C176-F1E4-4956-96FF-21248D76C02B}" destId="{7BF546BF-FF3E-4F9C-8A7C-B29A51534DA5}" srcOrd="0" destOrd="0" presId="urn:microsoft.com/office/officeart/2018/2/layout/IconVerticalSolidList"/>
    <dgm:cxn modelId="{4F2E73FF-38A9-480C-A37B-0F473960D4A9}" srcId="{CCCCA7A7-E46B-4DB5-9294-55F573ECC5F8}" destId="{D69F5894-2C0D-4497-8F93-D09691BFE821}" srcOrd="1" destOrd="0" parTransId="{4C487F2C-621D-4FC1-9852-48CBEBA29BAF}" sibTransId="{75E5BB6D-4F2E-4BC0-BCF3-CA448D4E7CE5}"/>
    <dgm:cxn modelId="{744436F8-6437-4117-B3DA-7ACC530D1680}" type="presParOf" srcId="{E313BDF5-7C37-4A85-800A-155387BD1EE6}" destId="{960BBABE-A2E2-45D8-8F80-C5FA85CD1DDB}" srcOrd="0" destOrd="0" presId="urn:microsoft.com/office/officeart/2018/2/layout/IconVerticalSolidList"/>
    <dgm:cxn modelId="{FA278A78-6E96-418B-B51B-48BC436A2D9D}" type="presParOf" srcId="{960BBABE-A2E2-45D8-8F80-C5FA85CD1DDB}" destId="{483080C0-A1B8-4E77-B462-444FD3361711}" srcOrd="0" destOrd="0" presId="urn:microsoft.com/office/officeart/2018/2/layout/IconVerticalSolidList"/>
    <dgm:cxn modelId="{DBDDC111-2E0B-4C19-B07A-03791AF03D68}" type="presParOf" srcId="{960BBABE-A2E2-45D8-8F80-C5FA85CD1DDB}" destId="{94302FC6-5A96-4DD6-87E8-059C1320CEC0}" srcOrd="1" destOrd="0" presId="urn:microsoft.com/office/officeart/2018/2/layout/IconVerticalSolidList"/>
    <dgm:cxn modelId="{7C8CF409-4BDA-40BF-A0D2-CBBCA44CED68}" type="presParOf" srcId="{960BBABE-A2E2-45D8-8F80-C5FA85CD1DDB}" destId="{F489C38C-6DC5-43A0-9DDE-BD90D8B41D7F}" srcOrd="2" destOrd="0" presId="urn:microsoft.com/office/officeart/2018/2/layout/IconVerticalSolidList"/>
    <dgm:cxn modelId="{084A027F-3401-466E-8100-C993AE249584}" type="presParOf" srcId="{960BBABE-A2E2-45D8-8F80-C5FA85CD1DDB}" destId="{7BF546BF-FF3E-4F9C-8A7C-B29A51534DA5}" srcOrd="3" destOrd="0" presId="urn:microsoft.com/office/officeart/2018/2/layout/IconVerticalSolidList"/>
    <dgm:cxn modelId="{D41B4599-A50E-4A53-8CC4-60BC70C8E84A}" type="presParOf" srcId="{E313BDF5-7C37-4A85-800A-155387BD1EE6}" destId="{8321B14D-4B74-4402-B7D5-901D3B5ACC81}" srcOrd="1" destOrd="0" presId="urn:microsoft.com/office/officeart/2018/2/layout/IconVerticalSolidList"/>
    <dgm:cxn modelId="{1669F41E-94E1-4652-97A5-7F2E1579CE9A}" type="presParOf" srcId="{E313BDF5-7C37-4A85-800A-155387BD1EE6}" destId="{BA2CE219-6104-4DFE-A8DF-B151AAD27E35}" srcOrd="2" destOrd="0" presId="urn:microsoft.com/office/officeart/2018/2/layout/IconVerticalSolidList"/>
    <dgm:cxn modelId="{6A75E5FA-3EA5-4499-8EDA-53CAE9F704AB}" type="presParOf" srcId="{BA2CE219-6104-4DFE-A8DF-B151AAD27E35}" destId="{1F9BE195-8F97-4EB9-8544-D3CCB20DA2B4}" srcOrd="0" destOrd="0" presId="urn:microsoft.com/office/officeart/2018/2/layout/IconVerticalSolidList"/>
    <dgm:cxn modelId="{117ED8F0-3A66-45AC-9376-6762DA794642}" type="presParOf" srcId="{BA2CE219-6104-4DFE-A8DF-B151AAD27E35}" destId="{A09F135F-19A6-4BA4-9D22-1CABE4A67E14}" srcOrd="1" destOrd="0" presId="urn:microsoft.com/office/officeart/2018/2/layout/IconVerticalSolidList"/>
    <dgm:cxn modelId="{FAABAAA0-5DF2-45D9-B61C-0817762695AC}" type="presParOf" srcId="{BA2CE219-6104-4DFE-A8DF-B151AAD27E35}" destId="{F8D881DE-1EF9-4405-B333-6C56088A660E}" srcOrd="2" destOrd="0" presId="urn:microsoft.com/office/officeart/2018/2/layout/IconVerticalSolidList"/>
    <dgm:cxn modelId="{129449EE-5D70-41B1-BFB1-C1B5D7F93B8C}" type="presParOf" srcId="{BA2CE219-6104-4DFE-A8DF-B151AAD27E35}" destId="{D5289D25-CB60-40F6-9C50-7648129B6C9F}" srcOrd="3" destOrd="0" presId="urn:microsoft.com/office/officeart/2018/2/layout/IconVerticalSolidList"/>
    <dgm:cxn modelId="{D01EA586-8742-4AD6-863E-D32BD489032F}" type="presParOf" srcId="{E313BDF5-7C37-4A85-800A-155387BD1EE6}" destId="{CFA8DA43-80CD-4670-B656-FC9C2C791AF5}" srcOrd="3" destOrd="0" presId="urn:microsoft.com/office/officeart/2018/2/layout/IconVerticalSolidList"/>
    <dgm:cxn modelId="{F48AD4A4-B550-4D27-8434-54B684456BC8}" type="presParOf" srcId="{E313BDF5-7C37-4A85-800A-155387BD1EE6}" destId="{69E2506C-BCB3-42AD-8949-5281D056DF90}" srcOrd="4" destOrd="0" presId="urn:microsoft.com/office/officeart/2018/2/layout/IconVerticalSolidList"/>
    <dgm:cxn modelId="{48BC1035-AC52-4A08-BC90-5129160B7265}" type="presParOf" srcId="{69E2506C-BCB3-42AD-8949-5281D056DF90}" destId="{A6C55A6B-1A9B-46FC-8F10-44F0E73D2CFF}" srcOrd="0" destOrd="0" presId="urn:microsoft.com/office/officeart/2018/2/layout/IconVerticalSolidList"/>
    <dgm:cxn modelId="{56D1CE84-24A9-402E-A186-0939DF003BBA}" type="presParOf" srcId="{69E2506C-BCB3-42AD-8949-5281D056DF90}" destId="{2C041D65-D4BE-4EE5-BF00-CCC5E0D144DE}" srcOrd="1" destOrd="0" presId="urn:microsoft.com/office/officeart/2018/2/layout/IconVerticalSolidList"/>
    <dgm:cxn modelId="{8AED6BAB-2AAE-4746-9ACC-30E3D7DC02AF}" type="presParOf" srcId="{69E2506C-BCB3-42AD-8949-5281D056DF90}" destId="{02E39CA6-B9A3-48B7-A526-FF2205686387}" srcOrd="2" destOrd="0" presId="urn:microsoft.com/office/officeart/2018/2/layout/IconVerticalSolidList"/>
    <dgm:cxn modelId="{F9B29EC1-422E-4D81-B700-E5002D08793A}" type="presParOf" srcId="{69E2506C-BCB3-42AD-8949-5281D056DF90}" destId="{7E4F4A88-D736-4FDF-95EA-824E3D312E52}" srcOrd="3" destOrd="0" presId="urn:microsoft.com/office/officeart/2018/2/layout/IconVerticalSolidList"/>
    <dgm:cxn modelId="{A581A8BC-0CF9-4A64-BE54-755FEAA6715D}" type="presParOf" srcId="{E313BDF5-7C37-4A85-800A-155387BD1EE6}" destId="{CE7F0887-2410-4A91-8B00-46DDE1229357}" srcOrd="5" destOrd="0" presId="urn:microsoft.com/office/officeart/2018/2/layout/IconVerticalSolidList"/>
    <dgm:cxn modelId="{67F018CC-A03A-4D5D-B888-E0B246D157C2}" type="presParOf" srcId="{E313BDF5-7C37-4A85-800A-155387BD1EE6}" destId="{CFDBAFCC-6877-4C9E-881C-B8C5B74DC25F}" srcOrd="6" destOrd="0" presId="urn:microsoft.com/office/officeart/2018/2/layout/IconVerticalSolidList"/>
    <dgm:cxn modelId="{F8F2BDA1-654B-4E20-B83E-9629BFF1B85B}" type="presParOf" srcId="{CFDBAFCC-6877-4C9E-881C-B8C5B74DC25F}" destId="{A0C291BB-AB6D-49D0-B984-B255D4A7E727}" srcOrd="0" destOrd="0" presId="urn:microsoft.com/office/officeart/2018/2/layout/IconVerticalSolidList"/>
    <dgm:cxn modelId="{D76D09C0-AB50-4FDE-B8BD-15035507CE9F}" type="presParOf" srcId="{CFDBAFCC-6877-4C9E-881C-B8C5B74DC25F}" destId="{097EC00C-CE92-4381-B6EA-85CA07292294}" srcOrd="1" destOrd="0" presId="urn:microsoft.com/office/officeart/2018/2/layout/IconVerticalSolidList"/>
    <dgm:cxn modelId="{9D127074-F345-4FCA-8AEB-25A4343D6A7A}" type="presParOf" srcId="{CFDBAFCC-6877-4C9E-881C-B8C5B74DC25F}" destId="{E38206D1-0193-47F6-894E-71EFF37211D4}" srcOrd="2" destOrd="0" presId="urn:microsoft.com/office/officeart/2018/2/layout/IconVerticalSolidList"/>
    <dgm:cxn modelId="{6A6E9A63-2152-4F5C-BE46-1C2C88028C60}" type="presParOf" srcId="{CFDBAFCC-6877-4C9E-881C-B8C5B74DC25F}" destId="{04AB2C48-4A13-43FC-9DD8-2E32C1C974E2}" srcOrd="3" destOrd="0" presId="urn:microsoft.com/office/officeart/2018/2/layout/IconVerticalSolidList"/>
    <dgm:cxn modelId="{701F2D59-8162-4355-B338-4542FB6F997E}" type="presParOf" srcId="{CFDBAFCC-6877-4C9E-881C-B8C5B74DC25F}" destId="{8B894797-3D92-4A95-B9DF-60BEB44046C2}" srcOrd="4" destOrd="0" presId="urn:microsoft.com/office/officeart/2018/2/layout/IconVerticalSolidList"/>
    <dgm:cxn modelId="{5C7B325D-8186-43ED-8735-352F3E6D8384}" type="presParOf" srcId="{E313BDF5-7C37-4A85-800A-155387BD1EE6}" destId="{7D6F14C4-E2A6-4154-8C57-132DFF10F1D0}" srcOrd="7" destOrd="0" presId="urn:microsoft.com/office/officeart/2018/2/layout/IconVerticalSolidList"/>
    <dgm:cxn modelId="{DD22D5BF-FACD-40D3-B9D7-A388B06AE4DB}" type="presParOf" srcId="{E313BDF5-7C37-4A85-800A-155387BD1EE6}" destId="{28B134B2-448F-45F7-9EC3-CFECFF00CEBE}" srcOrd="8" destOrd="0" presId="urn:microsoft.com/office/officeart/2018/2/layout/IconVerticalSolidList"/>
    <dgm:cxn modelId="{AFC199C9-069E-49D4-98A9-2BBE843D1032}" type="presParOf" srcId="{28B134B2-448F-45F7-9EC3-CFECFF00CEBE}" destId="{D2685379-2B96-4350-92A3-9AD5B8E83CE1}" srcOrd="0" destOrd="0" presId="urn:microsoft.com/office/officeart/2018/2/layout/IconVerticalSolidList"/>
    <dgm:cxn modelId="{2ACCD4CA-1602-4D2D-981C-DA2DDF39E2FD}" type="presParOf" srcId="{28B134B2-448F-45F7-9EC3-CFECFF00CEBE}" destId="{0B4C523E-AB27-4B65-8891-3787F789D5EF}" srcOrd="1" destOrd="0" presId="urn:microsoft.com/office/officeart/2018/2/layout/IconVerticalSolidList"/>
    <dgm:cxn modelId="{22B3867E-6B1A-4E75-90A7-67D0C61A0704}" type="presParOf" srcId="{28B134B2-448F-45F7-9EC3-CFECFF00CEBE}" destId="{BD52D149-FFCE-45C4-ABE3-F4A1E4D13FA0}" srcOrd="2" destOrd="0" presId="urn:microsoft.com/office/officeart/2018/2/layout/IconVerticalSolidList"/>
    <dgm:cxn modelId="{A48AA210-C611-4F68-B5E7-D2C66D53C182}" type="presParOf" srcId="{28B134B2-448F-45F7-9EC3-CFECFF00CEBE}" destId="{9140DD7B-C0D2-4B69-83DC-0A22218E63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DC8C9DD-3441-4D97-A090-5E3A36660B3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1F585C-F56D-481A-890F-4995A368FB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Text</a:t>
          </a:r>
          <a:r>
            <a:rPr lang="en-US" b="0" i="0" baseline="0"/>
            <a:t>: characters, symbols and spaces</a:t>
          </a:r>
          <a:endParaRPr lang="en-US"/>
        </a:p>
      </dgm:t>
    </dgm:pt>
    <dgm:pt modelId="{821F72E6-7D20-4EF9-9BEF-C74C9AE3323E}" type="parTrans" cxnId="{A25016D3-D380-4DAC-96F5-819B6882A7E5}">
      <dgm:prSet/>
      <dgm:spPr/>
      <dgm:t>
        <a:bodyPr/>
        <a:lstStyle/>
        <a:p>
          <a:endParaRPr lang="en-US"/>
        </a:p>
      </dgm:t>
    </dgm:pt>
    <dgm:pt modelId="{26697297-2864-40CD-9FD3-A3E89B530CE7}" type="sibTrans" cxnId="{A25016D3-D380-4DAC-96F5-819B6882A7E5}">
      <dgm:prSet/>
      <dgm:spPr/>
      <dgm:t>
        <a:bodyPr/>
        <a:lstStyle/>
        <a:p>
          <a:endParaRPr lang="en-US"/>
        </a:p>
      </dgm:t>
    </dgm:pt>
    <dgm:pt modelId="{ED24D797-7F52-44A7-9BB5-D1E10A79E5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Stored and processed digitally</a:t>
          </a:r>
          <a:endParaRPr lang="en-US"/>
        </a:p>
      </dgm:t>
    </dgm:pt>
    <dgm:pt modelId="{D12373A5-B378-43DA-B1E4-EB0CE5B65749}" type="parTrans" cxnId="{C3C9BB7D-FD64-4634-AAF2-CE977331AEC5}">
      <dgm:prSet/>
      <dgm:spPr/>
      <dgm:t>
        <a:bodyPr/>
        <a:lstStyle/>
        <a:p>
          <a:endParaRPr lang="en-US"/>
        </a:p>
      </dgm:t>
    </dgm:pt>
    <dgm:pt modelId="{1920A3C2-B121-4A56-97DC-028DDB9BE8AC}" type="sibTrans" cxnId="{C3C9BB7D-FD64-4634-AAF2-CE977331AEC5}">
      <dgm:prSet/>
      <dgm:spPr/>
      <dgm:t>
        <a:bodyPr/>
        <a:lstStyle/>
        <a:p>
          <a:endParaRPr lang="en-US"/>
        </a:p>
      </dgm:t>
    </dgm:pt>
    <dgm:pt modelId="{7BE14472-FEE0-4EF4-A3AB-2EBB855677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Hypertext</a:t>
          </a:r>
          <a:r>
            <a:rPr lang="en-US" b="0" i="0" baseline="0"/>
            <a:t>: text that links to other documents or locations</a:t>
          </a:r>
          <a:endParaRPr lang="en-US"/>
        </a:p>
      </dgm:t>
    </dgm:pt>
    <dgm:pt modelId="{A3FDBE39-1206-4A0D-B2F5-7449A94B90CB}" type="parTrans" cxnId="{4CDE297B-C8F3-4F31-8F0F-8AB906A813C9}">
      <dgm:prSet/>
      <dgm:spPr/>
      <dgm:t>
        <a:bodyPr/>
        <a:lstStyle/>
        <a:p>
          <a:endParaRPr lang="en-US"/>
        </a:p>
      </dgm:t>
    </dgm:pt>
    <dgm:pt modelId="{49FBA427-4017-4BCB-9AF8-F98D848ADF58}" type="sibTrans" cxnId="{4CDE297B-C8F3-4F31-8F0F-8AB906A813C9}">
      <dgm:prSet/>
      <dgm:spPr/>
      <dgm:t>
        <a:bodyPr/>
        <a:lstStyle/>
        <a:p>
          <a:endParaRPr lang="en-US"/>
        </a:p>
      </dgm:t>
    </dgm:pt>
    <dgm:pt modelId="{2C9974DB-CB52-4181-A54F-8FB856F49C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Used widely on the internet (web pages, documents)</a:t>
          </a:r>
          <a:endParaRPr lang="en-US"/>
        </a:p>
      </dgm:t>
    </dgm:pt>
    <dgm:pt modelId="{2A2A056D-71A0-49AC-BCB3-9926BAD6F103}" type="parTrans" cxnId="{61CF9930-1E68-44EE-AEB2-177D9A20553E}">
      <dgm:prSet/>
      <dgm:spPr/>
      <dgm:t>
        <a:bodyPr/>
        <a:lstStyle/>
        <a:p>
          <a:endParaRPr lang="en-US"/>
        </a:p>
      </dgm:t>
    </dgm:pt>
    <dgm:pt modelId="{C48116EC-CD11-48B9-98AB-013E566BD306}" type="sibTrans" cxnId="{61CF9930-1E68-44EE-AEB2-177D9A20553E}">
      <dgm:prSet/>
      <dgm:spPr/>
      <dgm:t>
        <a:bodyPr/>
        <a:lstStyle/>
        <a:p>
          <a:endParaRPr lang="en-US"/>
        </a:p>
      </dgm:t>
    </dgm:pt>
    <dgm:pt modelId="{0633FC84-D8CC-4EE5-BED8-8119CD78666B}" type="pres">
      <dgm:prSet presAssocID="{8DC8C9DD-3441-4D97-A090-5E3A36660B3E}" presName="root" presStyleCnt="0">
        <dgm:presLayoutVars>
          <dgm:dir/>
          <dgm:resizeHandles val="exact"/>
        </dgm:presLayoutVars>
      </dgm:prSet>
      <dgm:spPr/>
    </dgm:pt>
    <dgm:pt modelId="{D09599D9-8CBB-4BB9-83AC-762BE3C8128B}" type="pres">
      <dgm:prSet presAssocID="{CB1F585C-F56D-481A-890F-4995A368FBD1}" presName="compNode" presStyleCnt="0"/>
      <dgm:spPr/>
    </dgm:pt>
    <dgm:pt modelId="{AA4A7A5C-44ED-438D-ABCC-43AA25ED7625}" type="pres">
      <dgm:prSet presAssocID="{CB1F585C-F56D-481A-890F-4995A368FBD1}" presName="bgRect" presStyleLbl="bgShp" presStyleIdx="0" presStyleCnt="4"/>
      <dgm:spPr/>
    </dgm:pt>
    <dgm:pt modelId="{0C1F3B6F-5912-4B72-8ADE-60567C12AFE6}" type="pres">
      <dgm:prSet presAssocID="{CB1F585C-F56D-481A-890F-4995A368FBD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8EB92EF-08A6-4DD1-9537-25C8C3EAF14B}" type="pres">
      <dgm:prSet presAssocID="{CB1F585C-F56D-481A-890F-4995A368FBD1}" presName="spaceRect" presStyleCnt="0"/>
      <dgm:spPr/>
    </dgm:pt>
    <dgm:pt modelId="{D44C96A5-C199-4DFE-9F27-6D7EB2ED11D2}" type="pres">
      <dgm:prSet presAssocID="{CB1F585C-F56D-481A-890F-4995A368FBD1}" presName="parTx" presStyleLbl="revTx" presStyleIdx="0" presStyleCnt="4">
        <dgm:presLayoutVars>
          <dgm:chMax val="0"/>
          <dgm:chPref val="0"/>
        </dgm:presLayoutVars>
      </dgm:prSet>
      <dgm:spPr/>
    </dgm:pt>
    <dgm:pt modelId="{B5648AE7-A386-46D6-9FC3-2B6B4B149142}" type="pres">
      <dgm:prSet presAssocID="{26697297-2864-40CD-9FD3-A3E89B530CE7}" presName="sibTrans" presStyleCnt="0"/>
      <dgm:spPr/>
    </dgm:pt>
    <dgm:pt modelId="{0D1CDF5F-918E-4CE8-9625-6F6757B2BDCA}" type="pres">
      <dgm:prSet presAssocID="{ED24D797-7F52-44A7-9BB5-D1E10A79E52F}" presName="compNode" presStyleCnt="0"/>
      <dgm:spPr/>
    </dgm:pt>
    <dgm:pt modelId="{A558F8D0-E5E3-458B-931B-CED23BD7CC53}" type="pres">
      <dgm:prSet presAssocID="{ED24D797-7F52-44A7-9BB5-D1E10A79E52F}" presName="bgRect" presStyleLbl="bgShp" presStyleIdx="1" presStyleCnt="4"/>
      <dgm:spPr/>
    </dgm:pt>
    <dgm:pt modelId="{86165C1F-A9E9-414C-BCFE-7B44C6A8385C}" type="pres">
      <dgm:prSet presAssocID="{ED24D797-7F52-44A7-9BB5-D1E10A79E52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62541891-ED16-447F-B20F-6D487CD49650}" type="pres">
      <dgm:prSet presAssocID="{ED24D797-7F52-44A7-9BB5-D1E10A79E52F}" presName="spaceRect" presStyleCnt="0"/>
      <dgm:spPr/>
    </dgm:pt>
    <dgm:pt modelId="{11196528-9F5A-47F6-BD1B-E4FEB50F6282}" type="pres">
      <dgm:prSet presAssocID="{ED24D797-7F52-44A7-9BB5-D1E10A79E52F}" presName="parTx" presStyleLbl="revTx" presStyleIdx="1" presStyleCnt="4">
        <dgm:presLayoutVars>
          <dgm:chMax val="0"/>
          <dgm:chPref val="0"/>
        </dgm:presLayoutVars>
      </dgm:prSet>
      <dgm:spPr/>
    </dgm:pt>
    <dgm:pt modelId="{05C493DD-5BBF-4F15-8B71-0756164080D9}" type="pres">
      <dgm:prSet presAssocID="{1920A3C2-B121-4A56-97DC-028DDB9BE8AC}" presName="sibTrans" presStyleCnt="0"/>
      <dgm:spPr/>
    </dgm:pt>
    <dgm:pt modelId="{7B28B221-F27E-4073-A29F-1A94B4D59615}" type="pres">
      <dgm:prSet presAssocID="{7BE14472-FEE0-4EF4-A3AB-2EBB85567777}" presName="compNode" presStyleCnt="0"/>
      <dgm:spPr/>
    </dgm:pt>
    <dgm:pt modelId="{E8EDB278-3352-468A-81C1-6DCC01493C77}" type="pres">
      <dgm:prSet presAssocID="{7BE14472-FEE0-4EF4-A3AB-2EBB85567777}" presName="bgRect" presStyleLbl="bgShp" presStyleIdx="2" presStyleCnt="4"/>
      <dgm:spPr/>
    </dgm:pt>
    <dgm:pt modelId="{2170A9E4-035D-4D99-9A22-D1446D2F860A}" type="pres">
      <dgm:prSet presAssocID="{7BE14472-FEE0-4EF4-A3AB-2EBB855677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F98757AE-8CF0-4340-B469-75C2CD812D1A}" type="pres">
      <dgm:prSet presAssocID="{7BE14472-FEE0-4EF4-A3AB-2EBB85567777}" presName="spaceRect" presStyleCnt="0"/>
      <dgm:spPr/>
    </dgm:pt>
    <dgm:pt modelId="{4579F779-A832-4E1F-ABA6-C83B54BFB1EB}" type="pres">
      <dgm:prSet presAssocID="{7BE14472-FEE0-4EF4-A3AB-2EBB85567777}" presName="parTx" presStyleLbl="revTx" presStyleIdx="2" presStyleCnt="4">
        <dgm:presLayoutVars>
          <dgm:chMax val="0"/>
          <dgm:chPref val="0"/>
        </dgm:presLayoutVars>
      </dgm:prSet>
      <dgm:spPr/>
    </dgm:pt>
    <dgm:pt modelId="{96730FD6-3256-4B32-A974-0EA39E220939}" type="pres">
      <dgm:prSet presAssocID="{49FBA427-4017-4BCB-9AF8-F98D848ADF58}" presName="sibTrans" presStyleCnt="0"/>
      <dgm:spPr/>
    </dgm:pt>
    <dgm:pt modelId="{FADD029A-240F-4D67-8603-ED7BCBB87823}" type="pres">
      <dgm:prSet presAssocID="{2C9974DB-CB52-4181-A54F-8FB856F49CE9}" presName="compNode" presStyleCnt="0"/>
      <dgm:spPr/>
    </dgm:pt>
    <dgm:pt modelId="{45E37368-8772-4D93-9CD1-4B883448DAD5}" type="pres">
      <dgm:prSet presAssocID="{2C9974DB-CB52-4181-A54F-8FB856F49CE9}" presName="bgRect" presStyleLbl="bgShp" presStyleIdx="3" presStyleCnt="4"/>
      <dgm:spPr/>
    </dgm:pt>
    <dgm:pt modelId="{62398F34-4D58-4D76-9568-0A9A86E1E532}" type="pres">
      <dgm:prSet presAssocID="{2C9974DB-CB52-4181-A54F-8FB856F49CE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E951D8E-314D-4FA3-BA4F-310CF627FC67}" type="pres">
      <dgm:prSet presAssocID="{2C9974DB-CB52-4181-A54F-8FB856F49CE9}" presName="spaceRect" presStyleCnt="0"/>
      <dgm:spPr/>
    </dgm:pt>
    <dgm:pt modelId="{4415AF02-2023-44A9-94E5-EFB3EB15AF17}" type="pres">
      <dgm:prSet presAssocID="{2C9974DB-CB52-4181-A54F-8FB856F49CE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1CF9930-1E68-44EE-AEB2-177D9A20553E}" srcId="{8DC8C9DD-3441-4D97-A090-5E3A36660B3E}" destId="{2C9974DB-CB52-4181-A54F-8FB856F49CE9}" srcOrd="3" destOrd="0" parTransId="{2A2A056D-71A0-49AC-BCB3-9926BAD6F103}" sibTransId="{C48116EC-CD11-48B9-98AB-013E566BD306}"/>
    <dgm:cxn modelId="{67F0DD5B-98DA-49D9-9C88-00809B725DD0}" type="presOf" srcId="{7BE14472-FEE0-4EF4-A3AB-2EBB85567777}" destId="{4579F779-A832-4E1F-ABA6-C83B54BFB1EB}" srcOrd="0" destOrd="0" presId="urn:microsoft.com/office/officeart/2018/2/layout/IconVerticalSolidList"/>
    <dgm:cxn modelId="{8E60C463-4E16-44FC-B6E8-104F5668413D}" type="presOf" srcId="{CB1F585C-F56D-481A-890F-4995A368FBD1}" destId="{D44C96A5-C199-4DFE-9F27-6D7EB2ED11D2}" srcOrd="0" destOrd="0" presId="urn:microsoft.com/office/officeart/2018/2/layout/IconVerticalSolidList"/>
    <dgm:cxn modelId="{4CDE297B-C8F3-4F31-8F0F-8AB906A813C9}" srcId="{8DC8C9DD-3441-4D97-A090-5E3A36660B3E}" destId="{7BE14472-FEE0-4EF4-A3AB-2EBB85567777}" srcOrd="2" destOrd="0" parTransId="{A3FDBE39-1206-4A0D-B2F5-7449A94B90CB}" sibTransId="{49FBA427-4017-4BCB-9AF8-F98D848ADF58}"/>
    <dgm:cxn modelId="{C3C9BB7D-FD64-4634-AAF2-CE977331AEC5}" srcId="{8DC8C9DD-3441-4D97-A090-5E3A36660B3E}" destId="{ED24D797-7F52-44A7-9BB5-D1E10A79E52F}" srcOrd="1" destOrd="0" parTransId="{D12373A5-B378-43DA-B1E4-EB0CE5B65749}" sibTransId="{1920A3C2-B121-4A56-97DC-028DDB9BE8AC}"/>
    <dgm:cxn modelId="{5E99BE81-A2C9-43F8-8A55-606F9984A30D}" type="presOf" srcId="{ED24D797-7F52-44A7-9BB5-D1E10A79E52F}" destId="{11196528-9F5A-47F6-BD1B-E4FEB50F6282}" srcOrd="0" destOrd="0" presId="urn:microsoft.com/office/officeart/2018/2/layout/IconVerticalSolidList"/>
    <dgm:cxn modelId="{DEC61DC2-9194-4E39-AFBD-5E2CE24B80BB}" type="presOf" srcId="{2C9974DB-CB52-4181-A54F-8FB856F49CE9}" destId="{4415AF02-2023-44A9-94E5-EFB3EB15AF17}" srcOrd="0" destOrd="0" presId="urn:microsoft.com/office/officeart/2018/2/layout/IconVerticalSolidList"/>
    <dgm:cxn modelId="{A25016D3-D380-4DAC-96F5-819B6882A7E5}" srcId="{8DC8C9DD-3441-4D97-A090-5E3A36660B3E}" destId="{CB1F585C-F56D-481A-890F-4995A368FBD1}" srcOrd="0" destOrd="0" parTransId="{821F72E6-7D20-4EF9-9BEF-C74C9AE3323E}" sibTransId="{26697297-2864-40CD-9FD3-A3E89B530CE7}"/>
    <dgm:cxn modelId="{2C5C7DD7-BA03-4F59-ABF4-C830E7B18FA8}" type="presOf" srcId="{8DC8C9DD-3441-4D97-A090-5E3A36660B3E}" destId="{0633FC84-D8CC-4EE5-BED8-8119CD78666B}" srcOrd="0" destOrd="0" presId="urn:microsoft.com/office/officeart/2018/2/layout/IconVerticalSolidList"/>
    <dgm:cxn modelId="{7311CFF9-EBD6-490A-9213-B10BD7D704B2}" type="presParOf" srcId="{0633FC84-D8CC-4EE5-BED8-8119CD78666B}" destId="{D09599D9-8CBB-4BB9-83AC-762BE3C8128B}" srcOrd="0" destOrd="0" presId="urn:microsoft.com/office/officeart/2018/2/layout/IconVerticalSolidList"/>
    <dgm:cxn modelId="{8063E9EF-E3EE-4205-A737-521AD7EC04E8}" type="presParOf" srcId="{D09599D9-8CBB-4BB9-83AC-762BE3C8128B}" destId="{AA4A7A5C-44ED-438D-ABCC-43AA25ED7625}" srcOrd="0" destOrd="0" presId="urn:microsoft.com/office/officeart/2018/2/layout/IconVerticalSolidList"/>
    <dgm:cxn modelId="{13AECF45-DCD1-44D8-84F9-24EAB4870401}" type="presParOf" srcId="{D09599D9-8CBB-4BB9-83AC-762BE3C8128B}" destId="{0C1F3B6F-5912-4B72-8ADE-60567C12AFE6}" srcOrd="1" destOrd="0" presId="urn:microsoft.com/office/officeart/2018/2/layout/IconVerticalSolidList"/>
    <dgm:cxn modelId="{881461E1-3E34-4115-AD9A-A6DEFDC1C91F}" type="presParOf" srcId="{D09599D9-8CBB-4BB9-83AC-762BE3C8128B}" destId="{98EB92EF-08A6-4DD1-9537-25C8C3EAF14B}" srcOrd="2" destOrd="0" presId="urn:microsoft.com/office/officeart/2018/2/layout/IconVerticalSolidList"/>
    <dgm:cxn modelId="{1274DDD6-23CF-4B65-AF43-B6E3AAB8B8A7}" type="presParOf" srcId="{D09599D9-8CBB-4BB9-83AC-762BE3C8128B}" destId="{D44C96A5-C199-4DFE-9F27-6D7EB2ED11D2}" srcOrd="3" destOrd="0" presId="urn:microsoft.com/office/officeart/2018/2/layout/IconVerticalSolidList"/>
    <dgm:cxn modelId="{34181F98-39A1-4E52-A402-0DDF34C65B41}" type="presParOf" srcId="{0633FC84-D8CC-4EE5-BED8-8119CD78666B}" destId="{B5648AE7-A386-46D6-9FC3-2B6B4B149142}" srcOrd="1" destOrd="0" presId="urn:microsoft.com/office/officeart/2018/2/layout/IconVerticalSolidList"/>
    <dgm:cxn modelId="{90394B56-F6D3-447F-B0E9-9AF839B44F13}" type="presParOf" srcId="{0633FC84-D8CC-4EE5-BED8-8119CD78666B}" destId="{0D1CDF5F-918E-4CE8-9625-6F6757B2BDCA}" srcOrd="2" destOrd="0" presId="urn:microsoft.com/office/officeart/2018/2/layout/IconVerticalSolidList"/>
    <dgm:cxn modelId="{D6729760-1C31-4E84-A7E2-1451A5D33DED}" type="presParOf" srcId="{0D1CDF5F-918E-4CE8-9625-6F6757B2BDCA}" destId="{A558F8D0-E5E3-458B-931B-CED23BD7CC53}" srcOrd="0" destOrd="0" presId="urn:microsoft.com/office/officeart/2018/2/layout/IconVerticalSolidList"/>
    <dgm:cxn modelId="{1DB17E79-7576-4EBD-AF43-8338AD7AE1C9}" type="presParOf" srcId="{0D1CDF5F-918E-4CE8-9625-6F6757B2BDCA}" destId="{86165C1F-A9E9-414C-BCFE-7B44C6A8385C}" srcOrd="1" destOrd="0" presId="urn:microsoft.com/office/officeart/2018/2/layout/IconVerticalSolidList"/>
    <dgm:cxn modelId="{E69BEB79-223A-45B5-917F-CCB251E8A2CA}" type="presParOf" srcId="{0D1CDF5F-918E-4CE8-9625-6F6757B2BDCA}" destId="{62541891-ED16-447F-B20F-6D487CD49650}" srcOrd="2" destOrd="0" presId="urn:microsoft.com/office/officeart/2018/2/layout/IconVerticalSolidList"/>
    <dgm:cxn modelId="{15175C2F-0890-47A2-A80E-2146414D3489}" type="presParOf" srcId="{0D1CDF5F-918E-4CE8-9625-6F6757B2BDCA}" destId="{11196528-9F5A-47F6-BD1B-E4FEB50F6282}" srcOrd="3" destOrd="0" presId="urn:microsoft.com/office/officeart/2018/2/layout/IconVerticalSolidList"/>
    <dgm:cxn modelId="{E1FF2C52-6B86-40E2-AF64-8C4F9DAD9E66}" type="presParOf" srcId="{0633FC84-D8CC-4EE5-BED8-8119CD78666B}" destId="{05C493DD-5BBF-4F15-8B71-0756164080D9}" srcOrd="3" destOrd="0" presId="urn:microsoft.com/office/officeart/2018/2/layout/IconVerticalSolidList"/>
    <dgm:cxn modelId="{EEE80656-53A2-4ADF-8294-63AEC5A26DF2}" type="presParOf" srcId="{0633FC84-D8CC-4EE5-BED8-8119CD78666B}" destId="{7B28B221-F27E-4073-A29F-1A94B4D59615}" srcOrd="4" destOrd="0" presId="urn:microsoft.com/office/officeart/2018/2/layout/IconVerticalSolidList"/>
    <dgm:cxn modelId="{E0BB39A0-2702-4A28-971A-B4F8329FBE21}" type="presParOf" srcId="{7B28B221-F27E-4073-A29F-1A94B4D59615}" destId="{E8EDB278-3352-468A-81C1-6DCC01493C77}" srcOrd="0" destOrd="0" presId="urn:microsoft.com/office/officeart/2018/2/layout/IconVerticalSolidList"/>
    <dgm:cxn modelId="{21A04D15-7FE1-42E3-A3DF-F6DB2B043BD8}" type="presParOf" srcId="{7B28B221-F27E-4073-A29F-1A94B4D59615}" destId="{2170A9E4-035D-4D99-9A22-D1446D2F860A}" srcOrd="1" destOrd="0" presId="urn:microsoft.com/office/officeart/2018/2/layout/IconVerticalSolidList"/>
    <dgm:cxn modelId="{FA01EF95-8E6F-4FF3-A08F-A8E2660B230D}" type="presParOf" srcId="{7B28B221-F27E-4073-A29F-1A94B4D59615}" destId="{F98757AE-8CF0-4340-B469-75C2CD812D1A}" srcOrd="2" destOrd="0" presId="urn:microsoft.com/office/officeart/2018/2/layout/IconVerticalSolidList"/>
    <dgm:cxn modelId="{B423E486-9E73-4717-95E8-0DD8EA17CB40}" type="presParOf" srcId="{7B28B221-F27E-4073-A29F-1A94B4D59615}" destId="{4579F779-A832-4E1F-ABA6-C83B54BFB1EB}" srcOrd="3" destOrd="0" presId="urn:microsoft.com/office/officeart/2018/2/layout/IconVerticalSolidList"/>
    <dgm:cxn modelId="{EC4071A3-B34C-463B-8B79-C8767D0F7624}" type="presParOf" srcId="{0633FC84-D8CC-4EE5-BED8-8119CD78666B}" destId="{96730FD6-3256-4B32-A974-0EA39E220939}" srcOrd="5" destOrd="0" presId="urn:microsoft.com/office/officeart/2018/2/layout/IconVerticalSolidList"/>
    <dgm:cxn modelId="{3162BF67-B7D6-4D88-B487-FD8DEADC4A3B}" type="presParOf" srcId="{0633FC84-D8CC-4EE5-BED8-8119CD78666B}" destId="{FADD029A-240F-4D67-8603-ED7BCBB87823}" srcOrd="6" destOrd="0" presId="urn:microsoft.com/office/officeart/2018/2/layout/IconVerticalSolidList"/>
    <dgm:cxn modelId="{B1150C11-B90E-4983-BF23-4C8C375AF0F7}" type="presParOf" srcId="{FADD029A-240F-4D67-8603-ED7BCBB87823}" destId="{45E37368-8772-4D93-9CD1-4B883448DAD5}" srcOrd="0" destOrd="0" presId="urn:microsoft.com/office/officeart/2018/2/layout/IconVerticalSolidList"/>
    <dgm:cxn modelId="{55DBFC19-C1AF-4253-A3EB-34F6F8150E19}" type="presParOf" srcId="{FADD029A-240F-4D67-8603-ED7BCBB87823}" destId="{62398F34-4D58-4D76-9568-0A9A86E1E532}" srcOrd="1" destOrd="0" presId="urn:microsoft.com/office/officeart/2018/2/layout/IconVerticalSolidList"/>
    <dgm:cxn modelId="{03BE3B66-02EC-40CE-BA31-F148F3DEAF4F}" type="presParOf" srcId="{FADD029A-240F-4D67-8603-ED7BCBB87823}" destId="{6E951D8E-314D-4FA3-BA4F-310CF627FC67}" srcOrd="2" destOrd="0" presId="urn:microsoft.com/office/officeart/2018/2/layout/IconVerticalSolidList"/>
    <dgm:cxn modelId="{236FE26C-D91F-46B9-84FB-B86371A5DD0C}" type="presParOf" srcId="{FADD029A-240F-4D67-8603-ED7BCBB87823}" destId="{4415AF02-2023-44A9-94E5-EFB3EB15AF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6041DFD-CFFA-45FC-83E7-B84ED1FA251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184C05C-25B0-4C23-9B5B-D010ED85D56C}">
      <dgm:prSet/>
      <dgm:spPr/>
      <dgm:t>
        <a:bodyPr/>
        <a:lstStyle/>
        <a:p>
          <a:r>
            <a:rPr lang="en-US" b="0" i="0" baseline="0"/>
            <a:t>Graphics are images used to communicate information</a:t>
          </a:r>
          <a:endParaRPr lang="en-US"/>
        </a:p>
      </dgm:t>
    </dgm:pt>
    <dgm:pt modelId="{D3E0E0C1-9C90-4F54-BEE1-134C974509AC}" type="parTrans" cxnId="{40CA356C-9998-4EE8-A2FE-6B8315B5865B}">
      <dgm:prSet/>
      <dgm:spPr/>
      <dgm:t>
        <a:bodyPr/>
        <a:lstStyle/>
        <a:p>
          <a:endParaRPr lang="en-US"/>
        </a:p>
      </dgm:t>
    </dgm:pt>
    <dgm:pt modelId="{A8D26F21-6087-46B9-AAD5-9435306CB9AC}" type="sibTrans" cxnId="{40CA356C-9998-4EE8-A2FE-6B8315B5865B}">
      <dgm:prSet/>
      <dgm:spPr/>
      <dgm:t>
        <a:bodyPr/>
        <a:lstStyle/>
        <a:p>
          <a:endParaRPr lang="en-US"/>
        </a:p>
      </dgm:t>
    </dgm:pt>
    <dgm:pt modelId="{2EAF2C42-B700-4B3D-9D34-415F93E2D4E7}">
      <dgm:prSet/>
      <dgm:spPr/>
      <dgm:t>
        <a:bodyPr/>
        <a:lstStyle/>
        <a:p>
          <a:r>
            <a:rPr lang="en-US" b="1" i="0" baseline="0"/>
            <a:t>Bitmap</a:t>
          </a:r>
          <a:r>
            <a:rPr lang="en-US" b="0" i="0" baseline="0"/>
            <a:t>: made of pixels</a:t>
          </a:r>
          <a:endParaRPr lang="en-US"/>
        </a:p>
      </dgm:t>
    </dgm:pt>
    <dgm:pt modelId="{CE51EF27-1042-4E63-9E38-718B9C9F190B}" type="parTrans" cxnId="{B3998BEA-0603-4366-9E31-258DD7874400}">
      <dgm:prSet/>
      <dgm:spPr/>
      <dgm:t>
        <a:bodyPr/>
        <a:lstStyle/>
        <a:p>
          <a:endParaRPr lang="en-US"/>
        </a:p>
      </dgm:t>
    </dgm:pt>
    <dgm:pt modelId="{AB16965E-65A4-469A-A534-B7549DD2AA0C}" type="sibTrans" cxnId="{B3998BEA-0603-4366-9E31-258DD7874400}">
      <dgm:prSet/>
      <dgm:spPr/>
      <dgm:t>
        <a:bodyPr/>
        <a:lstStyle/>
        <a:p>
          <a:endParaRPr lang="en-US"/>
        </a:p>
      </dgm:t>
    </dgm:pt>
    <dgm:pt modelId="{988B5A5A-16DB-4A34-BC90-3412EEEA02CA}">
      <dgm:prSet/>
      <dgm:spPr/>
      <dgm:t>
        <a:bodyPr/>
        <a:lstStyle/>
        <a:p>
          <a:r>
            <a:rPr lang="en-US" b="1" i="0" baseline="0"/>
            <a:t>Vector</a:t>
          </a:r>
          <a:r>
            <a:rPr lang="en-US" b="0" i="0" baseline="0"/>
            <a:t>: made using mathematical shapes</a:t>
          </a:r>
          <a:endParaRPr lang="en-US"/>
        </a:p>
      </dgm:t>
    </dgm:pt>
    <dgm:pt modelId="{14593660-9B0C-47DB-A450-DCF8C83EFD3D}" type="parTrans" cxnId="{21F6A898-BEF0-4FD2-80EA-FADE1CEEF8CC}">
      <dgm:prSet/>
      <dgm:spPr/>
      <dgm:t>
        <a:bodyPr/>
        <a:lstStyle/>
        <a:p>
          <a:endParaRPr lang="en-US"/>
        </a:p>
      </dgm:t>
    </dgm:pt>
    <dgm:pt modelId="{0D115445-A052-4BF7-8C6D-5FA7D9BEFF3E}" type="sibTrans" cxnId="{21F6A898-BEF0-4FD2-80EA-FADE1CEEF8CC}">
      <dgm:prSet/>
      <dgm:spPr/>
      <dgm:t>
        <a:bodyPr/>
        <a:lstStyle/>
        <a:p>
          <a:endParaRPr lang="en-US"/>
        </a:p>
      </dgm:t>
    </dgm:pt>
    <dgm:pt modelId="{E3E237E9-3364-4404-A3E5-002640344000}">
      <dgm:prSet/>
      <dgm:spPr/>
      <dgm:t>
        <a:bodyPr/>
        <a:lstStyle/>
        <a:p>
          <a:r>
            <a:rPr lang="en-US" b="0" i="0" baseline="0"/>
            <a:t>Colour depth affects image quality and file size</a:t>
          </a:r>
          <a:endParaRPr lang="en-US"/>
        </a:p>
      </dgm:t>
    </dgm:pt>
    <dgm:pt modelId="{97AF86BC-CBF8-4B7D-AB6A-F66614763206}" type="parTrans" cxnId="{8CCEFA46-35BD-4414-85E7-544BED6A0536}">
      <dgm:prSet/>
      <dgm:spPr/>
      <dgm:t>
        <a:bodyPr/>
        <a:lstStyle/>
        <a:p>
          <a:endParaRPr lang="en-US"/>
        </a:p>
      </dgm:t>
    </dgm:pt>
    <dgm:pt modelId="{16D7B0B1-870D-45CC-9D73-5EE5F23370FC}" type="sibTrans" cxnId="{8CCEFA46-35BD-4414-85E7-544BED6A0536}">
      <dgm:prSet/>
      <dgm:spPr/>
      <dgm:t>
        <a:bodyPr/>
        <a:lstStyle/>
        <a:p>
          <a:endParaRPr lang="en-US"/>
        </a:p>
      </dgm:t>
    </dgm:pt>
    <dgm:pt modelId="{35C2F0C1-C09C-4825-8AB3-E3D5633CA563}">
      <dgm:prSet/>
      <dgm:spPr/>
      <dgm:t>
        <a:bodyPr/>
        <a:lstStyle/>
        <a:p>
          <a:r>
            <a:rPr lang="en-US" b="0" i="0" baseline="0"/>
            <a:t>More colours = larger file size</a:t>
          </a:r>
          <a:endParaRPr lang="en-US"/>
        </a:p>
      </dgm:t>
    </dgm:pt>
    <dgm:pt modelId="{CAE8414D-EADF-4705-8FBE-63645DAA7A48}" type="parTrans" cxnId="{7A71EA51-BB72-4B1E-BB09-4A3150361BA8}">
      <dgm:prSet/>
      <dgm:spPr/>
      <dgm:t>
        <a:bodyPr/>
        <a:lstStyle/>
        <a:p>
          <a:endParaRPr lang="en-US"/>
        </a:p>
      </dgm:t>
    </dgm:pt>
    <dgm:pt modelId="{073AB326-F5B5-48B3-AC2F-3C137B13A7FA}" type="sibTrans" cxnId="{7A71EA51-BB72-4B1E-BB09-4A3150361BA8}">
      <dgm:prSet/>
      <dgm:spPr/>
      <dgm:t>
        <a:bodyPr/>
        <a:lstStyle/>
        <a:p>
          <a:endParaRPr lang="en-US"/>
        </a:p>
      </dgm:t>
    </dgm:pt>
    <dgm:pt modelId="{EA08EBA9-CFB8-4035-9845-496B8A1F8B1C}" type="pres">
      <dgm:prSet presAssocID="{A6041DFD-CFFA-45FC-83E7-B84ED1FA251C}" presName="linear" presStyleCnt="0">
        <dgm:presLayoutVars>
          <dgm:animLvl val="lvl"/>
          <dgm:resizeHandles val="exact"/>
        </dgm:presLayoutVars>
      </dgm:prSet>
      <dgm:spPr/>
    </dgm:pt>
    <dgm:pt modelId="{21B9851A-1B0C-4EA8-8951-426D81FE92EA}" type="pres">
      <dgm:prSet presAssocID="{7184C05C-25B0-4C23-9B5B-D010ED85D56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8121B47-26B9-4125-BA55-5B1C8C28E129}" type="pres">
      <dgm:prSet presAssocID="{A8D26F21-6087-46B9-AAD5-9435306CB9AC}" presName="spacer" presStyleCnt="0"/>
      <dgm:spPr/>
    </dgm:pt>
    <dgm:pt modelId="{3C3D27C4-D1BB-4A9E-8FD0-160807F6FEF7}" type="pres">
      <dgm:prSet presAssocID="{2EAF2C42-B700-4B3D-9D34-415F93E2D4E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8AAC736-11B5-4BD0-9E79-FF633523FA44}" type="pres">
      <dgm:prSet presAssocID="{AB16965E-65A4-469A-A534-B7549DD2AA0C}" presName="spacer" presStyleCnt="0"/>
      <dgm:spPr/>
    </dgm:pt>
    <dgm:pt modelId="{A6AB18BB-8F30-47E3-8C41-C52A4678CEF1}" type="pres">
      <dgm:prSet presAssocID="{988B5A5A-16DB-4A34-BC90-3412EEEA02C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734D1B-9357-43DC-BA3A-8A6A55749763}" type="pres">
      <dgm:prSet presAssocID="{0D115445-A052-4BF7-8C6D-5FA7D9BEFF3E}" presName="spacer" presStyleCnt="0"/>
      <dgm:spPr/>
    </dgm:pt>
    <dgm:pt modelId="{4E4F33C2-7431-4CD9-9952-94C1A3D35013}" type="pres">
      <dgm:prSet presAssocID="{E3E237E9-3364-4404-A3E5-00264034400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B7BD6CE-8181-4F6E-9B5C-210641500BF3}" type="pres">
      <dgm:prSet presAssocID="{16D7B0B1-870D-45CC-9D73-5EE5F23370FC}" presName="spacer" presStyleCnt="0"/>
      <dgm:spPr/>
    </dgm:pt>
    <dgm:pt modelId="{624D731A-A0E8-41D6-B89E-7AF805CBD9EC}" type="pres">
      <dgm:prSet presAssocID="{35C2F0C1-C09C-4825-8AB3-E3D5633CA56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CCEFA46-35BD-4414-85E7-544BED6A0536}" srcId="{A6041DFD-CFFA-45FC-83E7-B84ED1FA251C}" destId="{E3E237E9-3364-4404-A3E5-002640344000}" srcOrd="3" destOrd="0" parTransId="{97AF86BC-CBF8-4B7D-AB6A-F66614763206}" sibTransId="{16D7B0B1-870D-45CC-9D73-5EE5F23370FC}"/>
    <dgm:cxn modelId="{40CA356C-9998-4EE8-A2FE-6B8315B5865B}" srcId="{A6041DFD-CFFA-45FC-83E7-B84ED1FA251C}" destId="{7184C05C-25B0-4C23-9B5B-D010ED85D56C}" srcOrd="0" destOrd="0" parTransId="{D3E0E0C1-9C90-4F54-BEE1-134C974509AC}" sibTransId="{A8D26F21-6087-46B9-AAD5-9435306CB9AC}"/>
    <dgm:cxn modelId="{8A3AFB70-78EF-4A41-A7FE-B568F9540E27}" type="presOf" srcId="{7184C05C-25B0-4C23-9B5B-D010ED85D56C}" destId="{21B9851A-1B0C-4EA8-8951-426D81FE92EA}" srcOrd="0" destOrd="0" presId="urn:microsoft.com/office/officeart/2005/8/layout/vList2"/>
    <dgm:cxn modelId="{7A71EA51-BB72-4B1E-BB09-4A3150361BA8}" srcId="{A6041DFD-CFFA-45FC-83E7-B84ED1FA251C}" destId="{35C2F0C1-C09C-4825-8AB3-E3D5633CA563}" srcOrd="4" destOrd="0" parTransId="{CAE8414D-EADF-4705-8FBE-63645DAA7A48}" sibTransId="{073AB326-F5B5-48B3-AC2F-3C137B13A7FA}"/>
    <dgm:cxn modelId="{D82DF98A-486B-44C0-8BD4-22EB27F808F7}" type="presOf" srcId="{A6041DFD-CFFA-45FC-83E7-B84ED1FA251C}" destId="{EA08EBA9-CFB8-4035-9845-496B8A1F8B1C}" srcOrd="0" destOrd="0" presId="urn:microsoft.com/office/officeart/2005/8/layout/vList2"/>
    <dgm:cxn modelId="{6061398D-2971-4AA9-9B13-11C3E4CBE789}" type="presOf" srcId="{2EAF2C42-B700-4B3D-9D34-415F93E2D4E7}" destId="{3C3D27C4-D1BB-4A9E-8FD0-160807F6FEF7}" srcOrd="0" destOrd="0" presId="urn:microsoft.com/office/officeart/2005/8/layout/vList2"/>
    <dgm:cxn modelId="{21F6A898-BEF0-4FD2-80EA-FADE1CEEF8CC}" srcId="{A6041DFD-CFFA-45FC-83E7-B84ED1FA251C}" destId="{988B5A5A-16DB-4A34-BC90-3412EEEA02CA}" srcOrd="2" destOrd="0" parTransId="{14593660-9B0C-47DB-A450-DCF8C83EFD3D}" sibTransId="{0D115445-A052-4BF7-8C6D-5FA7D9BEFF3E}"/>
    <dgm:cxn modelId="{B2E992C4-3C68-4A08-A841-C2FDD6B27A8D}" type="presOf" srcId="{988B5A5A-16DB-4A34-BC90-3412EEEA02CA}" destId="{A6AB18BB-8F30-47E3-8C41-C52A4678CEF1}" srcOrd="0" destOrd="0" presId="urn:microsoft.com/office/officeart/2005/8/layout/vList2"/>
    <dgm:cxn modelId="{7019A9E1-68C2-4F8D-91C9-52527AED0B9F}" type="presOf" srcId="{35C2F0C1-C09C-4825-8AB3-E3D5633CA563}" destId="{624D731A-A0E8-41D6-B89E-7AF805CBD9EC}" srcOrd="0" destOrd="0" presId="urn:microsoft.com/office/officeart/2005/8/layout/vList2"/>
    <dgm:cxn modelId="{B3998BEA-0603-4366-9E31-258DD7874400}" srcId="{A6041DFD-CFFA-45FC-83E7-B84ED1FA251C}" destId="{2EAF2C42-B700-4B3D-9D34-415F93E2D4E7}" srcOrd="1" destOrd="0" parTransId="{CE51EF27-1042-4E63-9E38-718B9C9F190B}" sibTransId="{AB16965E-65A4-469A-A534-B7549DD2AA0C}"/>
    <dgm:cxn modelId="{3AE180F8-EEEA-4A34-9A80-B250A86D764A}" type="presOf" srcId="{E3E237E9-3364-4404-A3E5-002640344000}" destId="{4E4F33C2-7431-4CD9-9952-94C1A3D35013}" srcOrd="0" destOrd="0" presId="urn:microsoft.com/office/officeart/2005/8/layout/vList2"/>
    <dgm:cxn modelId="{37F0DD90-B0AB-4A5F-A913-7DA6341DF67E}" type="presParOf" srcId="{EA08EBA9-CFB8-4035-9845-496B8A1F8B1C}" destId="{21B9851A-1B0C-4EA8-8951-426D81FE92EA}" srcOrd="0" destOrd="0" presId="urn:microsoft.com/office/officeart/2005/8/layout/vList2"/>
    <dgm:cxn modelId="{A5A363C9-120F-4FD6-85C0-815F98850191}" type="presParOf" srcId="{EA08EBA9-CFB8-4035-9845-496B8A1F8B1C}" destId="{48121B47-26B9-4125-BA55-5B1C8C28E129}" srcOrd="1" destOrd="0" presId="urn:microsoft.com/office/officeart/2005/8/layout/vList2"/>
    <dgm:cxn modelId="{29B570AA-59D9-4E98-A2EB-69CB2CB8A4EC}" type="presParOf" srcId="{EA08EBA9-CFB8-4035-9845-496B8A1F8B1C}" destId="{3C3D27C4-D1BB-4A9E-8FD0-160807F6FEF7}" srcOrd="2" destOrd="0" presId="urn:microsoft.com/office/officeart/2005/8/layout/vList2"/>
    <dgm:cxn modelId="{C652A773-668C-43B3-BC27-2CBC0D127E4F}" type="presParOf" srcId="{EA08EBA9-CFB8-4035-9845-496B8A1F8B1C}" destId="{B8AAC736-11B5-4BD0-9E79-FF633523FA44}" srcOrd="3" destOrd="0" presId="urn:microsoft.com/office/officeart/2005/8/layout/vList2"/>
    <dgm:cxn modelId="{0EB1513B-2AF1-49C7-B56B-CF43A572C2B2}" type="presParOf" srcId="{EA08EBA9-CFB8-4035-9845-496B8A1F8B1C}" destId="{A6AB18BB-8F30-47E3-8C41-C52A4678CEF1}" srcOrd="4" destOrd="0" presId="urn:microsoft.com/office/officeart/2005/8/layout/vList2"/>
    <dgm:cxn modelId="{9EF97815-5226-4D5A-95CC-F3E28BF9DCB7}" type="presParOf" srcId="{EA08EBA9-CFB8-4035-9845-496B8A1F8B1C}" destId="{F6734D1B-9357-43DC-BA3A-8A6A55749763}" srcOrd="5" destOrd="0" presId="urn:microsoft.com/office/officeart/2005/8/layout/vList2"/>
    <dgm:cxn modelId="{396289E8-EA1E-4E94-8283-C1D5DDB7E62E}" type="presParOf" srcId="{EA08EBA9-CFB8-4035-9845-496B8A1F8B1C}" destId="{4E4F33C2-7431-4CD9-9952-94C1A3D35013}" srcOrd="6" destOrd="0" presId="urn:microsoft.com/office/officeart/2005/8/layout/vList2"/>
    <dgm:cxn modelId="{1B99187E-DD30-4752-BDDE-A521F5DDAF7B}" type="presParOf" srcId="{EA08EBA9-CFB8-4035-9845-496B8A1F8B1C}" destId="{FB7BD6CE-8181-4F6E-9B5C-210641500BF3}" srcOrd="7" destOrd="0" presId="urn:microsoft.com/office/officeart/2005/8/layout/vList2"/>
    <dgm:cxn modelId="{8F42E12F-A829-4194-ADC3-D38476EAEDCF}" type="presParOf" srcId="{EA08EBA9-CFB8-4035-9845-496B8A1F8B1C}" destId="{624D731A-A0E8-41D6-B89E-7AF805CBD9E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D018FA0-A09A-4ABA-8751-645031E18B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32C4B9C-49D5-4A90-8620-980E96A79FED}">
      <dgm:prSet/>
      <dgm:spPr/>
      <dgm:t>
        <a:bodyPr/>
        <a:lstStyle/>
        <a:p>
          <a:r>
            <a:rPr lang="en-US" b="0" i="0" baseline="0"/>
            <a:t>Audio is </a:t>
          </a:r>
          <a:r>
            <a:rPr lang="en-US" b="1" i="0" baseline="0"/>
            <a:t>digitised sound</a:t>
          </a:r>
          <a:endParaRPr lang="en-US"/>
        </a:p>
      </dgm:t>
    </dgm:pt>
    <dgm:pt modelId="{2DB2B392-1900-44F9-BCFD-FB43BDBF6802}" type="parTrans" cxnId="{0A9914D2-345A-403C-B64F-1827961866CF}">
      <dgm:prSet/>
      <dgm:spPr/>
      <dgm:t>
        <a:bodyPr/>
        <a:lstStyle/>
        <a:p>
          <a:endParaRPr lang="en-US"/>
        </a:p>
      </dgm:t>
    </dgm:pt>
    <dgm:pt modelId="{9B120BA3-198E-4567-B5B1-EE9E9DE3CC96}" type="sibTrans" cxnId="{0A9914D2-345A-403C-B64F-1827961866CF}">
      <dgm:prSet/>
      <dgm:spPr/>
      <dgm:t>
        <a:bodyPr/>
        <a:lstStyle/>
        <a:p>
          <a:endParaRPr lang="en-US"/>
        </a:p>
      </dgm:t>
    </dgm:pt>
    <dgm:pt modelId="{A7F1001E-3B2D-4D92-9521-CEF286285F18}">
      <dgm:prSet/>
      <dgm:spPr/>
      <dgm:t>
        <a:bodyPr/>
        <a:lstStyle/>
        <a:p>
          <a:r>
            <a:rPr lang="en-US" b="0" i="0" baseline="0"/>
            <a:t>Represents sound waves using binary values</a:t>
          </a:r>
          <a:endParaRPr lang="en-US"/>
        </a:p>
      </dgm:t>
    </dgm:pt>
    <dgm:pt modelId="{A7FAE102-9BC6-4385-AB94-EACEBD791C2F}" type="parTrans" cxnId="{AA6A3145-C292-4F4A-8248-E93C4F70DF1B}">
      <dgm:prSet/>
      <dgm:spPr/>
      <dgm:t>
        <a:bodyPr/>
        <a:lstStyle/>
        <a:p>
          <a:endParaRPr lang="en-US"/>
        </a:p>
      </dgm:t>
    </dgm:pt>
    <dgm:pt modelId="{A91CA967-E686-4912-A13C-EC2AC8FE71D6}" type="sibTrans" cxnId="{AA6A3145-C292-4F4A-8248-E93C4F70DF1B}">
      <dgm:prSet/>
      <dgm:spPr/>
      <dgm:t>
        <a:bodyPr/>
        <a:lstStyle/>
        <a:p>
          <a:endParaRPr lang="en-US"/>
        </a:p>
      </dgm:t>
    </dgm:pt>
    <dgm:pt modelId="{E61E3FBD-D2CE-4F8E-8FA4-2D56A6FD5252}">
      <dgm:prSet/>
      <dgm:spPr/>
      <dgm:t>
        <a:bodyPr/>
        <a:lstStyle/>
        <a:p>
          <a:r>
            <a:rPr lang="en-US" b="0" i="0" baseline="0"/>
            <a:t>Used for speech, music and sound effects</a:t>
          </a:r>
          <a:endParaRPr lang="en-US"/>
        </a:p>
      </dgm:t>
    </dgm:pt>
    <dgm:pt modelId="{D3E530A2-53BA-407E-AA98-E5E02034667A}" type="parTrans" cxnId="{0B96C209-A32B-4804-92F1-76981FA61385}">
      <dgm:prSet/>
      <dgm:spPr/>
      <dgm:t>
        <a:bodyPr/>
        <a:lstStyle/>
        <a:p>
          <a:endParaRPr lang="en-US"/>
        </a:p>
      </dgm:t>
    </dgm:pt>
    <dgm:pt modelId="{61ADEAE5-E42B-458B-BC81-DD398D1895D4}" type="sibTrans" cxnId="{0B96C209-A32B-4804-92F1-76981FA61385}">
      <dgm:prSet/>
      <dgm:spPr/>
      <dgm:t>
        <a:bodyPr/>
        <a:lstStyle/>
        <a:p>
          <a:endParaRPr lang="en-US"/>
        </a:p>
      </dgm:t>
    </dgm:pt>
    <dgm:pt modelId="{F01A4851-F428-455B-997B-9DA67FCF4BA4}">
      <dgm:prSet/>
      <dgm:spPr/>
      <dgm:t>
        <a:bodyPr/>
        <a:lstStyle/>
        <a:p>
          <a:r>
            <a:rPr lang="en-US" b="0" i="0" baseline="0"/>
            <a:t>Audio files can be large</a:t>
          </a:r>
          <a:endParaRPr lang="en-US"/>
        </a:p>
      </dgm:t>
    </dgm:pt>
    <dgm:pt modelId="{7DB30174-90DB-47E7-A526-43EC5EE1DE16}" type="parTrans" cxnId="{CF18A549-6143-4D15-9421-ADB9A0A32F7B}">
      <dgm:prSet/>
      <dgm:spPr/>
      <dgm:t>
        <a:bodyPr/>
        <a:lstStyle/>
        <a:p>
          <a:endParaRPr lang="en-US"/>
        </a:p>
      </dgm:t>
    </dgm:pt>
    <dgm:pt modelId="{FC584ADF-0F6A-4148-A30A-A0CD2E62343B}" type="sibTrans" cxnId="{CF18A549-6143-4D15-9421-ADB9A0A32F7B}">
      <dgm:prSet/>
      <dgm:spPr/>
      <dgm:t>
        <a:bodyPr/>
        <a:lstStyle/>
        <a:p>
          <a:endParaRPr lang="en-US"/>
        </a:p>
      </dgm:t>
    </dgm:pt>
    <dgm:pt modelId="{E6FDEAA0-5908-4ADD-B279-4688C783347F}">
      <dgm:prSet/>
      <dgm:spPr/>
      <dgm:t>
        <a:bodyPr/>
        <a:lstStyle/>
        <a:p>
          <a:r>
            <a:rPr lang="en-US" b="0" i="0" baseline="0"/>
            <a:t>Compression reduces file size</a:t>
          </a:r>
          <a:endParaRPr lang="en-US"/>
        </a:p>
      </dgm:t>
    </dgm:pt>
    <dgm:pt modelId="{AABBA8D1-1EA8-4BEE-8055-4E044972DEC8}" type="parTrans" cxnId="{A327502D-2F18-46A2-94CC-C2E7EB690D4F}">
      <dgm:prSet/>
      <dgm:spPr/>
      <dgm:t>
        <a:bodyPr/>
        <a:lstStyle/>
        <a:p>
          <a:endParaRPr lang="en-US"/>
        </a:p>
      </dgm:t>
    </dgm:pt>
    <dgm:pt modelId="{6364770B-7332-4963-8AB7-C1BC6CEE42D1}" type="sibTrans" cxnId="{A327502D-2F18-46A2-94CC-C2E7EB690D4F}">
      <dgm:prSet/>
      <dgm:spPr/>
      <dgm:t>
        <a:bodyPr/>
        <a:lstStyle/>
        <a:p>
          <a:endParaRPr lang="en-US"/>
        </a:p>
      </dgm:t>
    </dgm:pt>
    <dgm:pt modelId="{9814ACBF-00A8-4C46-B6C8-171E1BB577F4}" type="pres">
      <dgm:prSet presAssocID="{AD018FA0-A09A-4ABA-8751-645031E18BF7}" presName="root" presStyleCnt="0">
        <dgm:presLayoutVars>
          <dgm:dir/>
          <dgm:resizeHandles val="exact"/>
        </dgm:presLayoutVars>
      </dgm:prSet>
      <dgm:spPr/>
    </dgm:pt>
    <dgm:pt modelId="{26C2A222-C3B6-4EF9-8761-CB9B531CA08D}" type="pres">
      <dgm:prSet presAssocID="{432C4B9C-49D5-4A90-8620-980E96A79FED}" presName="compNode" presStyleCnt="0"/>
      <dgm:spPr/>
    </dgm:pt>
    <dgm:pt modelId="{C852BF1F-D935-4033-ACDE-15F194C6EEA9}" type="pres">
      <dgm:prSet presAssocID="{432C4B9C-49D5-4A90-8620-980E96A79FED}" presName="bgRect" presStyleLbl="bgShp" presStyleIdx="0" presStyleCnt="5"/>
      <dgm:spPr/>
    </dgm:pt>
    <dgm:pt modelId="{82DD62F9-6B7D-4D25-B380-8BD6416008D1}" type="pres">
      <dgm:prSet presAssocID="{432C4B9C-49D5-4A90-8620-980E96A79FE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403226E7-05AC-450D-9116-8B9065017378}" type="pres">
      <dgm:prSet presAssocID="{432C4B9C-49D5-4A90-8620-980E96A79FED}" presName="spaceRect" presStyleCnt="0"/>
      <dgm:spPr/>
    </dgm:pt>
    <dgm:pt modelId="{8B76490F-A7C7-44F4-A3FC-983F0B211937}" type="pres">
      <dgm:prSet presAssocID="{432C4B9C-49D5-4A90-8620-980E96A79FED}" presName="parTx" presStyleLbl="revTx" presStyleIdx="0" presStyleCnt="5">
        <dgm:presLayoutVars>
          <dgm:chMax val="0"/>
          <dgm:chPref val="0"/>
        </dgm:presLayoutVars>
      </dgm:prSet>
      <dgm:spPr/>
    </dgm:pt>
    <dgm:pt modelId="{0B5F5012-D30C-4CB6-BDD8-77747FB83631}" type="pres">
      <dgm:prSet presAssocID="{9B120BA3-198E-4567-B5B1-EE9E9DE3CC96}" presName="sibTrans" presStyleCnt="0"/>
      <dgm:spPr/>
    </dgm:pt>
    <dgm:pt modelId="{27043D29-848A-49A1-A9C9-9621C33D4E07}" type="pres">
      <dgm:prSet presAssocID="{A7F1001E-3B2D-4D92-9521-CEF286285F18}" presName="compNode" presStyleCnt="0"/>
      <dgm:spPr/>
    </dgm:pt>
    <dgm:pt modelId="{E1F7027A-FA58-4139-9108-0A74014F3FD6}" type="pres">
      <dgm:prSet presAssocID="{A7F1001E-3B2D-4D92-9521-CEF286285F18}" presName="bgRect" presStyleLbl="bgShp" presStyleIdx="1" presStyleCnt="5"/>
      <dgm:spPr/>
    </dgm:pt>
    <dgm:pt modelId="{A4A93657-2D1F-4C29-9159-1870A66CF6E4}" type="pres">
      <dgm:prSet presAssocID="{A7F1001E-3B2D-4D92-9521-CEF286285F1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AB2F419F-FFF1-455C-9756-84D8E0CFCFEB}" type="pres">
      <dgm:prSet presAssocID="{A7F1001E-3B2D-4D92-9521-CEF286285F18}" presName="spaceRect" presStyleCnt="0"/>
      <dgm:spPr/>
    </dgm:pt>
    <dgm:pt modelId="{D47BA997-7E5E-4728-8959-870A1AF7748F}" type="pres">
      <dgm:prSet presAssocID="{A7F1001E-3B2D-4D92-9521-CEF286285F18}" presName="parTx" presStyleLbl="revTx" presStyleIdx="1" presStyleCnt="5">
        <dgm:presLayoutVars>
          <dgm:chMax val="0"/>
          <dgm:chPref val="0"/>
        </dgm:presLayoutVars>
      </dgm:prSet>
      <dgm:spPr/>
    </dgm:pt>
    <dgm:pt modelId="{4FB6E786-EA88-4474-9796-BA7FECFCB8A6}" type="pres">
      <dgm:prSet presAssocID="{A91CA967-E686-4912-A13C-EC2AC8FE71D6}" presName="sibTrans" presStyleCnt="0"/>
      <dgm:spPr/>
    </dgm:pt>
    <dgm:pt modelId="{0B23C592-BB4F-4E1B-B13F-7DC85410874D}" type="pres">
      <dgm:prSet presAssocID="{E61E3FBD-D2CE-4F8E-8FA4-2D56A6FD5252}" presName="compNode" presStyleCnt="0"/>
      <dgm:spPr/>
    </dgm:pt>
    <dgm:pt modelId="{1DA5C9E8-9E2F-4926-B6CF-F89350C6F7BE}" type="pres">
      <dgm:prSet presAssocID="{E61E3FBD-D2CE-4F8E-8FA4-2D56A6FD5252}" presName="bgRect" presStyleLbl="bgShp" presStyleIdx="2" presStyleCnt="5"/>
      <dgm:spPr/>
    </dgm:pt>
    <dgm:pt modelId="{EB9EAAFA-76D4-4D36-8AEC-2016ECEC6374}" type="pres">
      <dgm:prSet presAssocID="{E61E3FBD-D2CE-4F8E-8FA4-2D56A6FD525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 Notes"/>
        </a:ext>
      </dgm:extLst>
    </dgm:pt>
    <dgm:pt modelId="{ACC398D2-E6C8-4223-8320-8448DCAF8BD7}" type="pres">
      <dgm:prSet presAssocID="{E61E3FBD-D2CE-4F8E-8FA4-2D56A6FD5252}" presName="spaceRect" presStyleCnt="0"/>
      <dgm:spPr/>
    </dgm:pt>
    <dgm:pt modelId="{D2F08F0C-4314-42A7-AC35-A11CEF5536BB}" type="pres">
      <dgm:prSet presAssocID="{E61E3FBD-D2CE-4F8E-8FA4-2D56A6FD5252}" presName="parTx" presStyleLbl="revTx" presStyleIdx="2" presStyleCnt="5">
        <dgm:presLayoutVars>
          <dgm:chMax val="0"/>
          <dgm:chPref val="0"/>
        </dgm:presLayoutVars>
      </dgm:prSet>
      <dgm:spPr/>
    </dgm:pt>
    <dgm:pt modelId="{41D6C090-8D37-412C-B0D1-D01A2823575C}" type="pres">
      <dgm:prSet presAssocID="{61ADEAE5-E42B-458B-BC81-DD398D1895D4}" presName="sibTrans" presStyleCnt="0"/>
      <dgm:spPr/>
    </dgm:pt>
    <dgm:pt modelId="{13B3EF5F-8F15-40AD-8CE6-95455A390945}" type="pres">
      <dgm:prSet presAssocID="{F01A4851-F428-455B-997B-9DA67FCF4BA4}" presName="compNode" presStyleCnt="0"/>
      <dgm:spPr/>
    </dgm:pt>
    <dgm:pt modelId="{D8C72D10-05B1-4601-B4E7-54FDFBFB7264}" type="pres">
      <dgm:prSet presAssocID="{F01A4851-F428-455B-997B-9DA67FCF4BA4}" presName="bgRect" presStyleLbl="bgShp" presStyleIdx="3" presStyleCnt="5"/>
      <dgm:spPr/>
    </dgm:pt>
    <dgm:pt modelId="{7FF5E5C6-B99C-441E-9C08-6BBF8EE0362C}" type="pres">
      <dgm:prSet presAssocID="{F01A4851-F428-455B-997B-9DA67FCF4BA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D27AF09C-B9E7-4CFB-A632-7D16C049F11F}" type="pres">
      <dgm:prSet presAssocID="{F01A4851-F428-455B-997B-9DA67FCF4BA4}" presName="spaceRect" presStyleCnt="0"/>
      <dgm:spPr/>
    </dgm:pt>
    <dgm:pt modelId="{877819A8-E25C-4AC7-B887-188AF16362BE}" type="pres">
      <dgm:prSet presAssocID="{F01A4851-F428-455B-997B-9DA67FCF4BA4}" presName="parTx" presStyleLbl="revTx" presStyleIdx="3" presStyleCnt="5">
        <dgm:presLayoutVars>
          <dgm:chMax val="0"/>
          <dgm:chPref val="0"/>
        </dgm:presLayoutVars>
      </dgm:prSet>
      <dgm:spPr/>
    </dgm:pt>
    <dgm:pt modelId="{9C55BA23-7DA7-4817-9B23-07878A91FC40}" type="pres">
      <dgm:prSet presAssocID="{FC584ADF-0F6A-4148-A30A-A0CD2E62343B}" presName="sibTrans" presStyleCnt="0"/>
      <dgm:spPr/>
    </dgm:pt>
    <dgm:pt modelId="{26D24CD2-9DC7-44B5-BF91-EAB7B3C65C8E}" type="pres">
      <dgm:prSet presAssocID="{E6FDEAA0-5908-4ADD-B279-4688C783347F}" presName="compNode" presStyleCnt="0"/>
      <dgm:spPr/>
    </dgm:pt>
    <dgm:pt modelId="{0A1B3A53-37DD-4CA4-A92E-B3B88D79C2DA}" type="pres">
      <dgm:prSet presAssocID="{E6FDEAA0-5908-4ADD-B279-4688C783347F}" presName="bgRect" presStyleLbl="bgShp" presStyleIdx="4" presStyleCnt="5"/>
      <dgm:spPr/>
    </dgm:pt>
    <dgm:pt modelId="{74C7C509-5D31-4FA5-97F7-D0ACA15864AB}" type="pres">
      <dgm:prSet presAssocID="{E6FDEAA0-5908-4ADD-B279-4688C783347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AC86CCA9-FBC2-4F37-A458-AFBFD15F7118}" type="pres">
      <dgm:prSet presAssocID="{E6FDEAA0-5908-4ADD-B279-4688C783347F}" presName="spaceRect" presStyleCnt="0"/>
      <dgm:spPr/>
    </dgm:pt>
    <dgm:pt modelId="{64087515-2153-4F89-9D29-49A05227F619}" type="pres">
      <dgm:prSet presAssocID="{E6FDEAA0-5908-4ADD-B279-4688C783347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C50C107-4313-48F3-9BDD-01811EF66030}" type="presOf" srcId="{E6FDEAA0-5908-4ADD-B279-4688C783347F}" destId="{64087515-2153-4F89-9D29-49A05227F619}" srcOrd="0" destOrd="0" presId="urn:microsoft.com/office/officeart/2018/2/layout/IconVerticalSolidList"/>
    <dgm:cxn modelId="{0B96C209-A32B-4804-92F1-76981FA61385}" srcId="{AD018FA0-A09A-4ABA-8751-645031E18BF7}" destId="{E61E3FBD-D2CE-4F8E-8FA4-2D56A6FD5252}" srcOrd="2" destOrd="0" parTransId="{D3E530A2-53BA-407E-AA98-E5E02034667A}" sibTransId="{61ADEAE5-E42B-458B-BC81-DD398D1895D4}"/>
    <dgm:cxn modelId="{A327502D-2F18-46A2-94CC-C2E7EB690D4F}" srcId="{AD018FA0-A09A-4ABA-8751-645031E18BF7}" destId="{E6FDEAA0-5908-4ADD-B279-4688C783347F}" srcOrd="4" destOrd="0" parTransId="{AABBA8D1-1EA8-4BEE-8055-4E044972DEC8}" sibTransId="{6364770B-7332-4963-8AB7-C1BC6CEE42D1}"/>
    <dgm:cxn modelId="{AA6A3145-C292-4F4A-8248-E93C4F70DF1B}" srcId="{AD018FA0-A09A-4ABA-8751-645031E18BF7}" destId="{A7F1001E-3B2D-4D92-9521-CEF286285F18}" srcOrd="1" destOrd="0" parTransId="{A7FAE102-9BC6-4385-AB94-EACEBD791C2F}" sibTransId="{A91CA967-E686-4912-A13C-EC2AC8FE71D6}"/>
    <dgm:cxn modelId="{CF18A549-6143-4D15-9421-ADB9A0A32F7B}" srcId="{AD018FA0-A09A-4ABA-8751-645031E18BF7}" destId="{F01A4851-F428-455B-997B-9DA67FCF4BA4}" srcOrd="3" destOrd="0" parTransId="{7DB30174-90DB-47E7-A526-43EC5EE1DE16}" sibTransId="{FC584ADF-0F6A-4148-A30A-A0CD2E62343B}"/>
    <dgm:cxn modelId="{BF79FF69-0036-4048-A43E-7C492948CF3C}" type="presOf" srcId="{AD018FA0-A09A-4ABA-8751-645031E18BF7}" destId="{9814ACBF-00A8-4C46-B6C8-171E1BB577F4}" srcOrd="0" destOrd="0" presId="urn:microsoft.com/office/officeart/2018/2/layout/IconVerticalSolidList"/>
    <dgm:cxn modelId="{0EFA9887-5EAD-4835-8DF4-EF648AEA33B2}" type="presOf" srcId="{F01A4851-F428-455B-997B-9DA67FCF4BA4}" destId="{877819A8-E25C-4AC7-B887-188AF16362BE}" srcOrd="0" destOrd="0" presId="urn:microsoft.com/office/officeart/2018/2/layout/IconVerticalSolidList"/>
    <dgm:cxn modelId="{9EF2A894-CBED-41B3-BF43-D591D64D1A5C}" type="presOf" srcId="{E61E3FBD-D2CE-4F8E-8FA4-2D56A6FD5252}" destId="{D2F08F0C-4314-42A7-AC35-A11CEF5536BB}" srcOrd="0" destOrd="0" presId="urn:microsoft.com/office/officeart/2018/2/layout/IconVerticalSolidList"/>
    <dgm:cxn modelId="{073146BE-AC05-43B7-B6E0-822560414752}" type="presOf" srcId="{A7F1001E-3B2D-4D92-9521-CEF286285F18}" destId="{D47BA997-7E5E-4728-8959-870A1AF7748F}" srcOrd="0" destOrd="0" presId="urn:microsoft.com/office/officeart/2018/2/layout/IconVerticalSolidList"/>
    <dgm:cxn modelId="{0A9914D2-345A-403C-B64F-1827961866CF}" srcId="{AD018FA0-A09A-4ABA-8751-645031E18BF7}" destId="{432C4B9C-49D5-4A90-8620-980E96A79FED}" srcOrd="0" destOrd="0" parTransId="{2DB2B392-1900-44F9-BCFD-FB43BDBF6802}" sibTransId="{9B120BA3-198E-4567-B5B1-EE9E9DE3CC96}"/>
    <dgm:cxn modelId="{49B962D6-B456-4A93-BF61-AAA417F24D73}" type="presOf" srcId="{432C4B9C-49D5-4A90-8620-980E96A79FED}" destId="{8B76490F-A7C7-44F4-A3FC-983F0B211937}" srcOrd="0" destOrd="0" presId="urn:microsoft.com/office/officeart/2018/2/layout/IconVerticalSolidList"/>
    <dgm:cxn modelId="{0043E255-46E0-4F08-A16D-A4A1EB6A5D49}" type="presParOf" srcId="{9814ACBF-00A8-4C46-B6C8-171E1BB577F4}" destId="{26C2A222-C3B6-4EF9-8761-CB9B531CA08D}" srcOrd="0" destOrd="0" presId="urn:microsoft.com/office/officeart/2018/2/layout/IconVerticalSolidList"/>
    <dgm:cxn modelId="{090602A6-01ED-4F40-AE2D-110DA7BFA250}" type="presParOf" srcId="{26C2A222-C3B6-4EF9-8761-CB9B531CA08D}" destId="{C852BF1F-D935-4033-ACDE-15F194C6EEA9}" srcOrd="0" destOrd="0" presId="urn:microsoft.com/office/officeart/2018/2/layout/IconVerticalSolidList"/>
    <dgm:cxn modelId="{F60782EF-1531-4F94-A243-ED097CBB5B92}" type="presParOf" srcId="{26C2A222-C3B6-4EF9-8761-CB9B531CA08D}" destId="{82DD62F9-6B7D-4D25-B380-8BD6416008D1}" srcOrd="1" destOrd="0" presId="urn:microsoft.com/office/officeart/2018/2/layout/IconVerticalSolidList"/>
    <dgm:cxn modelId="{BEDE2E66-E9DF-455C-9C02-7BF2772FE199}" type="presParOf" srcId="{26C2A222-C3B6-4EF9-8761-CB9B531CA08D}" destId="{403226E7-05AC-450D-9116-8B9065017378}" srcOrd="2" destOrd="0" presId="urn:microsoft.com/office/officeart/2018/2/layout/IconVerticalSolidList"/>
    <dgm:cxn modelId="{0FEF397A-EDCE-4E2C-B3CB-08938916B8F2}" type="presParOf" srcId="{26C2A222-C3B6-4EF9-8761-CB9B531CA08D}" destId="{8B76490F-A7C7-44F4-A3FC-983F0B211937}" srcOrd="3" destOrd="0" presId="urn:microsoft.com/office/officeart/2018/2/layout/IconVerticalSolidList"/>
    <dgm:cxn modelId="{7F5E6993-7782-4C44-891B-4B584E1CBF90}" type="presParOf" srcId="{9814ACBF-00A8-4C46-B6C8-171E1BB577F4}" destId="{0B5F5012-D30C-4CB6-BDD8-77747FB83631}" srcOrd="1" destOrd="0" presId="urn:microsoft.com/office/officeart/2018/2/layout/IconVerticalSolidList"/>
    <dgm:cxn modelId="{549FDB7E-EABB-49A4-A52E-98188DBDCFB1}" type="presParOf" srcId="{9814ACBF-00A8-4C46-B6C8-171E1BB577F4}" destId="{27043D29-848A-49A1-A9C9-9621C33D4E07}" srcOrd="2" destOrd="0" presId="urn:microsoft.com/office/officeart/2018/2/layout/IconVerticalSolidList"/>
    <dgm:cxn modelId="{126DAECA-6EB4-45C8-94E4-C8B4076700BA}" type="presParOf" srcId="{27043D29-848A-49A1-A9C9-9621C33D4E07}" destId="{E1F7027A-FA58-4139-9108-0A74014F3FD6}" srcOrd="0" destOrd="0" presId="urn:microsoft.com/office/officeart/2018/2/layout/IconVerticalSolidList"/>
    <dgm:cxn modelId="{D71FE4F8-6DE0-44D1-B6A3-A45E53F92A86}" type="presParOf" srcId="{27043D29-848A-49A1-A9C9-9621C33D4E07}" destId="{A4A93657-2D1F-4C29-9159-1870A66CF6E4}" srcOrd="1" destOrd="0" presId="urn:microsoft.com/office/officeart/2018/2/layout/IconVerticalSolidList"/>
    <dgm:cxn modelId="{F2D158B2-B798-4FF4-A898-324ACEAF265A}" type="presParOf" srcId="{27043D29-848A-49A1-A9C9-9621C33D4E07}" destId="{AB2F419F-FFF1-455C-9756-84D8E0CFCFEB}" srcOrd="2" destOrd="0" presId="urn:microsoft.com/office/officeart/2018/2/layout/IconVerticalSolidList"/>
    <dgm:cxn modelId="{1C1AE535-6D84-4116-AD17-063CA6934B2C}" type="presParOf" srcId="{27043D29-848A-49A1-A9C9-9621C33D4E07}" destId="{D47BA997-7E5E-4728-8959-870A1AF7748F}" srcOrd="3" destOrd="0" presId="urn:microsoft.com/office/officeart/2018/2/layout/IconVerticalSolidList"/>
    <dgm:cxn modelId="{C23329C8-13F1-4488-9FD9-8450B22524D7}" type="presParOf" srcId="{9814ACBF-00A8-4C46-B6C8-171E1BB577F4}" destId="{4FB6E786-EA88-4474-9796-BA7FECFCB8A6}" srcOrd="3" destOrd="0" presId="urn:microsoft.com/office/officeart/2018/2/layout/IconVerticalSolidList"/>
    <dgm:cxn modelId="{2B766444-3933-4C13-8260-8A229E558203}" type="presParOf" srcId="{9814ACBF-00A8-4C46-B6C8-171E1BB577F4}" destId="{0B23C592-BB4F-4E1B-B13F-7DC85410874D}" srcOrd="4" destOrd="0" presId="urn:microsoft.com/office/officeart/2018/2/layout/IconVerticalSolidList"/>
    <dgm:cxn modelId="{40103C03-739A-4B05-B6FD-F37B04BA714E}" type="presParOf" srcId="{0B23C592-BB4F-4E1B-B13F-7DC85410874D}" destId="{1DA5C9E8-9E2F-4926-B6CF-F89350C6F7BE}" srcOrd="0" destOrd="0" presId="urn:microsoft.com/office/officeart/2018/2/layout/IconVerticalSolidList"/>
    <dgm:cxn modelId="{064ECA32-9E2A-4D89-8721-F2803AEF676A}" type="presParOf" srcId="{0B23C592-BB4F-4E1B-B13F-7DC85410874D}" destId="{EB9EAAFA-76D4-4D36-8AEC-2016ECEC6374}" srcOrd="1" destOrd="0" presId="urn:microsoft.com/office/officeart/2018/2/layout/IconVerticalSolidList"/>
    <dgm:cxn modelId="{2032B876-D7BC-47E5-9B5C-711D30FBEA3D}" type="presParOf" srcId="{0B23C592-BB4F-4E1B-B13F-7DC85410874D}" destId="{ACC398D2-E6C8-4223-8320-8448DCAF8BD7}" srcOrd="2" destOrd="0" presId="urn:microsoft.com/office/officeart/2018/2/layout/IconVerticalSolidList"/>
    <dgm:cxn modelId="{826BA6C1-0974-4CBE-955E-233E96474C8C}" type="presParOf" srcId="{0B23C592-BB4F-4E1B-B13F-7DC85410874D}" destId="{D2F08F0C-4314-42A7-AC35-A11CEF5536BB}" srcOrd="3" destOrd="0" presId="urn:microsoft.com/office/officeart/2018/2/layout/IconVerticalSolidList"/>
    <dgm:cxn modelId="{F621B44D-268E-4BFD-8813-D237CAA5BC09}" type="presParOf" srcId="{9814ACBF-00A8-4C46-B6C8-171E1BB577F4}" destId="{41D6C090-8D37-412C-B0D1-D01A2823575C}" srcOrd="5" destOrd="0" presId="urn:microsoft.com/office/officeart/2018/2/layout/IconVerticalSolidList"/>
    <dgm:cxn modelId="{FFE6506A-F0C0-4B4F-A47E-CFBD0037577D}" type="presParOf" srcId="{9814ACBF-00A8-4C46-B6C8-171E1BB577F4}" destId="{13B3EF5F-8F15-40AD-8CE6-95455A390945}" srcOrd="6" destOrd="0" presId="urn:microsoft.com/office/officeart/2018/2/layout/IconVerticalSolidList"/>
    <dgm:cxn modelId="{A003BE6D-9C29-4084-8B3D-329A81348A74}" type="presParOf" srcId="{13B3EF5F-8F15-40AD-8CE6-95455A390945}" destId="{D8C72D10-05B1-4601-B4E7-54FDFBFB7264}" srcOrd="0" destOrd="0" presId="urn:microsoft.com/office/officeart/2018/2/layout/IconVerticalSolidList"/>
    <dgm:cxn modelId="{8EF13B8F-096F-4322-AD10-BA728AD8E9A9}" type="presParOf" srcId="{13B3EF5F-8F15-40AD-8CE6-95455A390945}" destId="{7FF5E5C6-B99C-441E-9C08-6BBF8EE0362C}" srcOrd="1" destOrd="0" presId="urn:microsoft.com/office/officeart/2018/2/layout/IconVerticalSolidList"/>
    <dgm:cxn modelId="{BAF576CA-D8E1-43B4-BEAB-12150EC57083}" type="presParOf" srcId="{13B3EF5F-8F15-40AD-8CE6-95455A390945}" destId="{D27AF09C-B9E7-4CFB-A632-7D16C049F11F}" srcOrd="2" destOrd="0" presId="urn:microsoft.com/office/officeart/2018/2/layout/IconVerticalSolidList"/>
    <dgm:cxn modelId="{CF2A2A5A-3B53-481D-B865-5D8246A57A44}" type="presParOf" srcId="{13B3EF5F-8F15-40AD-8CE6-95455A390945}" destId="{877819A8-E25C-4AC7-B887-188AF16362BE}" srcOrd="3" destOrd="0" presId="urn:microsoft.com/office/officeart/2018/2/layout/IconVerticalSolidList"/>
    <dgm:cxn modelId="{0D3B3C50-F8C3-46AC-AC8A-980D263F0425}" type="presParOf" srcId="{9814ACBF-00A8-4C46-B6C8-171E1BB577F4}" destId="{9C55BA23-7DA7-4817-9B23-07878A91FC40}" srcOrd="7" destOrd="0" presId="urn:microsoft.com/office/officeart/2018/2/layout/IconVerticalSolidList"/>
    <dgm:cxn modelId="{78C80358-B638-4A22-8718-C9FE99178C71}" type="presParOf" srcId="{9814ACBF-00A8-4C46-B6C8-171E1BB577F4}" destId="{26D24CD2-9DC7-44B5-BF91-EAB7B3C65C8E}" srcOrd="8" destOrd="0" presId="urn:microsoft.com/office/officeart/2018/2/layout/IconVerticalSolidList"/>
    <dgm:cxn modelId="{63A088F7-9382-4995-BFC2-4472475BDD68}" type="presParOf" srcId="{26D24CD2-9DC7-44B5-BF91-EAB7B3C65C8E}" destId="{0A1B3A53-37DD-4CA4-A92E-B3B88D79C2DA}" srcOrd="0" destOrd="0" presId="urn:microsoft.com/office/officeart/2018/2/layout/IconVerticalSolidList"/>
    <dgm:cxn modelId="{AAA09D99-AFE6-434F-900E-8634854D6E2A}" type="presParOf" srcId="{26D24CD2-9DC7-44B5-BF91-EAB7B3C65C8E}" destId="{74C7C509-5D31-4FA5-97F7-D0ACA15864AB}" srcOrd="1" destOrd="0" presId="urn:microsoft.com/office/officeart/2018/2/layout/IconVerticalSolidList"/>
    <dgm:cxn modelId="{33F86937-D3DD-40CE-BACD-6D9C3424AD64}" type="presParOf" srcId="{26D24CD2-9DC7-44B5-BF91-EAB7B3C65C8E}" destId="{AC86CCA9-FBC2-4F37-A458-AFBFD15F7118}" srcOrd="2" destOrd="0" presId="urn:microsoft.com/office/officeart/2018/2/layout/IconVerticalSolidList"/>
    <dgm:cxn modelId="{3A2EE259-22E3-4A8B-B4C3-42951B0D32F3}" type="presParOf" srcId="{26D24CD2-9DC7-44B5-BF91-EAB7B3C65C8E}" destId="{64087515-2153-4F89-9D29-49A05227F6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6617481-0DA5-4391-8002-335DA82FE09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B6A0A73-3448-4A9E-BBC6-73E943ACD6DD}">
      <dgm:prSet/>
      <dgm:spPr/>
      <dgm:t>
        <a:bodyPr/>
        <a:lstStyle/>
        <a:p>
          <a:r>
            <a:rPr lang="en-US" b="0" i="0" baseline="0"/>
            <a:t>Animation is a sequence of images shown quickly</a:t>
          </a:r>
          <a:endParaRPr lang="en-US"/>
        </a:p>
      </dgm:t>
    </dgm:pt>
    <dgm:pt modelId="{0B0CAA91-6B00-425A-A54B-24799224FAFB}" type="parTrans" cxnId="{32EDD3FC-5CB3-4041-AC97-928C51A6CA16}">
      <dgm:prSet/>
      <dgm:spPr/>
      <dgm:t>
        <a:bodyPr/>
        <a:lstStyle/>
        <a:p>
          <a:endParaRPr lang="en-US"/>
        </a:p>
      </dgm:t>
    </dgm:pt>
    <dgm:pt modelId="{8E7E4FA3-EFDB-4495-89F5-707649E51732}" type="sibTrans" cxnId="{32EDD3FC-5CB3-4041-AC97-928C51A6CA16}">
      <dgm:prSet/>
      <dgm:spPr/>
      <dgm:t>
        <a:bodyPr/>
        <a:lstStyle/>
        <a:p>
          <a:endParaRPr lang="en-US"/>
        </a:p>
      </dgm:t>
    </dgm:pt>
    <dgm:pt modelId="{AEFF2259-C361-4AEB-ADEC-3FB3523B92C2}">
      <dgm:prSet/>
      <dgm:spPr/>
      <dgm:t>
        <a:bodyPr/>
        <a:lstStyle/>
        <a:p>
          <a:r>
            <a:rPr lang="en-US" b="0" i="0" baseline="0"/>
            <a:t>Creates the illusion of movement</a:t>
          </a:r>
          <a:endParaRPr lang="en-US"/>
        </a:p>
      </dgm:t>
    </dgm:pt>
    <dgm:pt modelId="{01FFFC79-2AA1-4234-88D8-1380B9738FC2}" type="parTrans" cxnId="{7676BE30-A918-40B3-906B-E9808DD1A7C4}">
      <dgm:prSet/>
      <dgm:spPr/>
      <dgm:t>
        <a:bodyPr/>
        <a:lstStyle/>
        <a:p>
          <a:endParaRPr lang="en-US"/>
        </a:p>
      </dgm:t>
    </dgm:pt>
    <dgm:pt modelId="{64BD2EDF-AECB-4429-9430-AE7D7C981518}" type="sibTrans" cxnId="{7676BE30-A918-40B3-906B-E9808DD1A7C4}">
      <dgm:prSet/>
      <dgm:spPr/>
      <dgm:t>
        <a:bodyPr/>
        <a:lstStyle/>
        <a:p>
          <a:endParaRPr lang="en-US"/>
        </a:p>
      </dgm:t>
    </dgm:pt>
    <dgm:pt modelId="{44A24030-9B39-4105-BCDD-13BE4160C5C6}">
      <dgm:prSet/>
      <dgm:spPr/>
      <dgm:t>
        <a:bodyPr/>
        <a:lstStyle/>
        <a:p>
          <a:r>
            <a:rPr lang="en-US" b="0" i="0" baseline="0"/>
            <a:t>Often computer-generated</a:t>
          </a:r>
          <a:endParaRPr lang="en-US"/>
        </a:p>
      </dgm:t>
    </dgm:pt>
    <dgm:pt modelId="{55289B5B-E438-4D3C-9708-CEE22AB6CEB4}" type="parTrans" cxnId="{81906619-6B3F-48C2-AC25-9E750E8B8CA1}">
      <dgm:prSet/>
      <dgm:spPr/>
      <dgm:t>
        <a:bodyPr/>
        <a:lstStyle/>
        <a:p>
          <a:endParaRPr lang="en-US"/>
        </a:p>
      </dgm:t>
    </dgm:pt>
    <dgm:pt modelId="{BCB4C576-C4E4-4BF0-95A4-6D9EA0BC870B}" type="sibTrans" cxnId="{81906619-6B3F-48C2-AC25-9E750E8B8CA1}">
      <dgm:prSet/>
      <dgm:spPr/>
      <dgm:t>
        <a:bodyPr/>
        <a:lstStyle/>
        <a:p>
          <a:endParaRPr lang="en-US"/>
        </a:p>
      </dgm:t>
    </dgm:pt>
    <dgm:pt modelId="{04B292D6-201B-46C1-BBC3-2A3A85AEF52C}">
      <dgm:prSet/>
      <dgm:spPr/>
      <dgm:t>
        <a:bodyPr/>
        <a:lstStyle/>
        <a:p>
          <a:r>
            <a:rPr lang="en-US" b="0" i="0" baseline="0"/>
            <a:t>Techniques include morphing and warping</a:t>
          </a:r>
          <a:endParaRPr lang="en-US"/>
        </a:p>
      </dgm:t>
    </dgm:pt>
    <dgm:pt modelId="{CB31ED5A-E095-47DD-95EF-585932E32816}" type="parTrans" cxnId="{4E1B2916-AC1A-49D6-8CAD-7AF2A4BE2170}">
      <dgm:prSet/>
      <dgm:spPr/>
      <dgm:t>
        <a:bodyPr/>
        <a:lstStyle/>
        <a:p>
          <a:endParaRPr lang="en-US"/>
        </a:p>
      </dgm:t>
    </dgm:pt>
    <dgm:pt modelId="{7C3125DA-CDBA-4A03-9782-04FB0817B06C}" type="sibTrans" cxnId="{4E1B2916-AC1A-49D6-8CAD-7AF2A4BE2170}">
      <dgm:prSet/>
      <dgm:spPr/>
      <dgm:t>
        <a:bodyPr/>
        <a:lstStyle/>
        <a:p>
          <a:endParaRPr lang="en-US"/>
        </a:p>
      </dgm:t>
    </dgm:pt>
    <dgm:pt modelId="{52E79320-01A7-44D0-B22F-C9CE2931E69C}">
      <dgm:prSet/>
      <dgm:spPr/>
      <dgm:t>
        <a:bodyPr/>
        <a:lstStyle/>
        <a:p>
          <a:r>
            <a:rPr lang="en-US" b="0" i="0" baseline="0"/>
            <a:t>Used in games, films and simulations</a:t>
          </a:r>
          <a:endParaRPr lang="en-US"/>
        </a:p>
      </dgm:t>
    </dgm:pt>
    <dgm:pt modelId="{AB49F1E9-B8AF-4F19-8D36-CF85C5D2F4ED}" type="parTrans" cxnId="{D935B767-F402-461F-8DDA-A060DEDD6055}">
      <dgm:prSet/>
      <dgm:spPr/>
      <dgm:t>
        <a:bodyPr/>
        <a:lstStyle/>
        <a:p>
          <a:endParaRPr lang="en-US"/>
        </a:p>
      </dgm:t>
    </dgm:pt>
    <dgm:pt modelId="{A54B0C39-662E-46AF-900F-3F2D7C924480}" type="sibTrans" cxnId="{D935B767-F402-461F-8DDA-A060DEDD6055}">
      <dgm:prSet/>
      <dgm:spPr/>
      <dgm:t>
        <a:bodyPr/>
        <a:lstStyle/>
        <a:p>
          <a:endParaRPr lang="en-US"/>
        </a:p>
      </dgm:t>
    </dgm:pt>
    <dgm:pt modelId="{DDCCE354-A6A0-4A37-AD19-CABEA8689BE9}" type="pres">
      <dgm:prSet presAssocID="{06617481-0DA5-4391-8002-335DA82FE099}" presName="linear" presStyleCnt="0">
        <dgm:presLayoutVars>
          <dgm:animLvl val="lvl"/>
          <dgm:resizeHandles val="exact"/>
        </dgm:presLayoutVars>
      </dgm:prSet>
      <dgm:spPr/>
    </dgm:pt>
    <dgm:pt modelId="{49609432-3DF8-4B15-8C04-30654BEADD30}" type="pres">
      <dgm:prSet presAssocID="{7B6A0A73-3448-4A9E-BBC6-73E943ACD6D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5EF5C02-B56C-456F-9A0A-FBC4F08929FF}" type="pres">
      <dgm:prSet presAssocID="{8E7E4FA3-EFDB-4495-89F5-707649E51732}" presName="spacer" presStyleCnt="0"/>
      <dgm:spPr/>
    </dgm:pt>
    <dgm:pt modelId="{EE05BDB1-3EE0-4958-8BCA-8F75CE0A3EDA}" type="pres">
      <dgm:prSet presAssocID="{AEFF2259-C361-4AEB-ADEC-3FB3523B92C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CF2132F-20D9-4F1B-ADD3-5C66A042B6B4}" type="pres">
      <dgm:prSet presAssocID="{64BD2EDF-AECB-4429-9430-AE7D7C981518}" presName="spacer" presStyleCnt="0"/>
      <dgm:spPr/>
    </dgm:pt>
    <dgm:pt modelId="{C97FC6B7-7D84-42BB-9523-0ED3EBB15DB9}" type="pres">
      <dgm:prSet presAssocID="{44A24030-9B39-4105-BCDD-13BE4160C5C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D09D947-3C2F-496B-BC75-44C6238C1503}" type="pres">
      <dgm:prSet presAssocID="{BCB4C576-C4E4-4BF0-95A4-6D9EA0BC870B}" presName="spacer" presStyleCnt="0"/>
      <dgm:spPr/>
    </dgm:pt>
    <dgm:pt modelId="{462D488A-AFF5-47D4-9706-A5DBD6006B62}" type="pres">
      <dgm:prSet presAssocID="{04B292D6-201B-46C1-BBC3-2A3A85AEF52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AB6A42E-1ED3-4860-AD17-01198CCB1091}" type="pres">
      <dgm:prSet presAssocID="{7C3125DA-CDBA-4A03-9782-04FB0817B06C}" presName="spacer" presStyleCnt="0"/>
      <dgm:spPr/>
    </dgm:pt>
    <dgm:pt modelId="{D598AF79-0DB2-4114-94F3-1B54419695A6}" type="pres">
      <dgm:prSet presAssocID="{52E79320-01A7-44D0-B22F-C9CE2931E69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E1B2916-AC1A-49D6-8CAD-7AF2A4BE2170}" srcId="{06617481-0DA5-4391-8002-335DA82FE099}" destId="{04B292D6-201B-46C1-BBC3-2A3A85AEF52C}" srcOrd="3" destOrd="0" parTransId="{CB31ED5A-E095-47DD-95EF-585932E32816}" sibTransId="{7C3125DA-CDBA-4A03-9782-04FB0817B06C}"/>
    <dgm:cxn modelId="{81906619-6B3F-48C2-AC25-9E750E8B8CA1}" srcId="{06617481-0DA5-4391-8002-335DA82FE099}" destId="{44A24030-9B39-4105-BCDD-13BE4160C5C6}" srcOrd="2" destOrd="0" parTransId="{55289B5B-E438-4D3C-9708-CEE22AB6CEB4}" sibTransId="{BCB4C576-C4E4-4BF0-95A4-6D9EA0BC870B}"/>
    <dgm:cxn modelId="{7676BE30-A918-40B3-906B-E9808DD1A7C4}" srcId="{06617481-0DA5-4391-8002-335DA82FE099}" destId="{AEFF2259-C361-4AEB-ADEC-3FB3523B92C2}" srcOrd="1" destOrd="0" parTransId="{01FFFC79-2AA1-4234-88D8-1380B9738FC2}" sibTransId="{64BD2EDF-AECB-4429-9430-AE7D7C981518}"/>
    <dgm:cxn modelId="{D935B767-F402-461F-8DDA-A060DEDD6055}" srcId="{06617481-0DA5-4391-8002-335DA82FE099}" destId="{52E79320-01A7-44D0-B22F-C9CE2931E69C}" srcOrd="4" destOrd="0" parTransId="{AB49F1E9-B8AF-4F19-8D36-CF85C5D2F4ED}" sibTransId="{A54B0C39-662E-46AF-900F-3F2D7C924480}"/>
    <dgm:cxn modelId="{69380150-DC44-4F37-BDE5-D99172A3AB1C}" type="presOf" srcId="{7B6A0A73-3448-4A9E-BBC6-73E943ACD6DD}" destId="{49609432-3DF8-4B15-8C04-30654BEADD30}" srcOrd="0" destOrd="0" presId="urn:microsoft.com/office/officeart/2005/8/layout/vList2"/>
    <dgm:cxn modelId="{635B0B5A-5F47-4DCE-AB06-4756AAB35234}" type="presOf" srcId="{44A24030-9B39-4105-BCDD-13BE4160C5C6}" destId="{C97FC6B7-7D84-42BB-9523-0ED3EBB15DB9}" srcOrd="0" destOrd="0" presId="urn:microsoft.com/office/officeart/2005/8/layout/vList2"/>
    <dgm:cxn modelId="{1EF7CA7A-4620-4511-AF9B-C27C0C464B48}" type="presOf" srcId="{52E79320-01A7-44D0-B22F-C9CE2931E69C}" destId="{D598AF79-0DB2-4114-94F3-1B54419695A6}" srcOrd="0" destOrd="0" presId="urn:microsoft.com/office/officeart/2005/8/layout/vList2"/>
    <dgm:cxn modelId="{83149D99-533B-4570-951E-392D6DADDFCE}" type="presOf" srcId="{04B292D6-201B-46C1-BBC3-2A3A85AEF52C}" destId="{462D488A-AFF5-47D4-9706-A5DBD6006B62}" srcOrd="0" destOrd="0" presId="urn:microsoft.com/office/officeart/2005/8/layout/vList2"/>
    <dgm:cxn modelId="{764A69B8-E89F-4C20-8019-255EA27D2E28}" type="presOf" srcId="{06617481-0DA5-4391-8002-335DA82FE099}" destId="{DDCCE354-A6A0-4A37-AD19-CABEA8689BE9}" srcOrd="0" destOrd="0" presId="urn:microsoft.com/office/officeart/2005/8/layout/vList2"/>
    <dgm:cxn modelId="{430BBDF0-1D70-4B93-AF54-A74F4353079C}" type="presOf" srcId="{AEFF2259-C361-4AEB-ADEC-3FB3523B92C2}" destId="{EE05BDB1-3EE0-4958-8BCA-8F75CE0A3EDA}" srcOrd="0" destOrd="0" presId="urn:microsoft.com/office/officeart/2005/8/layout/vList2"/>
    <dgm:cxn modelId="{32EDD3FC-5CB3-4041-AC97-928C51A6CA16}" srcId="{06617481-0DA5-4391-8002-335DA82FE099}" destId="{7B6A0A73-3448-4A9E-BBC6-73E943ACD6DD}" srcOrd="0" destOrd="0" parTransId="{0B0CAA91-6B00-425A-A54B-24799224FAFB}" sibTransId="{8E7E4FA3-EFDB-4495-89F5-707649E51732}"/>
    <dgm:cxn modelId="{72BAF541-2339-4AC6-8FAB-EAF06F5FE8BE}" type="presParOf" srcId="{DDCCE354-A6A0-4A37-AD19-CABEA8689BE9}" destId="{49609432-3DF8-4B15-8C04-30654BEADD30}" srcOrd="0" destOrd="0" presId="urn:microsoft.com/office/officeart/2005/8/layout/vList2"/>
    <dgm:cxn modelId="{9ECA211C-5EEC-44DE-BF09-3AA9712AAD47}" type="presParOf" srcId="{DDCCE354-A6A0-4A37-AD19-CABEA8689BE9}" destId="{45EF5C02-B56C-456F-9A0A-FBC4F08929FF}" srcOrd="1" destOrd="0" presId="urn:microsoft.com/office/officeart/2005/8/layout/vList2"/>
    <dgm:cxn modelId="{8FE2A2A1-2A74-4C4D-8568-98C11EB87A7F}" type="presParOf" srcId="{DDCCE354-A6A0-4A37-AD19-CABEA8689BE9}" destId="{EE05BDB1-3EE0-4958-8BCA-8F75CE0A3EDA}" srcOrd="2" destOrd="0" presId="urn:microsoft.com/office/officeart/2005/8/layout/vList2"/>
    <dgm:cxn modelId="{9EEB2C34-0B61-4DE5-816C-CB91612D46D3}" type="presParOf" srcId="{DDCCE354-A6A0-4A37-AD19-CABEA8689BE9}" destId="{CCF2132F-20D9-4F1B-ADD3-5C66A042B6B4}" srcOrd="3" destOrd="0" presId="urn:microsoft.com/office/officeart/2005/8/layout/vList2"/>
    <dgm:cxn modelId="{356C552C-77C9-4204-9C26-1B88EB47D1D1}" type="presParOf" srcId="{DDCCE354-A6A0-4A37-AD19-CABEA8689BE9}" destId="{C97FC6B7-7D84-42BB-9523-0ED3EBB15DB9}" srcOrd="4" destOrd="0" presId="urn:microsoft.com/office/officeart/2005/8/layout/vList2"/>
    <dgm:cxn modelId="{8F92BF5D-19F9-499A-AEFF-F0EA412FAD6C}" type="presParOf" srcId="{DDCCE354-A6A0-4A37-AD19-CABEA8689BE9}" destId="{5D09D947-3C2F-496B-BC75-44C6238C1503}" srcOrd="5" destOrd="0" presId="urn:microsoft.com/office/officeart/2005/8/layout/vList2"/>
    <dgm:cxn modelId="{57701A58-60A3-41E5-80D0-A3F1ACE0C2B4}" type="presParOf" srcId="{DDCCE354-A6A0-4A37-AD19-CABEA8689BE9}" destId="{462D488A-AFF5-47D4-9706-A5DBD6006B62}" srcOrd="6" destOrd="0" presId="urn:microsoft.com/office/officeart/2005/8/layout/vList2"/>
    <dgm:cxn modelId="{5AF4FD7C-0DA5-4DBB-B721-56949F54042B}" type="presParOf" srcId="{DDCCE354-A6A0-4A37-AD19-CABEA8689BE9}" destId="{2AB6A42E-1ED3-4860-AD17-01198CCB1091}" srcOrd="7" destOrd="0" presId="urn:microsoft.com/office/officeart/2005/8/layout/vList2"/>
    <dgm:cxn modelId="{283BCB5D-166E-4CC9-BD78-81E38BE6E232}" type="presParOf" srcId="{DDCCE354-A6A0-4A37-AD19-CABEA8689BE9}" destId="{D598AF79-0DB2-4114-94F3-1B54419695A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E598C77-E95B-4214-B248-41AE28C10D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73CE71D-9265-498A-8562-D0D29F502BC1}">
      <dgm:prSet/>
      <dgm:spPr/>
      <dgm:t>
        <a:bodyPr/>
        <a:lstStyle/>
        <a:p>
          <a:r>
            <a:rPr lang="en-US" b="0" i="0" baseline="0"/>
            <a:t>Video is a series of images of the real world</a:t>
          </a:r>
          <a:endParaRPr lang="en-US"/>
        </a:p>
      </dgm:t>
    </dgm:pt>
    <dgm:pt modelId="{D3870E37-7714-4D9D-80C1-CFF16AA5F888}" type="parTrans" cxnId="{158A12B0-3165-4179-BD31-1F244C97A0E0}">
      <dgm:prSet/>
      <dgm:spPr/>
      <dgm:t>
        <a:bodyPr/>
        <a:lstStyle/>
        <a:p>
          <a:endParaRPr lang="en-US"/>
        </a:p>
      </dgm:t>
    </dgm:pt>
    <dgm:pt modelId="{477E617B-E1ED-421E-B1E2-9B56C8362287}" type="sibTrans" cxnId="{158A12B0-3165-4179-BD31-1F244C97A0E0}">
      <dgm:prSet/>
      <dgm:spPr/>
      <dgm:t>
        <a:bodyPr/>
        <a:lstStyle/>
        <a:p>
          <a:endParaRPr lang="en-US"/>
        </a:p>
      </dgm:t>
    </dgm:pt>
    <dgm:pt modelId="{A2EC8DF5-1AD0-4977-B129-649F32B848EB}">
      <dgm:prSet/>
      <dgm:spPr/>
      <dgm:t>
        <a:bodyPr/>
        <a:lstStyle/>
        <a:p>
          <a:r>
            <a:rPr lang="en-US" b="0" i="0" baseline="0"/>
            <a:t>Often includes audio</a:t>
          </a:r>
          <a:endParaRPr lang="en-US"/>
        </a:p>
      </dgm:t>
    </dgm:pt>
    <dgm:pt modelId="{DA8DA65D-895B-4300-8488-F8613E51832D}" type="parTrans" cxnId="{15D34080-649A-421D-B173-88B68A9AB856}">
      <dgm:prSet/>
      <dgm:spPr/>
      <dgm:t>
        <a:bodyPr/>
        <a:lstStyle/>
        <a:p>
          <a:endParaRPr lang="en-US"/>
        </a:p>
      </dgm:t>
    </dgm:pt>
    <dgm:pt modelId="{EF36BF7D-FBC3-4A0D-99D9-C90088367D8A}" type="sibTrans" cxnId="{15D34080-649A-421D-B173-88B68A9AB856}">
      <dgm:prSet/>
      <dgm:spPr/>
      <dgm:t>
        <a:bodyPr/>
        <a:lstStyle/>
        <a:p>
          <a:endParaRPr lang="en-US"/>
        </a:p>
      </dgm:t>
    </dgm:pt>
    <dgm:pt modelId="{A7787ABF-6CD5-4145-B7CF-322D2F46DCE2}">
      <dgm:prSet/>
      <dgm:spPr/>
      <dgm:t>
        <a:bodyPr/>
        <a:lstStyle/>
        <a:p>
          <a:r>
            <a:rPr lang="en-US" b="0" i="0" baseline="0"/>
            <a:t>File sizes can be very large</a:t>
          </a:r>
          <a:endParaRPr lang="en-US"/>
        </a:p>
      </dgm:t>
    </dgm:pt>
    <dgm:pt modelId="{7C26874F-E4B2-4E43-AEAA-DB4F7BDE05E0}" type="parTrans" cxnId="{B6A22C05-5D27-4C37-AC40-C6152066961A}">
      <dgm:prSet/>
      <dgm:spPr/>
      <dgm:t>
        <a:bodyPr/>
        <a:lstStyle/>
        <a:p>
          <a:endParaRPr lang="en-US"/>
        </a:p>
      </dgm:t>
    </dgm:pt>
    <dgm:pt modelId="{B234648B-0BCF-4FFE-A791-B199AF212020}" type="sibTrans" cxnId="{B6A22C05-5D27-4C37-AC40-C6152066961A}">
      <dgm:prSet/>
      <dgm:spPr/>
      <dgm:t>
        <a:bodyPr/>
        <a:lstStyle/>
        <a:p>
          <a:endParaRPr lang="en-US"/>
        </a:p>
      </dgm:t>
    </dgm:pt>
    <dgm:pt modelId="{67CA26EC-E7F5-4E6B-B5B3-DB74474DE50A}">
      <dgm:prSet/>
      <dgm:spPr/>
      <dgm:t>
        <a:bodyPr/>
        <a:lstStyle/>
        <a:p>
          <a:r>
            <a:rPr lang="en-US" b="1" i="0" baseline="0"/>
            <a:t>Streaming</a:t>
          </a:r>
          <a:r>
            <a:rPr lang="en-US" b="0" i="0" baseline="0"/>
            <a:t> allows playback while downloading</a:t>
          </a:r>
          <a:endParaRPr lang="en-US"/>
        </a:p>
      </dgm:t>
    </dgm:pt>
    <dgm:pt modelId="{15EB3284-9F91-40A6-8A08-CA7853ED93F2}" type="parTrans" cxnId="{29A548B1-1B63-46E8-9DA8-5B9471D9521C}">
      <dgm:prSet/>
      <dgm:spPr/>
      <dgm:t>
        <a:bodyPr/>
        <a:lstStyle/>
        <a:p>
          <a:endParaRPr lang="en-US"/>
        </a:p>
      </dgm:t>
    </dgm:pt>
    <dgm:pt modelId="{FBEF8C25-E007-4D84-9968-2A3EC212E2A6}" type="sibTrans" cxnId="{29A548B1-1B63-46E8-9DA8-5B9471D9521C}">
      <dgm:prSet/>
      <dgm:spPr/>
      <dgm:t>
        <a:bodyPr/>
        <a:lstStyle/>
        <a:p>
          <a:endParaRPr lang="en-US"/>
        </a:p>
      </dgm:t>
    </dgm:pt>
    <dgm:pt modelId="{CCC76D47-8699-4892-9F4A-87ABD3E0D8C8}">
      <dgm:prSet/>
      <dgm:spPr/>
      <dgm:t>
        <a:bodyPr/>
        <a:lstStyle/>
        <a:p>
          <a:r>
            <a:rPr lang="en-US" b="0" i="0" baseline="0"/>
            <a:t>Common in media, education and communication</a:t>
          </a:r>
          <a:endParaRPr lang="en-US"/>
        </a:p>
      </dgm:t>
    </dgm:pt>
    <dgm:pt modelId="{1ACCF4A1-78C9-4A2B-824D-D97896408475}" type="parTrans" cxnId="{4CA45D50-2808-4C1D-BEB8-E6542AE47473}">
      <dgm:prSet/>
      <dgm:spPr/>
      <dgm:t>
        <a:bodyPr/>
        <a:lstStyle/>
        <a:p>
          <a:endParaRPr lang="en-US"/>
        </a:p>
      </dgm:t>
    </dgm:pt>
    <dgm:pt modelId="{DC7292CE-31EE-475C-8BFB-F70C7D0895D9}" type="sibTrans" cxnId="{4CA45D50-2808-4C1D-BEB8-E6542AE47473}">
      <dgm:prSet/>
      <dgm:spPr/>
      <dgm:t>
        <a:bodyPr/>
        <a:lstStyle/>
        <a:p>
          <a:endParaRPr lang="en-US"/>
        </a:p>
      </dgm:t>
    </dgm:pt>
    <dgm:pt modelId="{D26677FA-5F72-4C7E-A3BA-47B5A202E415}" type="pres">
      <dgm:prSet presAssocID="{0E598C77-E95B-4214-B248-41AE28C10DA5}" presName="root" presStyleCnt="0">
        <dgm:presLayoutVars>
          <dgm:dir/>
          <dgm:resizeHandles val="exact"/>
        </dgm:presLayoutVars>
      </dgm:prSet>
      <dgm:spPr/>
    </dgm:pt>
    <dgm:pt modelId="{D53210D2-B2FF-4261-A28E-CB587FED8378}" type="pres">
      <dgm:prSet presAssocID="{273CE71D-9265-498A-8562-D0D29F502BC1}" presName="compNode" presStyleCnt="0"/>
      <dgm:spPr/>
    </dgm:pt>
    <dgm:pt modelId="{1067958E-A0C2-40F1-A663-EDA5053C5123}" type="pres">
      <dgm:prSet presAssocID="{273CE71D-9265-498A-8562-D0D29F502BC1}" presName="bgRect" presStyleLbl="bgShp" presStyleIdx="0" presStyleCnt="5"/>
      <dgm:spPr/>
    </dgm:pt>
    <dgm:pt modelId="{36B7DCE1-8D93-48B7-A828-A38BF28B2C1E}" type="pres">
      <dgm:prSet presAssocID="{273CE71D-9265-498A-8562-D0D29F502BC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1D434EC5-FB87-4C75-BCD4-B4086034D29D}" type="pres">
      <dgm:prSet presAssocID="{273CE71D-9265-498A-8562-D0D29F502BC1}" presName="spaceRect" presStyleCnt="0"/>
      <dgm:spPr/>
    </dgm:pt>
    <dgm:pt modelId="{91A42C26-D384-4EAF-A549-FB6EAF0682C6}" type="pres">
      <dgm:prSet presAssocID="{273CE71D-9265-498A-8562-D0D29F502BC1}" presName="parTx" presStyleLbl="revTx" presStyleIdx="0" presStyleCnt="5">
        <dgm:presLayoutVars>
          <dgm:chMax val="0"/>
          <dgm:chPref val="0"/>
        </dgm:presLayoutVars>
      </dgm:prSet>
      <dgm:spPr/>
    </dgm:pt>
    <dgm:pt modelId="{14D9EE86-E86A-4900-B730-A74616EC61C5}" type="pres">
      <dgm:prSet presAssocID="{477E617B-E1ED-421E-B1E2-9B56C8362287}" presName="sibTrans" presStyleCnt="0"/>
      <dgm:spPr/>
    </dgm:pt>
    <dgm:pt modelId="{4E65CE4A-2069-45E0-BC7B-B539F678F0BE}" type="pres">
      <dgm:prSet presAssocID="{A2EC8DF5-1AD0-4977-B129-649F32B848EB}" presName="compNode" presStyleCnt="0"/>
      <dgm:spPr/>
    </dgm:pt>
    <dgm:pt modelId="{D51C7FFA-508F-4B79-9B12-CE9DFEC964E8}" type="pres">
      <dgm:prSet presAssocID="{A2EC8DF5-1AD0-4977-B129-649F32B848EB}" presName="bgRect" presStyleLbl="bgShp" presStyleIdx="1" presStyleCnt="5"/>
      <dgm:spPr/>
    </dgm:pt>
    <dgm:pt modelId="{D58EF31E-B772-4BFF-9326-42BC6A9649A3}" type="pres">
      <dgm:prSet presAssocID="{A2EC8DF5-1AD0-4977-B129-649F32B848E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A8A2AAE0-071D-4A93-8995-EF94EB110C7B}" type="pres">
      <dgm:prSet presAssocID="{A2EC8DF5-1AD0-4977-B129-649F32B848EB}" presName="spaceRect" presStyleCnt="0"/>
      <dgm:spPr/>
    </dgm:pt>
    <dgm:pt modelId="{838E9634-9578-42FC-9FD7-97EBB75AAE6C}" type="pres">
      <dgm:prSet presAssocID="{A2EC8DF5-1AD0-4977-B129-649F32B848EB}" presName="parTx" presStyleLbl="revTx" presStyleIdx="1" presStyleCnt="5">
        <dgm:presLayoutVars>
          <dgm:chMax val="0"/>
          <dgm:chPref val="0"/>
        </dgm:presLayoutVars>
      </dgm:prSet>
      <dgm:spPr/>
    </dgm:pt>
    <dgm:pt modelId="{30D812CD-92D2-46F1-87D6-89BF57717B4B}" type="pres">
      <dgm:prSet presAssocID="{EF36BF7D-FBC3-4A0D-99D9-C90088367D8A}" presName="sibTrans" presStyleCnt="0"/>
      <dgm:spPr/>
    </dgm:pt>
    <dgm:pt modelId="{3BE01F13-69AC-4CD5-B8A2-5642662D943E}" type="pres">
      <dgm:prSet presAssocID="{A7787ABF-6CD5-4145-B7CF-322D2F46DCE2}" presName="compNode" presStyleCnt="0"/>
      <dgm:spPr/>
    </dgm:pt>
    <dgm:pt modelId="{CE2BEE5E-E82E-4030-8C85-2FD8D36ED201}" type="pres">
      <dgm:prSet presAssocID="{A7787ABF-6CD5-4145-B7CF-322D2F46DCE2}" presName="bgRect" presStyleLbl="bgShp" presStyleIdx="2" presStyleCnt="5"/>
      <dgm:spPr/>
    </dgm:pt>
    <dgm:pt modelId="{6D065F13-E6E2-4A28-BABC-731C26C1F1D6}" type="pres">
      <dgm:prSet presAssocID="{A7787ABF-6CD5-4145-B7CF-322D2F46DCE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BF636B0-4D35-49EC-9357-E5662AD1AC94}" type="pres">
      <dgm:prSet presAssocID="{A7787ABF-6CD5-4145-B7CF-322D2F46DCE2}" presName="spaceRect" presStyleCnt="0"/>
      <dgm:spPr/>
    </dgm:pt>
    <dgm:pt modelId="{55F3572D-1D78-4660-A494-414618A850B7}" type="pres">
      <dgm:prSet presAssocID="{A7787ABF-6CD5-4145-B7CF-322D2F46DCE2}" presName="parTx" presStyleLbl="revTx" presStyleIdx="2" presStyleCnt="5">
        <dgm:presLayoutVars>
          <dgm:chMax val="0"/>
          <dgm:chPref val="0"/>
        </dgm:presLayoutVars>
      </dgm:prSet>
      <dgm:spPr/>
    </dgm:pt>
    <dgm:pt modelId="{B0D624AC-3408-4BAC-B140-FDA9359A5856}" type="pres">
      <dgm:prSet presAssocID="{B234648B-0BCF-4FFE-A791-B199AF212020}" presName="sibTrans" presStyleCnt="0"/>
      <dgm:spPr/>
    </dgm:pt>
    <dgm:pt modelId="{CDC793DB-0511-43B9-95E8-56659F863277}" type="pres">
      <dgm:prSet presAssocID="{67CA26EC-E7F5-4E6B-B5B3-DB74474DE50A}" presName="compNode" presStyleCnt="0"/>
      <dgm:spPr/>
    </dgm:pt>
    <dgm:pt modelId="{DE85AABC-205D-4D94-97BE-3100DB20212F}" type="pres">
      <dgm:prSet presAssocID="{67CA26EC-E7F5-4E6B-B5B3-DB74474DE50A}" presName="bgRect" presStyleLbl="bgShp" presStyleIdx="3" presStyleCnt="5"/>
      <dgm:spPr/>
    </dgm:pt>
    <dgm:pt modelId="{326CED39-A878-49A7-8A2B-35422742E543}" type="pres">
      <dgm:prSet presAssocID="{67CA26EC-E7F5-4E6B-B5B3-DB74474DE50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1E1C619-DE68-4BF0-A30A-20EA1F1679D1}" type="pres">
      <dgm:prSet presAssocID="{67CA26EC-E7F5-4E6B-B5B3-DB74474DE50A}" presName="spaceRect" presStyleCnt="0"/>
      <dgm:spPr/>
    </dgm:pt>
    <dgm:pt modelId="{22939583-016B-4185-AE9D-452E23F7C42F}" type="pres">
      <dgm:prSet presAssocID="{67CA26EC-E7F5-4E6B-B5B3-DB74474DE50A}" presName="parTx" presStyleLbl="revTx" presStyleIdx="3" presStyleCnt="5">
        <dgm:presLayoutVars>
          <dgm:chMax val="0"/>
          <dgm:chPref val="0"/>
        </dgm:presLayoutVars>
      </dgm:prSet>
      <dgm:spPr/>
    </dgm:pt>
    <dgm:pt modelId="{846BB985-79C8-49BE-BBD7-672C45923F2B}" type="pres">
      <dgm:prSet presAssocID="{FBEF8C25-E007-4D84-9968-2A3EC212E2A6}" presName="sibTrans" presStyleCnt="0"/>
      <dgm:spPr/>
    </dgm:pt>
    <dgm:pt modelId="{9957114C-5564-4039-9C79-DD0F319BE16A}" type="pres">
      <dgm:prSet presAssocID="{CCC76D47-8699-4892-9F4A-87ABD3E0D8C8}" presName="compNode" presStyleCnt="0"/>
      <dgm:spPr/>
    </dgm:pt>
    <dgm:pt modelId="{C6F2FC2E-7D0E-40B6-A3AC-336BA0876F1C}" type="pres">
      <dgm:prSet presAssocID="{CCC76D47-8699-4892-9F4A-87ABD3E0D8C8}" presName="bgRect" presStyleLbl="bgShp" presStyleIdx="4" presStyleCnt="5"/>
      <dgm:spPr/>
    </dgm:pt>
    <dgm:pt modelId="{4E5F9EA3-012C-4C7E-9AEA-CD911424A4C6}" type="pres">
      <dgm:prSet presAssocID="{CCC76D47-8699-4892-9F4A-87ABD3E0D8C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9E288087-9D95-49F1-9700-DA090239A24E}" type="pres">
      <dgm:prSet presAssocID="{CCC76D47-8699-4892-9F4A-87ABD3E0D8C8}" presName="spaceRect" presStyleCnt="0"/>
      <dgm:spPr/>
    </dgm:pt>
    <dgm:pt modelId="{AE54BE1C-D846-4E36-A381-07C4578E1928}" type="pres">
      <dgm:prSet presAssocID="{CCC76D47-8699-4892-9F4A-87ABD3E0D8C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6A22C05-5D27-4C37-AC40-C6152066961A}" srcId="{0E598C77-E95B-4214-B248-41AE28C10DA5}" destId="{A7787ABF-6CD5-4145-B7CF-322D2F46DCE2}" srcOrd="2" destOrd="0" parTransId="{7C26874F-E4B2-4E43-AEAA-DB4F7BDE05E0}" sibTransId="{B234648B-0BCF-4FFE-A791-B199AF212020}"/>
    <dgm:cxn modelId="{B59CEB28-9106-4D0A-A9D5-6B81C237E402}" type="presOf" srcId="{A7787ABF-6CD5-4145-B7CF-322D2F46DCE2}" destId="{55F3572D-1D78-4660-A494-414618A850B7}" srcOrd="0" destOrd="0" presId="urn:microsoft.com/office/officeart/2018/2/layout/IconVerticalSolidList"/>
    <dgm:cxn modelId="{12E9A235-3D2D-4434-8DB5-3AF68FC70992}" type="presOf" srcId="{273CE71D-9265-498A-8562-D0D29F502BC1}" destId="{91A42C26-D384-4EAF-A549-FB6EAF0682C6}" srcOrd="0" destOrd="0" presId="urn:microsoft.com/office/officeart/2018/2/layout/IconVerticalSolidList"/>
    <dgm:cxn modelId="{97346766-4206-406D-A693-F33A12ABAD51}" type="presOf" srcId="{CCC76D47-8699-4892-9F4A-87ABD3E0D8C8}" destId="{AE54BE1C-D846-4E36-A381-07C4578E1928}" srcOrd="0" destOrd="0" presId="urn:microsoft.com/office/officeart/2018/2/layout/IconVerticalSolidList"/>
    <dgm:cxn modelId="{0535D26D-2F0A-42BD-94FE-4093C600D6C1}" type="presOf" srcId="{67CA26EC-E7F5-4E6B-B5B3-DB74474DE50A}" destId="{22939583-016B-4185-AE9D-452E23F7C42F}" srcOrd="0" destOrd="0" presId="urn:microsoft.com/office/officeart/2018/2/layout/IconVerticalSolidList"/>
    <dgm:cxn modelId="{4CA45D50-2808-4C1D-BEB8-E6542AE47473}" srcId="{0E598C77-E95B-4214-B248-41AE28C10DA5}" destId="{CCC76D47-8699-4892-9F4A-87ABD3E0D8C8}" srcOrd="4" destOrd="0" parTransId="{1ACCF4A1-78C9-4A2B-824D-D97896408475}" sibTransId="{DC7292CE-31EE-475C-8BFB-F70C7D0895D9}"/>
    <dgm:cxn modelId="{2E2E8773-B030-4355-9661-3A92C0CE54A6}" type="presOf" srcId="{A2EC8DF5-1AD0-4977-B129-649F32B848EB}" destId="{838E9634-9578-42FC-9FD7-97EBB75AAE6C}" srcOrd="0" destOrd="0" presId="urn:microsoft.com/office/officeart/2018/2/layout/IconVerticalSolidList"/>
    <dgm:cxn modelId="{15D34080-649A-421D-B173-88B68A9AB856}" srcId="{0E598C77-E95B-4214-B248-41AE28C10DA5}" destId="{A2EC8DF5-1AD0-4977-B129-649F32B848EB}" srcOrd="1" destOrd="0" parTransId="{DA8DA65D-895B-4300-8488-F8613E51832D}" sibTransId="{EF36BF7D-FBC3-4A0D-99D9-C90088367D8A}"/>
    <dgm:cxn modelId="{4F86ED99-F1E8-4E7A-9B46-9C87005EC0BC}" type="presOf" srcId="{0E598C77-E95B-4214-B248-41AE28C10DA5}" destId="{D26677FA-5F72-4C7E-A3BA-47B5A202E415}" srcOrd="0" destOrd="0" presId="urn:microsoft.com/office/officeart/2018/2/layout/IconVerticalSolidList"/>
    <dgm:cxn modelId="{158A12B0-3165-4179-BD31-1F244C97A0E0}" srcId="{0E598C77-E95B-4214-B248-41AE28C10DA5}" destId="{273CE71D-9265-498A-8562-D0D29F502BC1}" srcOrd="0" destOrd="0" parTransId="{D3870E37-7714-4D9D-80C1-CFF16AA5F888}" sibTransId="{477E617B-E1ED-421E-B1E2-9B56C8362287}"/>
    <dgm:cxn modelId="{29A548B1-1B63-46E8-9DA8-5B9471D9521C}" srcId="{0E598C77-E95B-4214-B248-41AE28C10DA5}" destId="{67CA26EC-E7F5-4E6B-B5B3-DB74474DE50A}" srcOrd="3" destOrd="0" parTransId="{15EB3284-9F91-40A6-8A08-CA7853ED93F2}" sibTransId="{FBEF8C25-E007-4D84-9968-2A3EC212E2A6}"/>
    <dgm:cxn modelId="{660BE428-516E-4023-9B2B-07D4C01EF542}" type="presParOf" srcId="{D26677FA-5F72-4C7E-A3BA-47B5A202E415}" destId="{D53210D2-B2FF-4261-A28E-CB587FED8378}" srcOrd="0" destOrd="0" presId="urn:microsoft.com/office/officeart/2018/2/layout/IconVerticalSolidList"/>
    <dgm:cxn modelId="{D0050A9A-EE11-460E-BC70-30C857852504}" type="presParOf" srcId="{D53210D2-B2FF-4261-A28E-CB587FED8378}" destId="{1067958E-A0C2-40F1-A663-EDA5053C5123}" srcOrd="0" destOrd="0" presId="urn:microsoft.com/office/officeart/2018/2/layout/IconVerticalSolidList"/>
    <dgm:cxn modelId="{6954DBBD-3CCC-4532-8B09-7C6042E40EF9}" type="presParOf" srcId="{D53210D2-B2FF-4261-A28E-CB587FED8378}" destId="{36B7DCE1-8D93-48B7-A828-A38BF28B2C1E}" srcOrd="1" destOrd="0" presId="urn:microsoft.com/office/officeart/2018/2/layout/IconVerticalSolidList"/>
    <dgm:cxn modelId="{278177AA-F27A-4E37-986E-2FD32E953C76}" type="presParOf" srcId="{D53210D2-B2FF-4261-A28E-CB587FED8378}" destId="{1D434EC5-FB87-4C75-BCD4-B4086034D29D}" srcOrd="2" destOrd="0" presId="urn:microsoft.com/office/officeart/2018/2/layout/IconVerticalSolidList"/>
    <dgm:cxn modelId="{A66DF998-89D1-437D-95AA-AB6779D2878A}" type="presParOf" srcId="{D53210D2-B2FF-4261-A28E-CB587FED8378}" destId="{91A42C26-D384-4EAF-A549-FB6EAF0682C6}" srcOrd="3" destOrd="0" presId="urn:microsoft.com/office/officeart/2018/2/layout/IconVerticalSolidList"/>
    <dgm:cxn modelId="{CDF975FF-8A5F-47F7-95F6-7C66B3CB9E23}" type="presParOf" srcId="{D26677FA-5F72-4C7E-A3BA-47B5A202E415}" destId="{14D9EE86-E86A-4900-B730-A74616EC61C5}" srcOrd="1" destOrd="0" presId="urn:microsoft.com/office/officeart/2018/2/layout/IconVerticalSolidList"/>
    <dgm:cxn modelId="{D6EF14D5-61CE-43AA-99CB-3B9402A3584F}" type="presParOf" srcId="{D26677FA-5F72-4C7E-A3BA-47B5A202E415}" destId="{4E65CE4A-2069-45E0-BC7B-B539F678F0BE}" srcOrd="2" destOrd="0" presId="urn:microsoft.com/office/officeart/2018/2/layout/IconVerticalSolidList"/>
    <dgm:cxn modelId="{4EB9B497-29C7-4A5B-85F3-D7A6767F696D}" type="presParOf" srcId="{4E65CE4A-2069-45E0-BC7B-B539F678F0BE}" destId="{D51C7FFA-508F-4B79-9B12-CE9DFEC964E8}" srcOrd="0" destOrd="0" presId="urn:microsoft.com/office/officeart/2018/2/layout/IconVerticalSolidList"/>
    <dgm:cxn modelId="{00DF0A29-5551-46D8-88C5-731983C9C81F}" type="presParOf" srcId="{4E65CE4A-2069-45E0-BC7B-B539F678F0BE}" destId="{D58EF31E-B772-4BFF-9326-42BC6A9649A3}" srcOrd="1" destOrd="0" presId="urn:microsoft.com/office/officeart/2018/2/layout/IconVerticalSolidList"/>
    <dgm:cxn modelId="{0EBB89D0-5787-48ED-BD32-62997B0BD9A6}" type="presParOf" srcId="{4E65CE4A-2069-45E0-BC7B-B539F678F0BE}" destId="{A8A2AAE0-071D-4A93-8995-EF94EB110C7B}" srcOrd="2" destOrd="0" presId="urn:microsoft.com/office/officeart/2018/2/layout/IconVerticalSolidList"/>
    <dgm:cxn modelId="{3E717BC6-989F-4CF4-8FD1-35D0DCCC4B71}" type="presParOf" srcId="{4E65CE4A-2069-45E0-BC7B-B539F678F0BE}" destId="{838E9634-9578-42FC-9FD7-97EBB75AAE6C}" srcOrd="3" destOrd="0" presId="urn:microsoft.com/office/officeart/2018/2/layout/IconVerticalSolidList"/>
    <dgm:cxn modelId="{5F89FA32-001D-4448-B98E-40FF12ADF14C}" type="presParOf" srcId="{D26677FA-5F72-4C7E-A3BA-47B5A202E415}" destId="{30D812CD-92D2-46F1-87D6-89BF57717B4B}" srcOrd="3" destOrd="0" presId="urn:microsoft.com/office/officeart/2018/2/layout/IconVerticalSolidList"/>
    <dgm:cxn modelId="{8E5FE36C-6374-49E1-8736-D43679C6A36D}" type="presParOf" srcId="{D26677FA-5F72-4C7E-A3BA-47B5A202E415}" destId="{3BE01F13-69AC-4CD5-B8A2-5642662D943E}" srcOrd="4" destOrd="0" presId="urn:microsoft.com/office/officeart/2018/2/layout/IconVerticalSolidList"/>
    <dgm:cxn modelId="{A08B121F-377B-4D0E-A11E-8B536B54E7A5}" type="presParOf" srcId="{3BE01F13-69AC-4CD5-B8A2-5642662D943E}" destId="{CE2BEE5E-E82E-4030-8C85-2FD8D36ED201}" srcOrd="0" destOrd="0" presId="urn:microsoft.com/office/officeart/2018/2/layout/IconVerticalSolidList"/>
    <dgm:cxn modelId="{6F10E60C-8957-44C3-9766-084DC604523D}" type="presParOf" srcId="{3BE01F13-69AC-4CD5-B8A2-5642662D943E}" destId="{6D065F13-E6E2-4A28-BABC-731C26C1F1D6}" srcOrd="1" destOrd="0" presId="urn:microsoft.com/office/officeart/2018/2/layout/IconVerticalSolidList"/>
    <dgm:cxn modelId="{B858D375-F87A-47FC-9501-2F93ECB586F2}" type="presParOf" srcId="{3BE01F13-69AC-4CD5-B8A2-5642662D943E}" destId="{1BF636B0-4D35-49EC-9357-E5662AD1AC94}" srcOrd="2" destOrd="0" presId="urn:microsoft.com/office/officeart/2018/2/layout/IconVerticalSolidList"/>
    <dgm:cxn modelId="{016FBFC4-1044-4DAA-8B82-42A88334EBB6}" type="presParOf" srcId="{3BE01F13-69AC-4CD5-B8A2-5642662D943E}" destId="{55F3572D-1D78-4660-A494-414618A850B7}" srcOrd="3" destOrd="0" presId="urn:microsoft.com/office/officeart/2018/2/layout/IconVerticalSolidList"/>
    <dgm:cxn modelId="{FA452544-0225-4FFB-A5C2-BC4CC0E75BC3}" type="presParOf" srcId="{D26677FA-5F72-4C7E-A3BA-47B5A202E415}" destId="{B0D624AC-3408-4BAC-B140-FDA9359A5856}" srcOrd="5" destOrd="0" presId="urn:microsoft.com/office/officeart/2018/2/layout/IconVerticalSolidList"/>
    <dgm:cxn modelId="{510CBB73-5CB4-4117-B96E-EC3CA5AAF04A}" type="presParOf" srcId="{D26677FA-5F72-4C7E-A3BA-47B5A202E415}" destId="{CDC793DB-0511-43B9-95E8-56659F863277}" srcOrd="6" destOrd="0" presId="urn:microsoft.com/office/officeart/2018/2/layout/IconVerticalSolidList"/>
    <dgm:cxn modelId="{B0964D10-25E8-43B9-8F0A-D8FE0F53E7FF}" type="presParOf" srcId="{CDC793DB-0511-43B9-95E8-56659F863277}" destId="{DE85AABC-205D-4D94-97BE-3100DB20212F}" srcOrd="0" destOrd="0" presId="urn:microsoft.com/office/officeart/2018/2/layout/IconVerticalSolidList"/>
    <dgm:cxn modelId="{18CA7AF7-1166-4B93-86AE-1F836ADE1BA8}" type="presParOf" srcId="{CDC793DB-0511-43B9-95E8-56659F863277}" destId="{326CED39-A878-49A7-8A2B-35422742E543}" srcOrd="1" destOrd="0" presId="urn:microsoft.com/office/officeart/2018/2/layout/IconVerticalSolidList"/>
    <dgm:cxn modelId="{32B4C6D9-0A6A-45E4-8334-C78990E9F176}" type="presParOf" srcId="{CDC793DB-0511-43B9-95E8-56659F863277}" destId="{A1E1C619-DE68-4BF0-A30A-20EA1F1679D1}" srcOrd="2" destOrd="0" presId="urn:microsoft.com/office/officeart/2018/2/layout/IconVerticalSolidList"/>
    <dgm:cxn modelId="{34B229EF-22B3-4986-B4FD-E426CC37EEDB}" type="presParOf" srcId="{CDC793DB-0511-43B9-95E8-56659F863277}" destId="{22939583-016B-4185-AE9D-452E23F7C42F}" srcOrd="3" destOrd="0" presId="urn:microsoft.com/office/officeart/2018/2/layout/IconVerticalSolidList"/>
    <dgm:cxn modelId="{02B9CC3D-DBC7-4AD4-B93F-63A7994C7BC0}" type="presParOf" srcId="{D26677FA-5F72-4C7E-A3BA-47B5A202E415}" destId="{846BB985-79C8-49BE-BBD7-672C45923F2B}" srcOrd="7" destOrd="0" presId="urn:microsoft.com/office/officeart/2018/2/layout/IconVerticalSolidList"/>
    <dgm:cxn modelId="{F149CC5D-A4B9-4913-B75E-898F40E0CAD8}" type="presParOf" srcId="{D26677FA-5F72-4C7E-A3BA-47B5A202E415}" destId="{9957114C-5564-4039-9C79-DD0F319BE16A}" srcOrd="8" destOrd="0" presId="urn:microsoft.com/office/officeart/2018/2/layout/IconVerticalSolidList"/>
    <dgm:cxn modelId="{99CC76C9-FA40-41C7-8737-D2B4892803FF}" type="presParOf" srcId="{9957114C-5564-4039-9C79-DD0F319BE16A}" destId="{C6F2FC2E-7D0E-40B6-A3AC-336BA0876F1C}" srcOrd="0" destOrd="0" presId="urn:microsoft.com/office/officeart/2018/2/layout/IconVerticalSolidList"/>
    <dgm:cxn modelId="{E0688F53-DD35-4CC3-B763-2832F6C84DC0}" type="presParOf" srcId="{9957114C-5564-4039-9C79-DD0F319BE16A}" destId="{4E5F9EA3-012C-4C7E-9AEA-CD911424A4C6}" srcOrd="1" destOrd="0" presId="urn:microsoft.com/office/officeart/2018/2/layout/IconVerticalSolidList"/>
    <dgm:cxn modelId="{2FA222A3-548A-4083-811F-46EB9D4EC673}" type="presParOf" srcId="{9957114C-5564-4039-9C79-DD0F319BE16A}" destId="{9E288087-9D95-49F1-9700-DA090239A24E}" srcOrd="2" destOrd="0" presId="urn:microsoft.com/office/officeart/2018/2/layout/IconVerticalSolidList"/>
    <dgm:cxn modelId="{976EB49C-6F32-4102-819F-C6A6ADA76367}" type="presParOf" srcId="{9957114C-5564-4039-9C79-DD0F319BE16A}" destId="{AE54BE1C-D846-4E36-A381-07C4578E19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195134B-A832-403F-A33B-EEB5621976A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C5A36D-0D2E-4348-BDD3-2FC0DBD24EB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Quantitative data is data that can be counted or measured in numerical values</a:t>
          </a:r>
          <a:endParaRPr lang="en-US" dirty="0"/>
        </a:p>
      </dgm:t>
    </dgm:pt>
    <dgm:pt modelId="{3447088C-BD35-4FDD-BAFD-DD1D5EE29442}" type="parTrans" cxnId="{42DE9C5C-4B92-4EC4-ADDF-07B0E0194191}">
      <dgm:prSet/>
      <dgm:spPr/>
      <dgm:t>
        <a:bodyPr/>
        <a:lstStyle/>
        <a:p>
          <a:endParaRPr lang="en-US"/>
        </a:p>
      </dgm:t>
    </dgm:pt>
    <dgm:pt modelId="{BFECB3DD-8B33-4E6A-978E-0518E3DD7002}" type="sibTrans" cxnId="{42DE9C5C-4B92-4EC4-ADDF-07B0E0194191}">
      <dgm:prSet/>
      <dgm:spPr/>
      <dgm:t>
        <a:bodyPr/>
        <a:lstStyle/>
        <a:p>
          <a:endParaRPr lang="en-US"/>
        </a:p>
      </dgm:t>
    </dgm:pt>
    <dgm:pt modelId="{BE60EA74-02C9-4199-8BAC-81D834934C9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Qualitative data is descriptive data that is not expressed numerically.</a:t>
          </a:r>
          <a:endParaRPr lang="en-US"/>
        </a:p>
      </dgm:t>
    </dgm:pt>
    <dgm:pt modelId="{8C4C7D1D-942A-4168-A8BC-D69D9C20C1DE}" type="parTrans" cxnId="{F4271B55-CF82-4254-AFB0-2BD69C648679}">
      <dgm:prSet/>
      <dgm:spPr/>
      <dgm:t>
        <a:bodyPr/>
        <a:lstStyle/>
        <a:p>
          <a:endParaRPr lang="en-US"/>
        </a:p>
      </dgm:t>
    </dgm:pt>
    <dgm:pt modelId="{DE2DBAA6-CE7F-4E0E-B05A-7437752B87BB}" type="sibTrans" cxnId="{F4271B55-CF82-4254-AFB0-2BD69C648679}">
      <dgm:prSet/>
      <dgm:spPr/>
      <dgm:t>
        <a:bodyPr/>
        <a:lstStyle/>
        <a:p>
          <a:endParaRPr lang="en-US"/>
        </a:p>
      </dgm:t>
    </dgm:pt>
    <dgm:pt modelId="{5A4C9B0B-68B8-4BA8-A48F-8E6C05A881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Both types are valuable depending on purpose</a:t>
          </a:r>
          <a:endParaRPr lang="en-US"/>
        </a:p>
      </dgm:t>
    </dgm:pt>
    <dgm:pt modelId="{029091A6-C510-47C6-8DD6-EF773BFA68FF}" type="parTrans" cxnId="{00CD9CC3-4379-499A-9E95-4939692CFE07}">
      <dgm:prSet/>
      <dgm:spPr/>
      <dgm:t>
        <a:bodyPr/>
        <a:lstStyle/>
        <a:p>
          <a:endParaRPr lang="en-US"/>
        </a:p>
      </dgm:t>
    </dgm:pt>
    <dgm:pt modelId="{8D7A4C7D-D6A7-4C65-98F6-7C77239BFED4}" type="sibTrans" cxnId="{00CD9CC3-4379-499A-9E95-4939692CFE07}">
      <dgm:prSet/>
      <dgm:spPr/>
      <dgm:t>
        <a:bodyPr/>
        <a:lstStyle/>
        <a:p>
          <a:endParaRPr lang="en-US"/>
        </a:p>
      </dgm:t>
    </dgm:pt>
    <dgm:pt modelId="{5AF76A1C-ED81-44A8-94A2-22D88B78AD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AI can help analyse qualitative data</a:t>
          </a:r>
          <a:endParaRPr lang="en-US"/>
        </a:p>
      </dgm:t>
    </dgm:pt>
    <dgm:pt modelId="{FCF40E76-34C1-4009-BB8B-168E984D57C0}" type="parTrans" cxnId="{0A4BE1D2-DEBC-4AAD-86BD-A7718E8CB27F}">
      <dgm:prSet/>
      <dgm:spPr/>
      <dgm:t>
        <a:bodyPr/>
        <a:lstStyle/>
        <a:p>
          <a:endParaRPr lang="en-US"/>
        </a:p>
      </dgm:t>
    </dgm:pt>
    <dgm:pt modelId="{BD79CFB4-7076-4C7E-AFD4-FC5E0BAC6747}" type="sibTrans" cxnId="{0A4BE1D2-DEBC-4AAD-86BD-A7718E8CB27F}">
      <dgm:prSet/>
      <dgm:spPr/>
      <dgm:t>
        <a:bodyPr/>
        <a:lstStyle/>
        <a:p>
          <a:endParaRPr lang="en-US"/>
        </a:p>
      </dgm:t>
    </dgm:pt>
    <dgm:pt modelId="{6205952C-288D-4D45-A97E-5AC55CF3FCA1}" type="pres">
      <dgm:prSet presAssocID="{5195134B-A832-403F-A33B-EEB5621976AB}" presName="root" presStyleCnt="0">
        <dgm:presLayoutVars>
          <dgm:dir/>
          <dgm:resizeHandles val="exact"/>
        </dgm:presLayoutVars>
      </dgm:prSet>
      <dgm:spPr/>
    </dgm:pt>
    <dgm:pt modelId="{0DDABC73-A9CA-4E24-BE96-DB210B3877C8}" type="pres">
      <dgm:prSet presAssocID="{3EC5A36D-0D2E-4348-BDD3-2FC0DBD24EBA}" presName="compNode" presStyleCnt="0"/>
      <dgm:spPr/>
    </dgm:pt>
    <dgm:pt modelId="{004D7979-BD18-42AB-AF68-47F5BC1C250C}" type="pres">
      <dgm:prSet presAssocID="{3EC5A36D-0D2E-4348-BDD3-2FC0DBD24EBA}" presName="bgRect" presStyleLbl="bgShp" presStyleIdx="0" presStyleCnt="4"/>
      <dgm:spPr>
        <a:ln w="28575">
          <a:solidFill>
            <a:srgbClr val="FF0000"/>
          </a:solidFill>
        </a:ln>
      </dgm:spPr>
    </dgm:pt>
    <dgm:pt modelId="{2E2EE423-A9AF-4FC5-987B-6AE9BE790097}" type="pres">
      <dgm:prSet presAssocID="{3EC5A36D-0D2E-4348-BDD3-2FC0DBD24EB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58970EB-7335-4D49-BA71-949925DFA18D}" type="pres">
      <dgm:prSet presAssocID="{3EC5A36D-0D2E-4348-BDD3-2FC0DBD24EBA}" presName="spaceRect" presStyleCnt="0"/>
      <dgm:spPr/>
    </dgm:pt>
    <dgm:pt modelId="{5CF4CEE6-100E-464A-82E8-5DAC22B28C9D}" type="pres">
      <dgm:prSet presAssocID="{3EC5A36D-0D2E-4348-BDD3-2FC0DBD24EBA}" presName="parTx" presStyleLbl="revTx" presStyleIdx="0" presStyleCnt="4">
        <dgm:presLayoutVars>
          <dgm:chMax val="0"/>
          <dgm:chPref val="0"/>
        </dgm:presLayoutVars>
      </dgm:prSet>
      <dgm:spPr/>
    </dgm:pt>
    <dgm:pt modelId="{6F1E8494-4339-44DF-839E-E2FC3E1AF5AC}" type="pres">
      <dgm:prSet presAssocID="{BFECB3DD-8B33-4E6A-978E-0518E3DD7002}" presName="sibTrans" presStyleCnt="0"/>
      <dgm:spPr/>
    </dgm:pt>
    <dgm:pt modelId="{EAE45452-1EF0-4621-8A47-6ECCF3F874D2}" type="pres">
      <dgm:prSet presAssocID="{BE60EA74-02C9-4199-8BAC-81D834934C94}" presName="compNode" presStyleCnt="0"/>
      <dgm:spPr/>
    </dgm:pt>
    <dgm:pt modelId="{0C2ED68E-7C28-4E3F-93CD-8806935C4C45}" type="pres">
      <dgm:prSet presAssocID="{BE60EA74-02C9-4199-8BAC-81D834934C94}" presName="bgRect" presStyleLbl="bgShp" presStyleIdx="1" presStyleCnt="4"/>
      <dgm:spPr>
        <a:ln w="28575">
          <a:solidFill>
            <a:srgbClr val="FF0000"/>
          </a:solidFill>
        </a:ln>
      </dgm:spPr>
    </dgm:pt>
    <dgm:pt modelId="{8887F626-A59C-4D0F-BCF5-E9AE4CB9B4E9}" type="pres">
      <dgm:prSet presAssocID="{BE60EA74-02C9-4199-8BAC-81D834934C9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E0925CF-082F-4C12-8C3C-AF8E1F4DC3A3}" type="pres">
      <dgm:prSet presAssocID="{BE60EA74-02C9-4199-8BAC-81D834934C94}" presName="spaceRect" presStyleCnt="0"/>
      <dgm:spPr/>
    </dgm:pt>
    <dgm:pt modelId="{7EA781E8-8B36-400A-9694-FE5F11829DC6}" type="pres">
      <dgm:prSet presAssocID="{BE60EA74-02C9-4199-8BAC-81D834934C94}" presName="parTx" presStyleLbl="revTx" presStyleIdx="1" presStyleCnt="4">
        <dgm:presLayoutVars>
          <dgm:chMax val="0"/>
          <dgm:chPref val="0"/>
        </dgm:presLayoutVars>
      </dgm:prSet>
      <dgm:spPr/>
    </dgm:pt>
    <dgm:pt modelId="{9E10ABA4-772E-4493-AA82-EEC9C8C425B5}" type="pres">
      <dgm:prSet presAssocID="{DE2DBAA6-CE7F-4E0E-B05A-7437752B87BB}" presName="sibTrans" presStyleCnt="0"/>
      <dgm:spPr/>
    </dgm:pt>
    <dgm:pt modelId="{AFA6FB5A-2EAF-49F2-B84F-B463E0144423}" type="pres">
      <dgm:prSet presAssocID="{5A4C9B0B-68B8-4BA8-A48F-8E6C05A881CF}" presName="compNode" presStyleCnt="0"/>
      <dgm:spPr/>
    </dgm:pt>
    <dgm:pt modelId="{EB476323-695D-4E60-8E03-15341CA086CE}" type="pres">
      <dgm:prSet presAssocID="{5A4C9B0B-68B8-4BA8-A48F-8E6C05A881CF}" presName="bgRect" presStyleLbl="bgShp" presStyleIdx="2" presStyleCnt="4"/>
      <dgm:spPr/>
    </dgm:pt>
    <dgm:pt modelId="{1FACE658-0777-4629-97FE-7164744FFFA4}" type="pres">
      <dgm:prSet presAssocID="{5A4C9B0B-68B8-4BA8-A48F-8E6C05A881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897C620-63A7-4882-9AAF-A38094B91C52}" type="pres">
      <dgm:prSet presAssocID="{5A4C9B0B-68B8-4BA8-A48F-8E6C05A881CF}" presName="spaceRect" presStyleCnt="0"/>
      <dgm:spPr/>
    </dgm:pt>
    <dgm:pt modelId="{A09D2708-E0CC-4017-813C-55A12D88E899}" type="pres">
      <dgm:prSet presAssocID="{5A4C9B0B-68B8-4BA8-A48F-8E6C05A881CF}" presName="parTx" presStyleLbl="revTx" presStyleIdx="2" presStyleCnt="4">
        <dgm:presLayoutVars>
          <dgm:chMax val="0"/>
          <dgm:chPref val="0"/>
        </dgm:presLayoutVars>
      </dgm:prSet>
      <dgm:spPr/>
    </dgm:pt>
    <dgm:pt modelId="{674BC8F1-E1A4-4231-ABF2-AA94D9A46C4B}" type="pres">
      <dgm:prSet presAssocID="{8D7A4C7D-D6A7-4C65-98F6-7C77239BFED4}" presName="sibTrans" presStyleCnt="0"/>
      <dgm:spPr/>
    </dgm:pt>
    <dgm:pt modelId="{C68D8D6B-8C5E-496F-9856-266C41E8ECC3}" type="pres">
      <dgm:prSet presAssocID="{5AF76A1C-ED81-44A8-94A2-22D88B78AD41}" presName="compNode" presStyleCnt="0"/>
      <dgm:spPr/>
    </dgm:pt>
    <dgm:pt modelId="{D7A3B9DA-E80C-4EC3-A372-F1E72FF6B262}" type="pres">
      <dgm:prSet presAssocID="{5AF76A1C-ED81-44A8-94A2-22D88B78AD41}" presName="bgRect" presStyleLbl="bgShp" presStyleIdx="3" presStyleCnt="4"/>
      <dgm:spPr/>
    </dgm:pt>
    <dgm:pt modelId="{E763AD66-8A7A-4E49-9944-FC62CEA1760A}" type="pres">
      <dgm:prSet presAssocID="{5AF76A1C-ED81-44A8-94A2-22D88B78AD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CF3ACA9-95EE-4083-94F3-F1C1411FE60E}" type="pres">
      <dgm:prSet presAssocID="{5AF76A1C-ED81-44A8-94A2-22D88B78AD41}" presName="spaceRect" presStyleCnt="0"/>
      <dgm:spPr/>
    </dgm:pt>
    <dgm:pt modelId="{6C011CF7-7161-4453-B090-EAF8B8EA7C77}" type="pres">
      <dgm:prSet presAssocID="{5AF76A1C-ED81-44A8-94A2-22D88B78AD4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6B65503-89D2-4A38-85A2-2F135622C21A}" type="presOf" srcId="{5AF76A1C-ED81-44A8-94A2-22D88B78AD41}" destId="{6C011CF7-7161-4453-B090-EAF8B8EA7C77}" srcOrd="0" destOrd="0" presId="urn:microsoft.com/office/officeart/2018/2/layout/IconVerticalSolidList"/>
    <dgm:cxn modelId="{F3167C5B-D460-4A36-9804-9D34F4987EEB}" type="presOf" srcId="{5A4C9B0B-68B8-4BA8-A48F-8E6C05A881CF}" destId="{A09D2708-E0CC-4017-813C-55A12D88E899}" srcOrd="0" destOrd="0" presId="urn:microsoft.com/office/officeart/2018/2/layout/IconVerticalSolidList"/>
    <dgm:cxn modelId="{42DE9C5C-4B92-4EC4-ADDF-07B0E0194191}" srcId="{5195134B-A832-403F-A33B-EEB5621976AB}" destId="{3EC5A36D-0D2E-4348-BDD3-2FC0DBD24EBA}" srcOrd="0" destOrd="0" parTransId="{3447088C-BD35-4FDD-BAFD-DD1D5EE29442}" sibTransId="{BFECB3DD-8B33-4E6A-978E-0518E3DD7002}"/>
    <dgm:cxn modelId="{B94C2774-FD1A-4774-9176-3B53C92B9D36}" type="presOf" srcId="{BE60EA74-02C9-4199-8BAC-81D834934C94}" destId="{7EA781E8-8B36-400A-9694-FE5F11829DC6}" srcOrd="0" destOrd="0" presId="urn:microsoft.com/office/officeart/2018/2/layout/IconVerticalSolidList"/>
    <dgm:cxn modelId="{F4271B55-CF82-4254-AFB0-2BD69C648679}" srcId="{5195134B-A832-403F-A33B-EEB5621976AB}" destId="{BE60EA74-02C9-4199-8BAC-81D834934C94}" srcOrd="1" destOrd="0" parTransId="{8C4C7D1D-942A-4168-A8BC-D69D9C20C1DE}" sibTransId="{DE2DBAA6-CE7F-4E0E-B05A-7437752B87BB}"/>
    <dgm:cxn modelId="{47AF51A5-DD3B-4B0C-AE53-A910FA235CD3}" type="presOf" srcId="{5195134B-A832-403F-A33B-EEB5621976AB}" destId="{6205952C-288D-4D45-A97E-5AC55CF3FCA1}" srcOrd="0" destOrd="0" presId="urn:microsoft.com/office/officeart/2018/2/layout/IconVerticalSolidList"/>
    <dgm:cxn modelId="{00CD9CC3-4379-499A-9E95-4939692CFE07}" srcId="{5195134B-A832-403F-A33B-EEB5621976AB}" destId="{5A4C9B0B-68B8-4BA8-A48F-8E6C05A881CF}" srcOrd="2" destOrd="0" parTransId="{029091A6-C510-47C6-8DD6-EF773BFA68FF}" sibTransId="{8D7A4C7D-D6A7-4C65-98F6-7C77239BFED4}"/>
    <dgm:cxn modelId="{9E3E74C7-C10D-4DC6-9F06-88905F25C8F1}" type="presOf" srcId="{3EC5A36D-0D2E-4348-BDD3-2FC0DBD24EBA}" destId="{5CF4CEE6-100E-464A-82E8-5DAC22B28C9D}" srcOrd="0" destOrd="0" presId="urn:microsoft.com/office/officeart/2018/2/layout/IconVerticalSolidList"/>
    <dgm:cxn modelId="{0A4BE1D2-DEBC-4AAD-86BD-A7718E8CB27F}" srcId="{5195134B-A832-403F-A33B-EEB5621976AB}" destId="{5AF76A1C-ED81-44A8-94A2-22D88B78AD41}" srcOrd="3" destOrd="0" parTransId="{FCF40E76-34C1-4009-BB8B-168E984D57C0}" sibTransId="{BD79CFB4-7076-4C7E-AFD4-FC5E0BAC6747}"/>
    <dgm:cxn modelId="{1AF148E5-2E57-4376-81F3-4080FA21FDC9}" type="presParOf" srcId="{6205952C-288D-4D45-A97E-5AC55CF3FCA1}" destId="{0DDABC73-A9CA-4E24-BE96-DB210B3877C8}" srcOrd="0" destOrd="0" presId="urn:microsoft.com/office/officeart/2018/2/layout/IconVerticalSolidList"/>
    <dgm:cxn modelId="{6D5773F4-8DB2-4383-BB20-5913CF3D2AE7}" type="presParOf" srcId="{0DDABC73-A9CA-4E24-BE96-DB210B3877C8}" destId="{004D7979-BD18-42AB-AF68-47F5BC1C250C}" srcOrd="0" destOrd="0" presId="urn:microsoft.com/office/officeart/2018/2/layout/IconVerticalSolidList"/>
    <dgm:cxn modelId="{6E54F16A-114D-41CF-B748-9ADB7C917FC6}" type="presParOf" srcId="{0DDABC73-A9CA-4E24-BE96-DB210B3877C8}" destId="{2E2EE423-A9AF-4FC5-987B-6AE9BE790097}" srcOrd="1" destOrd="0" presId="urn:microsoft.com/office/officeart/2018/2/layout/IconVerticalSolidList"/>
    <dgm:cxn modelId="{186D67E7-EBF6-4C91-9336-E987125423A5}" type="presParOf" srcId="{0DDABC73-A9CA-4E24-BE96-DB210B3877C8}" destId="{658970EB-7335-4D49-BA71-949925DFA18D}" srcOrd="2" destOrd="0" presId="urn:microsoft.com/office/officeart/2018/2/layout/IconVerticalSolidList"/>
    <dgm:cxn modelId="{35F24103-BF48-4D02-95AE-45EF6A6A0F19}" type="presParOf" srcId="{0DDABC73-A9CA-4E24-BE96-DB210B3877C8}" destId="{5CF4CEE6-100E-464A-82E8-5DAC22B28C9D}" srcOrd="3" destOrd="0" presId="urn:microsoft.com/office/officeart/2018/2/layout/IconVerticalSolidList"/>
    <dgm:cxn modelId="{77DAD803-AC7B-4418-9C6B-FC5DDC2B8975}" type="presParOf" srcId="{6205952C-288D-4D45-A97E-5AC55CF3FCA1}" destId="{6F1E8494-4339-44DF-839E-E2FC3E1AF5AC}" srcOrd="1" destOrd="0" presId="urn:microsoft.com/office/officeart/2018/2/layout/IconVerticalSolidList"/>
    <dgm:cxn modelId="{02198C32-759E-4761-8823-401DBCB74FBD}" type="presParOf" srcId="{6205952C-288D-4D45-A97E-5AC55CF3FCA1}" destId="{EAE45452-1EF0-4621-8A47-6ECCF3F874D2}" srcOrd="2" destOrd="0" presId="urn:microsoft.com/office/officeart/2018/2/layout/IconVerticalSolidList"/>
    <dgm:cxn modelId="{A312B4DC-9BFD-4B83-82AD-B9635995F430}" type="presParOf" srcId="{EAE45452-1EF0-4621-8A47-6ECCF3F874D2}" destId="{0C2ED68E-7C28-4E3F-93CD-8806935C4C45}" srcOrd="0" destOrd="0" presId="urn:microsoft.com/office/officeart/2018/2/layout/IconVerticalSolidList"/>
    <dgm:cxn modelId="{23E228D2-4D52-4C21-A3A2-851380A6B8BD}" type="presParOf" srcId="{EAE45452-1EF0-4621-8A47-6ECCF3F874D2}" destId="{8887F626-A59C-4D0F-BCF5-E9AE4CB9B4E9}" srcOrd="1" destOrd="0" presId="urn:microsoft.com/office/officeart/2018/2/layout/IconVerticalSolidList"/>
    <dgm:cxn modelId="{78790097-B557-46CF-90E9-59FFC4440F4E}" type="presParOf" srcId="{EAE45452-1EF0-4621-8A47-6ECCF3F874D2}" destId="{BE0925CF-082F-4C12-8C3C-AF8E1F4DC3A3}" srcOrd="2" destOrd="0" presId="urn:microsoft.com/office/officeart/2018/2/layout/IconVerticalSolidList"/>
    <dgm:cxn modelId="{1F7AE955-1921-4F57-AE13-38CDA95DA8B4}" type="presParOf" srcId="{EAE45452-1EF0-4621-8A47-6ECCF3F874D2}" destId="{7EA781E8-8B36-400A-9694-FE5F11829DC6}" srcOrd="3" destOrd="0" presId="urn:microsoft.com/office/officeart/2018/2/layout/IconVerticalSolidList"/>
    <dgm:cxn modelId="{9572B5F0-A849-405A-A8A2-5396981A75B6}" type="presParOf" srcId="{6205952C-288D-4D45-A97E-5AC55CF3FCA1}" destId="{9E10ABA4-772E-4493-AA82-EEC9C8C425B5}" srcOrd="3" destOrd="0" presId="urn:microsoft.com/office/officeart/2018/2/layout/IconVerticalSolidList"/>
    <dgm:cxn modelId="{C6D9E97F-EE53-47C1-987D-24CAF6D57A8A}" type="presParOf" srcId="{6205952C-288D-4D45-A97E-5AC55CF3FCA1}" destId="{AFA6FB5A-2EAF-49F2-B84F-B463E0144423}" srcOrd="4" destOrd="0" presId="urn:microsoft.com/office/officeart/2018/2/layout/IconVerticalSolidList"/>
    <dgm:cxn modelId="{948F766E-897B-4654-9605-EDDCD7F28677}" type="presParOf" srcId="{AFA6FB5A-2EAF-49F2-B84F-B463E0144423}" destId="{EB476323-695D-4E60-8E03-15341CA086CE}" srcOrd="0" destOrd="0" presId="urn:microsoft.com/office/officeart/2018/2/layout/IconVerticalSolidList"/>
    <dgm:cxn modelId="{085D72E7-0B88-4BBB-864F-DC19AAB296C5}" type="presParOf" srcId="{AFA6FB5A-2EAF-49F2-B84F-B463E0144423}" destId="{1FACE658-0777-4629-97FE-7164744FFFA4}" srcOrd="1" destOrd="0" presId="urn:microsoft.com/office/officeart/2018/2/layout/IconVerticalSolidList"/>
    <dgm:cxn modelId="{B2EAD8C4-098E-450C-B0A0-0C7E447BF2DC}" type="presParOf" srcId="{AFA6FB5A-2EAF-49F2-B84F-B463E0144423}" destId="{0897C620-63A7-4882-9AAF-A38094B91C52}" srcOrd="2" destOrd="0" presId="urn:microsoft.com/office/officeart/2018/2/layout/IconVerticalSolidList"/>
    <dgm:cxn modelId="{84B7AF37-0B05-4B93-A487-A738159452B9}" type="presParOf" srcId="{AFA6FB5A-2EAF-49F2-B84F-B463E0144423}" destId="{A09D2708-E0CC-4017-813C-55A12D88E899}" srcOrd="3" destOrd="0" presId="urn:microsoft.com/office/officeart/2018/2/layout/IconVerticalSolidList"/>
    <dgm:cxn modelId="{50E6393B-41AD-4E69-8673-FAE8DB0EE0B0}" type="presParOf" srcId="{6205952C-288D-4D45-A97E-5AC55CF3FCA1}" destId="{674BC8F1-E1A4-4231-ABF2-AA94D9A46C4B}" srcOrd="5" destOrd="0" presId="urn:microsoft.com/office/officeart/2018/2/layout/IconVerticalSolidList"/>
    <dgm:cxn modelId="{7ECDD3FF-9D1C-46C4-B533-FE61F986B59D}" type="presParOf" srcId="{6205952C-288D-4D45-A97E-5AC55CF3FCA1}" destId="{C68D8D6B-8C5E-496F-9856-266C41E8ECC3}" srcOrd="6" destOrd="0" presId="urn:microsoft.com/office/officeart/2018/2/layout/IconVerticalSolidList"/>
    <dgm:cxn modelId="{BF7588D7-4F56-4AC5-8D20-BF5D0AFBF385}" type="presParOf" srcId="{C68D8D6B-8C5E-496F-9856-266C41E8ECC3}" destId="{D7A3B9DA-E80C-4EC3-A372-F1E72FF6B262}" srcOrd="0" destOrd="0" presId="urn:microsoft.com/office/officeart/2018/2/layout/IconVerticalSolidList"/>
    <dgm:cxn modelId="{A7EF6985-FDC4-4BDB-964C-E5A7122F22E1}" type="presParOf" srcId="{C68D8D6B-8C5E-496F-9856-266C41E8ECC3}" destId="{E763AD66-8A7A-4E49-9944-FC62CEA1760A}" srcOrd="1" destOrd="0" presId="urn:microsoft.com/office/officeart/2018/2/layout/IconVerticalSolidList"/>
    <dgm:cxn modelId="{6966DD78-86B3-4B69-92DC-42B3AE9EB03D}" type="presParOf" srcId="{C68D8D6B-8C5E-496F-9856-266C41E8ECC3}" destId="{8CF3ACA9-95EE-4083-94F3-F1C1411FE60E}" srcOrd="2" destOrd="0" presId="urn:microsoft.com/office/officeart/2018/2/layout/IconVerticalSolidList"/>
    <dgm:cxn modelId="{BA2124D5-59FE-47C9-88B2-BFF28E7A76E2}" type="presParOf" srcId="{C68D8D6B-8C5E-496F-9856-266C41E8ECC3}" destId="{6C011CF7-7161-4453-B090-EAF8B8EA7C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3E66AED-B082-4F8D-BDEE-5563BBF308D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01E479-A018-49E3-9DC6-BFD4BBF1E4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Input</a:t>
          </a:r>
          <a:r>
            <a:rPr lang="en-US" b="0" i="0" baseline="0" dirty="0"/>
            <a:t>:</a:t>
          </a:r>
          <a:br>
            <a:rPr lang="en-US" b="0" i="0" baseline="0" dirty="0"/>
          </a:br>
          <a:r>
            <a:rPr lang="en-US" b="0" i="0" baseline="0" dirty="0"/>
            <a:t>Raw data is entered into a computer system using input devices such as keyboards, sensors, scanners or microphones.</a:t>
          </a:r>
          <a:endParaRPr lang="en-US" dirty="0"/>
        </a:p>
      </dgm:t>
    </dgm:pt>
    <dgm:pt modelId="{3B79F971-7355-4FF0-8A20-08985314257B}" type="parTrans" cxnId="{9649462C-403D-448E-A940-083FD0FEA191}">
      <dgm:prSet/>
      <dgm:spPr/>
      <dgm:t>
        <a:bodyPr/>
        <a:lstStyle/>
        <a:p>
          <a:endParaRPr lang="en-US"/>
        </a:p>
      </dgm:t>
    </dgm:pt>
    <dgm:pt modelId="{A0F253F2-78F5-40FE-9F5D-E93293930DB7}" type="sibTrans" cxnId="{9649462C-403D-448E-A940-083FD0FEA191}">
      <dgm:prSet/>
      <dgm:spPr/>
      <dgm:t>
        <a:bodyPr/>
        <a:lstStyle/>
        <a:p>
          <a:endParaRPr lang="en-US"/>
        </a:p>
      </dgm:t>
    </dgm:pt>
    <dgm:pt modelId="{F3FDF60A-7775-464C-8F7E-5C3ECAE92159}">
      <dgm:prSet/>
      <dgm:spPr>
        <a:ln w="28575"/>
      </dgm:spPr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Process</a:t>
          </a:r>
          <a:r>
            <a:rPr lang="en-US" b="0" i="0" baseline="0"/>
            <a:t>:</a:t>
          </a:r>
          <a:br>
            <a:rPr lang="en-US" b="0" i="0" baseline="0"/>
          </a:br>
          <a:r>
            <a:rPr lang="en-US" b="0" i="0" baseline="0"/>
            <a:t>The computer manipulates the data using software instructions to sort, calculate, analyse or transform it.</a:t>
          </a:r>
          <a:endParaRPr lang="en-US"/>
        </a:p>
      </dgm:t>
    </dgm:pt>
    <dgm:pt modelId="{4C01EDD0-151B-4681-AF8D-B6D4B9C6689D}" type="parTrans" cxnId="{47FA4DD1-1440-454C-9BAD-DAD2BDCA3134}">
      <dgm:prSet/>
      <dgm:spPr/>
      <dgm:t>
        <a:bodyPr/>
        <a:lstStyle/>
        <a:p>
          <a:endParaRPr lang="en-US"/>
        </a:p>
      </dgm:t>
    </dgm:pt>
    <dgm:pt modelId="{9BF2A754-599E-4DAF-B1FC-C5C553542BE9}" type="sibTrans" cxnId="{47FA4DD1-1440-454C-9BAD-DAD2BDCA3134}">
      <dgm:prSet/>
      <dgm:spPr/>
      <dgm:t>
        <a:bodyPr/>
        <a:lstStyle/>
        <a:p>
          <a:endParaRPr lang="en-US"/>
        </a:p>
      </dgm:t>
    </dgm:pt>
    <dgm:pt modelId="{A697945B-B35C-4A77-BD6E-B9A1F406DE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Storage</a:t>
          </a:r>
          <a:r>
            <a:rPr lang="en-US" b="0" i="0" baseline="0"/>
            <a:t>:</a:t>
          </a:r>
          <a:br>
            <a:rPr lang="en-US" b="0" i="0" baseline="0"/>
          </a:br>
          <a:r>
            <a:rPr lang="en-US" b="0" i="0" baseline="0"/>
            <a:t>Data and information are saved in storage devices or databases so they can be accessed and used later.</a:t>
          </a:r>
          <a:endParaRPr lang="en-US"/>
        </a:p>
      </dgm:t>
    </dgm:pt>
    <dgm:pt modelId="{6051FF8D-3956-42BA-BC7B-9DAF30929A31}" type="parTrans" cxnId="{DE411453-733F-414C-9C10-E1FBC1406E61}">
      <dgm:prSet/>
      <dgm:spPr/>
      <dgm:t>
        <a:bodyPr/>
        <a:lstStyle/>
        <a:p>
          <a:endParaRPr lang="en-US"/>
        </a:p>
      </dgm:t>
    </dgm:pt>
    <dgm:pt modelId="{6D3B21F4-41E8-4429-AF55-63414FF75E4F}" type="sibTrans" cxnId="{DE411453-733F-414C-9C10-E1FBC1406E61}">
      <dgm:prSet/>
      <dgm:spPr/>
      <dgm:t>
        <a:bodyPr/>
        <a:lstStyle/>
        <a:p>
          <a:endParaRPr lang="en-US"/>
        </a:p>
      </dgm:t>
    </dgm:pt>
    <dgm:pt modelId="{5943044A-FFF4-47A2-A38D-0819E99B42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Transmission</a:t>
          </a:r>
          <a:r>
            <a:rPr lang="en-US" b="0" i="0" baseline="0"/>
            <a:t>:</a:t>
          </a:r>
          <a:br>
            <a:rPr lang="en-US" b="0" i="0" baseline="0"/>
          </a:br>
          <a:r>
            <a:rPr lang="en-US" b="0" i="0" baseline="0"/>
            <a:t>Data is transferred between systems or devices using networks such as the internet or local networks.</a:t>
          </a:r>
          <a:endParaRPr lang="en-US"/>
        </a:p>
      </dgm:t>
    </dgm:pt>
    <dgm:pt modelId="{F1119D57-B254-4C51-8458-0B5D9AF1985D}" type="parTrans" cxnId="{E49A21C6-EF16-4CA5-9CFF-6B462F1068D8}">
      <dgm:prSet/>
      <dgm:spPr/>
      <dgm:t>
        <a:bodyPr/>
        <a:lstStyle/>
        <a:p>
          <a:endParaRPr lang="en-US"/>
        </a:p>
      </dgm:t>
    </dgm:pt>
    <dgm:pt modelId="{8F9A3A51-C32A-4D20-8BA9-4402EC78B0BE}" type="sibTrans" cxnId="{E49A21C6-EF16-4CA5-9CFF-6B462F1068D8}">
      <dgm:prSet/>
      <dgm:spPr/>
      <dgm:t>
        <a:bodyPr/>
        <a:lstStyle/>
        <a:p>
          <a:endParaRPr lang="en-US"/>
        </a:p>
      </dgm:t>
    </dgm:pt>
    <dgm:pt modelId="{5F391B53-0FE9-45F4-98AB-EFBF4AE204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Output</a:t>
          </a:r>
          <a:r>
            <a:rPr lang="en-US" b="0" i="0" baseline="0"/>
            <a:t>:</a:t>
          </a:r>
          <a:br>
            <a:rPr lang="en-US" b="0" i="0" baseline="0"/>
          </a:br>
          <a:r>
            <a:rPr lang="en-US" b="0" i="0" baseline="0"/>
            <a:t>Processed data is presented as information that people can understand, such as text, images, sound or video.</a:t>
          </a:r>
          <a:endParaRPr lang="en-US"/>
        </a:p>
      </dgm:t>
    </dgm:pt>
    <dgm:pt modelId="{C4908E9B-742E-466A-BE53-50472CF64452}" type="parTrans" cxnId="{2308729A-6EA4-4D92-90BC-63C43113932B}">
      <dgm:prSet/>
      <dgm:spPr/>
      <dgm:t>
        <a:bodyPr/>
        <a:lstStyle/>
        <a:p>
          <a:endParaRPr lang="en-US"/>
        </a:p>
      </dgm:t>
    </dgm:pt>
    <dgm:pt modelId="{CCAAE9A5-DFD2-45EC-A6F8-ACDAA99B97FF}" type="sibTrans" cxnId="{2308729A-6EA4-4D92-90BC-63C43113932B}">
      <dgm:prSet/>
      <dgm:spPr/>
      <dgm:t>
        <a:bodyPr/>
        <a:lstStyle/>
        <a:p>
          <a:endParaRPr lang="en-US"/>
        </a:p>
      </dgm:t>
    </dgm:pt>
    <dgm:pt modelId="{BE57F8E2-055F-4F79-9745-A6E01B31A071}" type="pres">
      <dgm:prSet presAssocID="{43E66AED-B082-4F8D-BDEE-5563BBF308DB}" presName="root" presStyleCnt="0">
        <dgm:presLayoutVars>
          <dgm:dir/>
          <dgm:resizeHandles val="exact"/>
        </dgm:presLayoutVars>
      </dgm:prSet>
      <dgm:spPr/>
    </dgm:pt>
    <dgm:pt modelId="{43E186C6-C32B-46B3-8D16-C55146A0713A}" type="pres">
      <dgm:prSet presAssocID="{F701E479-A018-49E3-9DC6-BFD4BBF1E4A0}" presName="compNode" presStyleCnt="0"/>
      <dgm:spPr/>
    </dgm:pt>
    <dgm:pt modelId="{A2E7C30A-9BDD-421D-9839-199FE777DD58}" type="pres">
      <dgm:prSet presAssocID="{F701E479-A018-49E3-9DC6-BFD4BBF1E4A0}" presName="bgRect" presStyleLbl="bgShp" presStyleIdx="0" presStyleCnt="5"/>
      <dgm:spPr>
        <a:ln w="28575">
          <a:solidFill>
            <a:srgbClr val="FF0000"/>
          </a:solidFill>
        </a:ln>
      </dgm:spPr>
    </dgm:pt>
    <dgm:pt modelId="{740E8C1C-8C10-4DBC-9E12-A0A9122779CA}" type="pres">
      <dgm:prSet presAssocID="{F701E479-A018-49E3-9DC6-BFD4BBF1E4A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9DEA2CAC-7013-43F5-9BD8-70B8803DFC3C}" type="pres">
      <dgm:prSet presAssocID="{F701E479-A018-49E3-9DC6-BFD4BBF1E4A0}" presName="spaceRect" presStyleCnt="0"/>
      <dgm:spPr/>
    </dgm:pt>
    <dgm:pt modelId="{452FAA45-4167-446B-B7AA-FA66C45E815C}" type="pres">
      <dgm:prSet presAssocID="{F701E479-A018-49E3-9DC6-BFD4BBF1E4A0}" presName="parTx" presStyleLbl="revTx" presStyleIdx="0" presStyleCnt="5">
        <dgm:presLayoutVars>
          <dgm:chMax val="0"/>
          <dgm:chPref val="0"/>
        </dgm:presLayoutVars>
      </dgm:prSet>
      <dgm:spPr/>
    </dgm:pt>
    <dgm:pt modelId="{50F6755E-B03B-4EB8-A6DA-11D71E46CFE0}" type="pres">
      <dgm:prSet presAssocID="{A0F253F2-78F5-40FE-9F5D-E93293930DB7}" presName="sibTrans" presStyleCnt="0"/>
      <dgm:spPr/>
    </dgm:pt>
    <dgm:pt modelId="{9FA7A61A-F532-4B03-ABAF-02CAF3168763}" type="pres">
      <dgm:prSet presAssocID="{F3FDF60A-7775-464C-8F7E-5C3ECAE92159}" presName="compNode" presStyleCnt="0"/>
      <dgm:spPr/>
    </dgm:pt>
    <dgm:pt modelId="{EC078B7F-35C9-40A3-9B70-25A0E8B3C025}" type="pres">
      <dgm:prSet presAssocID="{F3FDF60A-7775-464C-8F7E-5C3ECAE92159}" presName="bgRect" presStyleLbl="bgShp" presStyleIdx="1" presStyleCnt="5"/>
      <dgm:spPr>
        <a:ln w="28575">
          <a:solidFill>
            <a:srgbClr val="FF0000"/>
          </a:solidFill>
        </a:ln>
      </dgm:spPr>
    </dgm:pt>
    <dgm:pt modelId="{0BBA9771-DF0C-4CDB-BBEC-E1AEC119AFC6}" type="pres">
      <dgm:prSet presAssocID="{F3FDF60A-7775-464C-8F7E-5C3ECAE9215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8CB4FD5-6392-47EB-ACDD-FFFE36D4BB0B}" type="pres">
      <dgm:prSet presAssocID="{F3FDF60A-7775-464C-8F7E-5C3ECAE92159}" presName="spaceRect" presStyleCnt="0"/>
      <dgm:spPr/>
    </dgm:pt>
    <dgm:pt modelId="{2E2B18C4-24E7-44B4-8B7F-E2F3A77BFA93}" type="pres">
      <dgm:prSet presAssocID="{F3FDF60A-7775-464C-8F7E-5C3ECAE92159}" presName="parTx" presStyleLbl="revTx" presStyleIdx="1" presStyleCnt="5">
        <dgm:presLayoutVars>
          <dgm:chMax val="0"/>
          <dgm:chPref val="0"/>
        </dgm:presLayoutVars>
      </dgm:prSet>
      <dgm:spPr/>
    </dgm:pt>
    <dgm:pt modelId="{6AE9669A-6A15-4C60-A63D-467EC381177B}" type="pres">
      <dgm:prSet presAssocID="{9BF2A754-599E-4DAF-B1FC-C5C553542BE9}" presName="sibTrans" presStyleCnt="0"/>
      <dgm:spPr/>
    </dgm:pt>
    <dgm:pt modelId="{F47F3EFC-6714-4891-A083-FD610579B9FB}" type="pres">
      <dgm:prSet presAssocID="{A697945B-B35C-4A77-BD6E-B9A1F406DE9D}" presName="compNode" presStyleCnt="0"/>
      <dgm:spPr/>
    </dgm:pt>
    <dgm:pt modelId="{C9E3E79D-957D-4B05-8A6D-6DDC1FDFFA67}" type="pres">
      <dgm:prSet presAssocID="{A697945B-B35C-4A77-BD6E-B9A1F406DE9D}" presName="bgRect" presStyleLbl="bgShp" presStyleIdx="2" presStyleCnt="5"/>
      <dgm:spPr>
        <a:ln w="28575">
          <a:solidFill>
            <a:srgbClr val="FF0000"/>
          </a:solidFill>
        </a:ln>
      </dgm:spPr>
    </dgm:pt>
    <dgm:pt modelId="{64E3875F-A801-4D6C-9D84-70295A3C2D2D}" type="pres">
      <dgm:prSet presAssocID="{A697945B-B35C-4A77-BD6E-B9A1F406DE9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5321A24-4C84-4EA7-9760-EB4ECE54E621}" type="pres">
      <dgm:prSet presAssocID="{A697945B-B35C-4A77-BD6E-B9A1F406DE9D}" presName="spaceRect" presStyleCnt="0"/>
      <dgm:spPr/>
    </dgm:pt>
    <dgm:pt modelId="{BD5B2A04-A0A7-47F4-B1BA-F396682CA672}" type="pres">
      <dgm:prSet presAssocID="{A697945B-B35C-4A77-BD6E-B9A1F406DE9D}" presName="parTx" presStyleLbl="revTx" presStyleIdx="2" presStyleCnt="5">
        <dgm:presLayoutVars>
          <dgm:chMax val="0"/>
          <dgm:chPref val="0"/>
        </dgm:presLayoutVars>
      </dgm:prSet>
      <dgm:spPr/>
    </dgm:pt>
    <dgm:pt modelId="{C5AF9E80-0D75-400A-804A-AE513BF2F032}" type="pres">
      <dgm:prSet presAssocID="{6D3B21F4-41E8-4429-AF55-63414FF75E4F}" presName="sibTrans" presStyleCnt="0"/>
      <dgm:spPr/>
    </dgm:pt>
    <dgm:pt modelId="{D1E546B6-AD49-4432-B371-1BBD47864EDA}" type="pres">
      <dgm:prSet presAssocID="{5943044A-FFF4-47A2-A38D-0819E99B42C8}" presName="compNode" presStyleCnt="0"/>
      <dgm:spPr/>
    </dgm:pt>
    <dgm:pt modelId="{F9DA82AD-4F15-4746-B483-FBCC6E4C66D0}" type="pres">
      <dgm:prSet presAssocID="{5943044A-FFF4-47A2-A38D-0819E99B42C8}" presName="bgRect" presStyleLbl="bgShp" presStyleIdx="3" presStyleCnt="5"/>
      <dgm:spPr>
        <a:ln w="28575">
          <a:solidFill>
            <a:srgbClr val="FF0000"/>
          </a:solidFill>
        </a:ln>
      </dgm:spPr>
    </dgm:pt>
    <dgm:pt modelId="{7B90A2D9-4742-484A-AFFF-E1BBF5260B50}" type="pres">
      <dgm:prSet presAssocID="{5943044A-FFF4-47A2-A38D-0819E99B42C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545E892-C733-44B8-8D4D-3F6B1D19141D}" type="pres">
      <dgm:prSet presAssocID="{5943044A-FFF4-47A2-A38D-0819E99B42C8}" presName="spaceRect" presStyleCnt="0"/>
      <dgm:spPr/>
    </dgm:pt>
    <dgm:pt modelId="{56EA2EB2-C824-4913-8914-1FFD985FA00E}" type="pres">
      <dgm:prSet presAssocID="{5943044A-FFF4-47A2-A38D-0819E99B42C8}" presName="parTx" presStyleLbl="revTx" presStyleIdx="3" presStyleCnt="5">
        <dgm:presLayoutVars>
          <dgm:chMax val="0"/>
          <dgm:chPref val="0"/>
        </dgm:presLayoutVars>
      </dgm:prSet>
      <dgm:spPr/>
    </dgm:pt>
    <dgm:pt modelId="{9B2D66D0-5140-4018-B68E-95C28B115444}" type="pres">
      <dgm:prSet presAssocID="{8F9A3A51-C32A-4D20-8BA9-4402EC78B0BE}" presName="sibTrans" presStyleCnt="0"/>
      <dgm:spPr/>
    </dgm:pt>
    <dgm:pt modelId="{8140E848-77D5-4973-A1C6-B000D3251902}" type="pres">
      <dgm:prSet presAssocID="{5F391B53-0FE9-45F4-98AB-EFBF4AE20478}" presName="compNode" presStyleCnt="0"/>
      <dgm:spPr/>
    </dgm:pt>
    <dgm:pt modelId="{73C75AAF-202A-459B-A992-F06C3E6F2637}" type="pres">
      <dgm:prSet presAssocID="{5F391B53-0FE9-45F4-98AB-EFBF4AE20478}" presName="bgRect" presStyleLbl="bgShp" presStyleIdx="4" presStyleCnt="5"/>
      <dgm:spPr>
        <a:ln w="28575">
          <a:solidFill>
            <a:srgbClr val="FF0000"/>
          </a:solidFill>
        </a:ln>
      </dgm:spPr>
    </dgm:pt>
    <dgm:pt modelId="{535499FF-D8BB-479D-9036-39792E163E25}" type="pres">
      <dgm:prSet presAssocID="{5F391B53-0FE9-45F4-98AB-EFBF4AE2047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4777218-5A62-4856-9FD2-BF13DFC449F2}" type="pres">
      <dgm:prSet presAssocID="{5F391B53-0FE9-45F4-98AB-EFBF4AE20478}" presName="spaceRect" presStyleCnt="0"/>
      <dgm:spPr/>
    </dgm:pt>
    <dgm:pt modelId="{C3C18C47-7B5F-4370-973E-17D77AB0943F}" type="pres">
      <dgm:prSet presAssocID="{5F391B53-0FE9-45F4-98AB-EFBF4AE2047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A59B41A-D8C1-4512-BFB8-590FD4141D98}" type="presOf" srcId="{43E66AED-B082-4F8D-BDEE-5563BBF308DB}" destId="{BE57F8E2-055F-4F79-9745-A6E01B31A071}" srcOrd="0" destOrd="0" presId="urn:microsoft.com/office/officeart/2018/2/layout/IconVerticalSolidList"/>
    <dgm:cxn modelId="{9649462C-403D-448E-A940-083FD0FEA191}" srcId="{43E66AED-B082-4F8D-BDEE-5563BBF308DB}" destId="{F701E479-A018-49E3-9DC6-BFD4BBF1E4A0}" srcOrd="0" destOrd="0" parTransId="{3B79F971-7355-4FF0-8A20-08985314257B}" sibTransId="{A0F253F2-78F5-40FE-9F5D-E93293930DB7}"/>
    <dgm:cxn modelId="{CC5BE351-E42E-4B86-8861-CC52932306F2}" type="presOf" srcId="{F701E479-A018-49E3-9DC6-BFD4BBF1E4A0}" destId="{452FAA45-4167-446B-B7AA-FA66C45E815C}" srcOrd="0" destOrd="0" presId="urn:microsoft.com/office/officeart/2018/2/layout/IconVerticalSolidList"/>
    <dgm:cxn modelId="{DE411453-733F-414C-9C10-E1FBC1406E61}" srcId="{43E66AED-B082-4F8D-BDEE-5563BBF308DB}" destId="{A697945B-B35C-4A77-BD6E-B9A1F406DE9D}" srcOrd="2" destOrd="0" parTransId="{6051FF8D-3956-42BA-BC7B-9DAF30929A31}" sibTransId="{6D3B21F4-41E8-4429-AF55-63414FF75E4F}"/>
    <dgm:cxn modelId="{86A07A96-8638-46B4-9800-C6CE964A6605}" type="presOf" srcId="{5F391B53-0FE9-45F4-98AB-EFBF4AE20478}" destId="{C3C18C47-7B5F-4370-973E-17D77AB0943F}" srcOrd="0" destOrd="0" presId="urn:microsoft.com/office/officeart/2018/2/layout/IconVerticalSolidList"/>
    <dgm:cxn modelId="{2308729A-6EA4-4D92-90BC-63C43113932B}" srcId="{43E66AED-B082-4F8D-BDEE-5563BBF308DB}" destId="{5F391B53-0FE9-45F4-98AB-EFBF4AE20478}" srcOrd="4" destOrd="0" parTransId="{C4908E9B-742E-466A-BE53-50472CF64452}" sibTransId="{CCAAE9A5-DFD2-45EC-A6F8-ACDAA99B97FF}"/>
    <dgm:cxn modelId="{F4774FAA-E1CB-4F6C-A118-10D05B80424A}" type="presOf" srcId="{F3FDF60A-7775-464C-8F7E-5C3ECAE92159}" destId="{2E2B18C4-24E7-44B4-8B7F-E2F3A77BFA93}" srcOrd="0" destOrd="0" presId="urn:microsoft.com/office/officeart/2018/2/layout/IconVerticalSolidList"/>
    <dgm:cxn modelId="{E49A21C6-EF16-4CA5-9CFF-6B462F1068D8}" srcId="{43E66AED-B082-4F8D-BDEE-5563BBF308DB}" destId="{5943044A-FFF4-47A2-A38D-0819E99B42C8}" srcOrd="3" destOrd="0" parTransId="{F1119D57-B254-4C51-8458-0B5D9AF1985D}" sibTransId="{8F9A3A51-C32A-4D20-8BA9-4402EC78B0BE}"/>
    <dgm:cxn modelId="{BE3A6CCE-5B1F-42BB-8313-D4FA37D7E06C}" type="presOf" srcId="{5943044A-FFF4-47A2-A38D-0819E99B42C8}" destId="{56EA2EB2-C824-4913-8914-1FFD985FA00E}" srcOrd="0" destOrd="0" presId="urn:microsoft.com/office/officeart/2018/2/layout/IconVerticalSolidList"/>
    <dgm:cxn modelId="{200D89D0-572B-4EE2-8B5F-D65479BA0A2D}" type="presOf" srcId="{A697945B-B35C-4A77-BD6E-B9A1F406DE9D}" destId="{BD5B2A04-A0A7-47F4-B1BA-F396682CA672}" srcOrd="0" destOrd="0" presId="urn:microsoft.com/office/officeart/2018/2/layout/IconVerticalSolidList"/>
    <dgm:cxn modelId="{47FA4DD1-1440-454C-9BAD-DAD2BDCA3134}" srcId="{43E66AED-B082-4F8D-BDEE-5563BBF308DB}" destId="{F3FDF60A-7775-464C-8F7E-5C3ECAE92159}" srcOrd="1" destOrd="0" parTransId="{4C01EDD0-151B-4681-AF8D-B6D4B9C6689D}" sibTransId="{9BF2A754-599E-4DAF-B1FC-C5C553542BE9}"/>
    <dgm:cxn modelId="{698A80A0-D8A6-4EA5-9072-25F3AAB03A8C}" type="presParOf" srcId="{BE57F8E2-055F-4F79-9745-A6E01B31A071}" destId="{43E186C6-C32B-46B3-8D16-C55146A0713A}" srcOrd="0" destOrd="0" presId="urn:microsoft.com/office/officeart/2018/2/layout/IconVerticalSolidList"/>
    <dgm:cxn modelId="{7DAF6377-0C4D-4393-8891-55976A11332E}" type="presParOf" srcId="{43E186C6-C32B-46B3-8D16-C55146A0713A}" destId="{A2E7C30A-9BDD-421D-9839-199FE777DD58}" srcOrd="0" destOrd="0" presId="urn:microsoft.com/office/officeart/2018/2/layout/IconVerticalSolidList"/>
    <dgm:cxn modelId="{D4BDC1B1-7F75-42BF-B98A-C95A3C4B83A1}" type="presParOf" srcId="{43E186C6-C32B-46B3-8D16-C55146A0713A}" destId="{740E8C1C-8C10-4DBC-9E12-A0A9122779CA}" srcOrd="1" destOrd="0" presId="urn:microsoft.com/office/officeart/2018/2/layout/IconVerticalSolidList"/>
    <dgm:cxn modelId="{722B76BF-1EDA-4B4C-A5D8-40CFCFB08A56}" type="presParOf" srcId="{43E186C6-C32B-46B3-8D16-C55146A0713A}" destId="{9DEA2CAC-7013-43F5-9BD8-70B8803DFC3C}" srcOrd="2" destOrd="0" presId="urn:microsoft.com/office/officeart/2018/2/layout/IconVerticalSolidList"/>
    <dgm:cxn modelId="{23E9154E-0C6E-46A2-97DE-E645A4A8711E}" type="presParOf" srcId="{43E186C6-C32B-46B3-8D16-C55146A0713A}" destId="{452FAA45-4167-446B-B7AA-FA66C45E815C}" srcOrd="3" destOrd="0" presId="urn:microsoft.com/office/officeart/2018/2/layout/IconVerticalSolidList"/>
    <dgm:cxn modelId="{E7BFC4F5-FBC4-48EC-84FC-BCEBEFBFC1C5}" type="presParOf" srcId="{BE57F8E2-055F-4F79-9745-A6E01B31A071}" destId="{50F6755E-B03B-4EB8-A6DA-11D71E46CFE0}" srcOrd="1" destOrd="0" presId="urn:microsoft.com/office/officeart/2018/2/layout/IconVerticalSolidList"/>
    <dgm:cxn modelId="{4612D66D-F3B5-4FD9-9D83-A6695B5CB60E}" type="presParOf" srcId="{BE57F8E2-055F-4F79-9745-A6E01B31A071}" destId="{9FA7A61A-F532-4B03-ABAF-02CAF3168763}" srcOrd="2" destOrd="0" presId="urn:microsoft.com/office/officeart/2018/2/layout/IconVerticalSolidList"/>
    <dgm:cxn modelId="{925554C6-CD17-4874-9503-A4ED4D5B8E3A}" type="presParOf" srcId="{9FA7A61A-F532-4B03-ABAF-02CAF3168763}" destId="{EC078B7F-35C9-40A3-9B70-25A0E8B3C025}" srcOrd="0" destOrd="0" presId="urn:microsoft.com/office/officeart/2018/2/layout/IconVerticalSolidList"/>
    <dgm:cxn modelId="{9ED45C5D-A4BE-47FA-A205-D58125A30E3B}" type="presParOf" srcId="{9FA7A61A-F532-4B03-ABAF-02CAF3168763}" destId="{0BBA9771-DF0C-4CDB-BBEC-E1AEC119AFC6}" srcOrd="1" destOrd="0" presId="urn:microsoft.com/office/officeart/2018/2/layout/IconVerticalSolidList"/>
    <dgm:cxn modelId="{7086A7DE-75B5-46F3-B1E6-86379A9E506B}" type="presParOf" srcId="{9FA7A61A-F532-4B03-ABAF-02CAF3168763}" destId="{48CB4FD5-6392-47EB-ACDD-FFFE36D4BB0B}" srcOrd="2" destOrd="0" presId="urn:microsoft.com/office/officeart/2018/2/layout/IconVerticalSolidList"/>
    <dgm:cxn modelId="{82104344-BC5A-4733-92AE-5DFC2B1D18F2}" type="presParOf" srcId="{9FA7A61A-F532-4B03-ABAF-02CAF3168763}" destId="{2E2B18C4-24E7-44B4-8B7F-E2F3A77BFA93}" srcOrd="3" destOrd="0" presId="urn:microsoft.com/office/officeart/2018/2/layout/IconVerticalSolidList"/>
    <dgm:cxn modelId="{0BDDE0AC-4177-442D-8C18-2297FD730142}" type="presParOf" srcId="{BE57F8E2-055F-4F79-9745-A6E01B31A071}" destId="{6AE9669A-6A15-4C60-A63D-467EC381177B}" srcOrd="3" destOrd="0" presId="urn:microsoft.com/office/officeart/2018/2/layout/IconVerticalSolidList"/>
    <dgm:cxn modelId="{4A65531D-0663-4946-84C0-EEF67DDDCD5F}" type="presParOf" srcId="{BE57F8E2-055F-4F79-9745-A6E01B31A071}" destId="{F47F3EFC-6714-4891-A083-FD610579B9FB}" srcOrd="4" destOrd="0" presId="urn:microsoft.com/office/officeart/2018/2/layout/IconVerticalSolidList"/>
    <dgm:cxn modelId="{035AB422-00CD-4580-B0FF-36E187579798}" type="presParOf" srcId="{F47F3EFC-6714-4891-A083-FD610579B9FB}" destId="{C9E3E79D-957D-4B05-8A6D-6DDC1FDFFA67}" srcOrd="0" destOrd="0" presId="urn:microsoft.com/office/officeart/2018/2/layout/IconVerticalSolidList"/>
    <dgm:cxn modelId="{4A48869E-2EF0-4D37-9FC6-9ED5F3A50730}" type="presParOf" srcId="{F47F3EFC-6714-4891-A083-FD610579B9FB}" destId="{64E3875F-A801-4D6C-9D84-70295A3C2D2D}" srcOrd="1" destOrd="0" presId="urn:microsoft.com/office/officeart/2018/2/layout/IconVerticalSolidList"/>
    <dgm:cxn modelId="{E80DC4D9-A132-4CF3-9520-8E337BF1155A}" type="presParOf" srcId="{F47F3EFC-6714-4891-A083-FD610579B9FB}" destId="{35321A24-4C84-4EA7-9760-EB4ECE54E621}" srcOrd="2" destOrd="0" presId="urn:microsoft.com/office/officeart/2018/2/layout/IconVerticalSolidList"/>
    <dgm:cxn modelId="{56CEC8B7-B1EB-4F54-AFAD-286E04110779}" type="presParOf" srcId="{F47F3EFC-6714-4891-A083-FD610579B9FB}" destId="{BD5B2A04-A0A7-47F4-B1BA-F396682CA672}" srcOrd="3" destOrd="0" presId="urn:microsoft.com/office/officeart/2018/2/layout/IconVerticalSolidList"/>
    <dgm:cxn modelId="{8FDC9DF3-1169-457C-B0D0-E83041D36106}" type="presParOf" srcId="{BE57F8E2-055F-4F79-9745-A6E01B31A071}" destId="{C5AF9E80-0D75-400A-804A-AE513BF2F032}" srcOrd="5" destOrd="0" presId="urn:microsoft.com/office/officeart/2018/2/layout/IconVerticalSolidList"/>
    <dgm:cxn modelId="{C171F1FE-2C1B-431A-B74C-708B32C79FDF}" type="presParOf" srcId="{BE57F8E2-055F-4F79-9745-A6E01B31A071}" destId="{D1E546B6-AD49-4432-B371-1BBD47864EDA}" srcOrd="6" destOrd="0" presId="urn:microsoft.com/office/officeart/2018/2/layout/IconVerticalSolidList"/>
    <dgm:cxn modelId="{CACE6DC6-AE9F-4D39-B2CD-0351E12A178E}" type="presParOf" srcId="{D1E546B6-AD49-4432-B371-1BBD47864EDA}" destId="{F9DA82AD-4F15-4746-B483-FBCC6E4C66D0}" srcOrd="0" destOrd="0" presId="urn:microsoft.com/office/officeart/2018/2/layout/IconVerticalSolidList"/>
    <dgm:cxn modelId="{C60A685E-DD3F-4FFD-8A52-17474CB0D90B}" type="presParOf" srcId="{D1E546B6-AD49-4432-B371-1BBD47864EDA}" destId="{7B90A2D9-4742-484A-AFFF-E1BBF5260B50}" srcOrd="1" destOrd="0" presId="urn:microsoft.com/office/officeart/2018/2/layout/IconVerticalSolidList"/>
    <dgm:cxn modelId="{C17715A6-1E41-41A5-A3C3-0B79EDDD64C4}" type="presParOf" srcId="{D1E546B6-AD49-4432-B371-1BBD47864EDA}" destId="{4545E892-C733-44B8-8D4D-3F6B1D19141D}" srcOrd="2" destOrd="0" presId="urn:microsoft.com/office/officeart/2018/2/layout/IconVerticalSolidList"/>
    <dgm:cxn modelId="{0F75CA42-C0E3-4B4F-A13A-7F51C72FD534}" type="presParOf" srcId="{D1E546B6-AD49-4432-B371-1BBD47864EDA}" destId="{56EA2EB2-C824-4913-8914-1FFD985FA00E}" srcOrd="3" destOrd="0" presId="urn:microsoft.com/office/officeart/2018/2/layout/IconVerticalSolidList"/>
    <dgm:cxn modelId="{AA8AA17B-21B9-432F-AFE1-28A3AFB584C2}" type="presParOf" srcId="{BE57F8E2-055F-4F79-9745-A6E01B31A071}" destId="{9B2D66D0-5140-4018-B68E-95C28B115444}" srcOrd="7" destOrd="0" presId="urn:microsoft.com/office/officeart/2018/2/layout/IconVerticalSolidList"/>
    <dgm:cxn modelId="{38D87D0B-862D-4A82-A690-FD4433488920}" type="presParOf" srcId="{BE57F8E2-055F-4F79-9745-A6E01B31A071}" destId="{8140E848-77D5-4973-A1C6-B000D3251902}" srcOrd="8" destOrd="0" presId="urn:microsoft.com/office/officeart/2018/2/layout/IconVerticalSolidList"/>
    <dgm:cxn modelId="{8BE44FAA-0002-41CC-92FE-FA69930F6E0B}" type="presParOf" srcId="{8140E848-77D5-4973-A1C6-B000D3251902}" destId="{73C75AAF-202A-459B-A992-F06C3E6F2637}" srcOrd="0" destOrd="0" presId="urn:microsoft.com/office/officeart/2018/2/layout/IconVerticalSolidList"/>
    <dgm:cxn modelId="{5C81AD94-2A97-4868-9112-4722BDEF4848}" type="presParOf" srcId="{8140E848-77D5-4973-A1C6-B000D3251902}" destId="{535499FF-D8BB-479D-9036-39792E163E25}" srcOrd="1" destOrd="0" presId="urn:microsoft.com/office/officeart/2018/2/layout/IconVerticalSolidList"/>
    <dgm:cxn modelId="{4E1CFC4F-6961-4A0B-AF16-E490C07FB170}" type="presParOf" srcId="{8140E848-77D5-4973-A1C6-B000D3251902}" destId="{F4777218-5A62-4856-9FD2-BF13DFC449F2}" srcOrd="2" destOrd="0" presId="urn:microsoft.com/office/officeart/2018/2/layout/IconVerticalSolidList"/>
    <dgm:cxn modelId="{14E90EBF-7AD4-4DA2-96CC-0D15D4FDDBFC}" type="presParOf" srcId="{8140E848-77D5-4973-A1C6-B000D3251902}" destId="{C3C18C47-7B5F-4370-973E-17D77AB0943F}" srcOrd="3" destOrd="0" presId="urn:microsoft.com/office/officeart/2018/2/layout/IconVerticalSolidList"/>
  </dgm:cxnLst>
  <dgm:bg/>
  <dgm:whole>
    <a:ln w="28575">
      <a:solidFill>
        <a:srgbClr val="FF0000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E37BD8E-B18B-4872-A2EA-D59F45C820C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BCB4398-AF13-4929-B57B-DD4341851E7B}">
      <dgm:prSet/>
      <dgm:spPr/>
      <dgm:t>
        <a:bodyPr/>
        <a:lstStyle/>
        <a:p>
          <a:r>
            <a:rPr lang="en-US" b="0" i="0" baseline="0"/>
            <a:t>Data is used to:</a:t>
          </a:r>
          <a:endParaRPr lang="en-US"/>
        </a:p>
      </dgm:t>
    </dgm:pt>
    <dgm:pt modelId="{493CCB1B-0725-4AEB-8969-2E4CB36CE3A3}" type="parTrans" cxnId="{3E0AC357-26A5-4B2D-9021-F6CD309E0E78}">
      <dgm:prSet/>
      <dgm:spPr/>
      <dgm:t>
        <a:bodyPr/>
        <a:lstStyle/>
        <a:p>
          <a:endParaRPr lang="en-US"/>
        </a:p>
      </dgm:t>
    </dgm:pt>
    <dgm:pt modelId="{2EBFFE1F-BC7F-4F8E-AD46-4A40278E80B0}" type="sibTrans" cxnId="{3E0AC357-26A5-4B2D-9021-F6CD309E0E78}">
      <dgm:prSet/>
      <dgm:spPr/>
      <dgm:t>
        <a:bodyPr/>
        <a:lstStyle/>
        <a:p>
          <a:endParaRPr lang="en-US"/>
        </a:p>
      </dgm:t>
    </dgm:pt>
    <dgm:pt modelId="{1B2B7617-A914-4612-B8EF-5381C916D1D0}">
      <dgm:prSet/>
      <dgm:spPr/>
      <dgm:t>
        <a:bodyPr/>
        <a:lstStyle/>
        <a:p>
          <a:r>
            <a:rPr lang="en-US" b="0" i="0" baseline="0"/>
            <a:t>Share information</a:t>
          </a:r>
          <a:endParaRPr lang="en-US"/>
        </a:p>
      </dgm:t>
    </dgm:pt>
    <dgm:pt modelId="{9020D0E2-2136-412F-A60F-97F87E252EFD}" type="parTrans" cxnId="{62DEA543-F2A9-44E6-9C79-6409D7D1557E}">
      <dgm:prSet/>
      <dgm:spPr/>
      <dgm:t>
        <a:bodyPr/>
        <a:lstStyle/>
        <a:p>
          <a:endParaRPr lang="en-US"/>
        </a:p>
      </dgm:t>
    </dgm:pt>
    <dgm:pt modelId="{01B4136D-B266-4DBC-8411-01D56A16A4F2}" type="sibTrans" cxnId="{62DEA543-F2A9-44E6-9C79-6409D7D1557E}">
      <dgm:prSet/>
      <dgm:spPr/>
      <dgm:t>
        <a:bodyPr/>
        <a:lstStyle/>
        <a:p>
          <a:endParaRPr lang="en-US"/>
        </a:p>
      </dgm:t>
    </dgm:pt>
    <dgm:pt modelId="{B184D1DB-F08A-4E2F-8135-6CDCEE3ACC06}">
      <dgm:prSet/>
      <dgm:spPr/>
      <dgm:t>
        <a:bodyPr/>
        <a:lstStyle/>
        <a:p>
          <a:r>
            <a:rPr lang="en-US" b="0" i="0" baseline="0"/>
            <a:t>Control systems (traffic lights, machines)</a:t>
          </a:r>
          <a:endParaRPr lang="en-US"/>
        </a:p>
      </dgm:t>
    </dgm:pt>
    <dgm:pt modelId="{31573350-8FF4-4D58-9F94-825F16AEBC0E}" type="parTrans" cxnId="{6B08394D-ED51-4C35-A3F2-38499131B688}">
      <dgm:prSet/>
      <dgm:spPr/>
      <dgm:t>
        <a:bodyPr/>
        <a:lstStyle/>
        <a:p>
          <a:endParaRPr lang="en-US"/>
        </a:p>
      </dgm:t>
    </dgm:pt>
    <dgm:pt modelId="{0CBA3B35-62BD-4B11-815A-AF3C7330D4AC}" type="sibTrans" cxnId="{6B08394D-ED51-4C35-A3F2-38499131B688}">
      <dgm:prSet/>
      <dgm:spPr/>
      <dgm:t>
        <a:bodyPr/>
        <a:lstStyle/>
        <a:p>
          <a:endParaRPr lang="en-US"/>
        </a:p>
      </dgm:t>
    </dgm:pt>
    <dgm:pt modelId="{10EA4D6F-7037-48DB-AF7A-105AED3E3470}">
      <dgm:prSet/>
      <dgm:spPr/>
      <dgm:t>
        <a:bodyPr/>
        <a:lstStyle/>
        <a:p>
          <a:r>
            <a:rPr lang="en-US" b="0" i="0" baseline="0"/>
            <a:t>Analyse trends</a:t>
          </a:r>
          <a:endParaRPr lang="en-US"/>
        </a:p>
      </dgm:t>
    </dgm:pt>
    <dgm:pt modelId="{EE7040FD-F8FB-420A-8DF4-A2FD609B736F}" type="parTrans" cxnId="{0CD532BF-514A-4EEF-AA3D-F928AF17F298}">
      <dgm:prSet/>
      <dgm:spPr/>
      <dgm:t>
        <a:bodyPr/>
        <a:lstStyle/>
        <a:p>
          <a:endParaRPr lang="en-US"/>
        </a:p>
      </dgm:t>
    </dgm:pt>
    <dgm:pt modelId="{3FC39C5F-610F-4AED-AE28-B74B00209C90}" type="sibTrans" cxnId="{0CD532BF-514A-4EEF-AA3D-F928AF17F298}">
      <dgm:prSet/>
      <dgm:spPr/>
      <dgm:t>
        <a:bodyPr/>
        <a:lstStyle/>
        <a:p>
          <a:endParaRPr lang="en-US"/>
        </a:p>
      </dgm:t>
    </dgm:pt>
    <dgm:pt modelId="{8241281A-C967-43D4-B329-F6E88339D29D}">
      <dgm:prSet/>
      <dgm:spPr/>
      <dgm:t>
        <a:bodyPr/>
        <a:lstStyle/>
        <a:p>
          <a:r>
            <a:rPr lang="en-US" b="0" i="0" baseline="0"/>
            <a:t>Make predictions</a:t>
          </a:r>
          <a:endParaRPr lang="en-US"/>
        </a:p>
      </dgm:t>
    </dgm:pt>
    <dgm:pt modelId="{DFD399ED-DBE8-4E26-88BF-D87D7AB7117F}" type="parTrans" cxnId="{D0C16D56-BBF9-43D3-B200-3FD58C9DF461}">
      <dgm:prSet/>
      <dgm:spPr/>
      <dgm:t>
        <a:bodyPr/>
        <a:lstStyle/>
        <a:p>
          <a:endParaRPr lang="en-US"/>
        </a:p>
      </dgm:t>
    </dgm:pt>
    <dgm:pt modelId="{57D0BC43-F37E-4697-9E3F-85A57D33DBCA}" type="sibTrans" cxnId="{D0C16D56-BBF9-43D3-B200-3FD58C9DF461}">
      <dgm:prSet/>
      <dgm:spPr/>
      <dgm:t>
        <a:bodyPr/>
        <a:lstStyle/>
        <a:p>
          <a:endParaRPr lang="en-US"/>
        </a:p>
      </dgm:t>
    </dgm:pt>
    <dgm:pt modelId="{35949E41-32C1-49D3-9521-AA61C3AA87B1}">
      <dgm:prSet/>
      <dgm:spPr/>
      <dgm:t>
        <a:bodyPr/>
        <a:lstStyle/>
        <a:p>
          <a:r>
            <a:rPr lang="en-US" b="0" i="0" baseline="0"/>
            <a:t>AI systems rely on large datasets</a:t>
          </a:r>
          <a:endParaRPr lang="en-US"/>
        </a:p>
      </dgm:t>
    </dgm:pt>
    <dgm:pt modelId="{83FD8527-BB15-49DF-9F55-AF4E99E3CC92}" type="parTrans" cxnId="{88525547-49D1-452B-AF6E-DF76B9957965}">
      <dgm:prSet/>
      <dgm:spPr/>
      <dgm:t>
        <a:bodyPr/>
        <a:lstStyle/>
        <a:p>
          <a:endParaRPr lang="en-US"/>
        </a:p>
      </dgm:t>
    </dgm:pt>
    <dgm:pt modelId="{15E7B057-7A22-49DE-80E5-FCCC8CD732E6}" type="sibTrans" cxnId="{88525547-49D1-452B-AF6E-DF76B9957965}">
      <dgm:prSet/>
      <dgm:spPr/>
      <dgm:t>
        <a:bodyPr/>
        <a:lstStyle/>
        <a:p>
          <a:endParaRPr lang="en-US"/>
        </a:p>
      </dgm:t>
    </dgm:pt>
    <dgm:pt modelId="{975C9A3B-4D21-44A3-B606-72B67BFC06F2}">
      <dgm:prSet/>
      <dgm:spPr/>
      <dgm:t>
        <a:bodyPr/>
        <a:lstStyle/>
        <a:p>
          <a:r>
            <a:rPr lang="en-US" b="0" i="0" baseline="0"/>
            <a:t>More data generally leads to more accurate results</a:t>
          </a:r>
          <a:endParaRPr lang="en-US"/>
        </a:p>
      </dgm:t>
    </dgm:pt>
    <dgm:pt modelId="{5A6AFD80-4710-4EBE-ADA3-2926A0E33EAE}" type="parTrans" cxnId="{B0A94604-BB9B-4DCF-A51B-7521B882A3BC}">
      <dgm:prSet/>
      <dgm:spPr/>
      <dgm:t>
        <a:bodyPr/>
        <a:lstStyle/>
        <a:p>
          <a:endParaRPr lang="en-US"/>
        </a:p>
      </dgm:t>
    </dgm:pt>
    <dgm:pt modelId="{5FA8BD28-4CD4-42C1-BE66-F6CAF900037B}" type="sibTrans" cxnId="{B0A94604-BB9B-4DCF-A51B-7521B882A3BC}">
      <dgm:prSet/>
      <dgm:spPr/>
      <dgm:t>
        <a:bodyPr/>
        <a:lstStyle/>
        <a:p>
          <a:endParaRPr lang="en-US"/>
        </a:p>
      </dgm:t>
    </dgm:pt>
    <dgm:pt modelId="{DEF4481B-269A-46F8-84D5-02E9EBCA9DA8}" type="pres">
      <dgm:prSet presAssocID="{DE37BD8E-B18B-4872-A2EA-D59F45C820C5}" presName="root" presStyleCnt="0">
        <dgm:presLayoutVars>
          <dgm:dir/>
          <dgm:resizeHandles val="exact"/>
        </dgm:presLayoutVars>
      </dgm:prSet>
      <dgm:spPr/>
    </dgm:pt>
    <dgm:pt modelId="{0FAEFCD7-2596-493A-84F2-270B945C628E}" type="pres">
      <dgm:prSet presAssocID="{1BCB4398-AF13-4929-B57B-DD4341851E7B}" presName="compNode" presStyleCnt="0"/>
      <dgm:spPr/>
    </dgm:pt>
    <dgm:pt modelId="{7A44573B-6122-4E15-9182-887994F380A5}" type="pres">
      <dgm:prSet presAssocID="{1BCB4398-AF13-4929-B57B-DD4341851E7B}" presName="bgRect" presStyleLbl="bgShp" presStyleIdx="0" presStyleCnt="3"/>
      <dgm:spPr/>
    </dgm:pt>
    <dgm:pt modelId="{CB9365E2-47BE-44E5-B0CE-1A4C58334A9B}" type="pres">
      <dgm:prSet presAssocID="{1BCB4398-AF13-4929-B57B-DD4341851E7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13816198-D6E0-4BC0-8AA4-2B36354BC7FE}" type="pres">
      <dgm:prSet presAssocID="{1BCB4398-AF13-4929-B57B-DD4341851E7B}" presName="spaceRect" presStyleCnt="0"/>
      <dgm:spPr/>
    </dgm:pt>
    <dgm:pt modelId="{F661E320-B813-44F3-BDF0-BD2EBDCF3F71}" type="pres">
      <dgm:prSet presAssocID="{1BCB4398-AF13-4929-B57B-DD4341851E7B}" presName="parTx" presStyleLbl="revTx" presStyleIdx="0" presStyleCnt="4">
        <dgm:presLayoutVars>
          <dgm:chMax val="0"/>
          <dgm:chPref val="0"/>
        </dgm:presLayoutVars>
      </dgm:prSet>
      <dgm:spPr/>
    </dgm:pt>
    <dgm:pt modelId="{7252FB12-2405-4414-8793-66B20F399413}" type="pres">
      <dgm:prSet presAssocID="{1BCB4398-AF13-4929-B57B-DD4341851E7B}" presName="desTx" presStyleLbl="revTx" presStyleIdx="1" presStyleCnt="4">
        <dgm:presLayoutVars/>
      </dgm:prSet>
      <dgm:spPr/>
    </dgm:pt>
    <dgm:pt modelId="{6EBA97E0-8178-48CF-8FAC-451DCECFD694}" type="pres">
      <dgm:prSet presAssocID="{2EBFFE1F-BC7F-4F8E-AD46-4A40278E80B0}" presName="sibTrans" presStyleCnt="0"/>
      <dgm:spPr/>
    </dgm:pt>
    <dgm:pt modelId="{CBF2D13F-3069-4C32-8318-D979D451787D}" type="pres">
      <dgm:prSet presAssocID="{35949E41-32C1-49D3-9521-AA61C3AA87B1}" presName="compNode" presStyleCnt="0"/>
      <dgm:spPr/>
    </dgm:pt>
    <dgm:pt modelId="{A869B38B-BC7A-4637-A6D5-C8552B3079CF}" type="pres">
      <dgm:prSet presAssocID="{35949E41-32C1-49D3-9521-AA61C3AA87B1}" presName="bgRect" presStyleLbl="bgShp" presStyleIdx="1" presStyleCnt="3"/>
      <dgm:spPr/>
    </dgm:pt>
    <dgm:pt modelId="{138D6E4D-3591-4F00-B17A-63A74678D833}" type="pres">
      <dgm:prSet presAssocID="{35949E41-32C1-49D3-9521-AA61C3AA87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FB3F6F8-08D1-4F99-AB0C-2663B0B10CB9}" type="pres">
      <dgm:prSet presAssocID="{35949E41-32C1-49D3-9521-AA61C3AA87B1}" presName="spaceRect" presStyleCnt="0"/>
      <dgm:spPr/>
    </dgm:pt>
    <dgm:pt modelId="{EAE7D530-D078-4002-8A81-AD0D5B164761}" type="pres">
      <dgm:prSet presAssocID="{35949E41-32C1-49D3-9521-AA61C3AA87B1}" presName="parTx" presStyleLbl="revTx" presStyleIdx="2" presStyleCnt="4">
        <dgm:presLayoutVars>
          <dgm:chMax val="0"/>
          <dgm:chPref val="0"/>
        </dgm:presLayoutVars>
      </dgm:prSet>
      <dgm:spPr/>
    </dgm:pt>
    <dgm:pt modelId="{5524E30B-8ACF-4727-B304-E7E227B2CB20}" type="pres">
      <dgm:prSet presAssocID="{15E7B057-7A22-49DE-80E5-FCCC8CD732E6}" presName="sibTrans" presStyleCnt="0"/>
      <dgm:spPr/>
    </dgm:pt>
    <dgm:pt modelId="{8761AB8D-8361-441C-A9BB-02C13B49E3E7}" type="pres">
      <dgm:prSet presAssocID="{975C9A3B-4D21-44A3-B606-72B67BFC06F2}" presName="compNode" presStyleCnt="0"/>
      <dgm:spPr/>
    </dgm:pt>
    <dgm:pt modelId="{9C425CBF-21D6-40E3-8E9C-279C47987CA2}" type="pres">
      <dgm:prSet presAssocID="{975C9A3B-4D21-44A3-B606-72B67BFC06F2}" presName="bgRect" presStyleLbl="bgShp" presStyleIdx="2" presStyleCnt="3"/>
      <dgm:spPr/>
    </dgm:pt>
    <dgm:pt modelId="{C882D0F3-C2CF-48DB-9044-5454CC8C6CCB}" type="pres">
      <dgm:prSet presAssocID="{975C9A3B-4D21-44A3-B606-72B67BFC06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4713586-4BBB-4040-A81D-E2B5DC84A462}" type="pres">
      <dgm:prSet presAssocID="{975C9A3B-4D21-44A3-B606-72B67BFC06F2}" presName="spaceRect" presStyleCnt="0"/>
      <dgm:spPr/>
    </dgm:pt>
    <dgm:pt modelId="{64DFD60B-E552-46EB-96C1-DF995F22CEA3}" type="pres">
      <dgm:prSet presAssocID="{975C9A3B-4D21-44A3-B606-72B67BFC06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0A94604-BB9B-4DCF-A51B-7521B882A3BC}" srcId="{DE37BD8E-B18B-4872-A2EA-D59F45C820C5}" destId="{975C9A3B-4D21-44A3-B606-72B67BFC06F2}" srcOrd="2" destOrd="0" parTransId="{5A6AFD80-4710-4EBE-ADA3-2926A0E33EAE}" sibTransId="{5FA8BD28-4CD4-42C1-BE66-F6CAF900037B}"/>
    <dgm:cxn modelId="{7B725132-3FBD-421E-B04A-8AB467C73B4D}" type="presOf" srcId="{975C9A3B-4D21-44A3-B606-72B67BFC06F2}" destId="{64DFD60B-E552-46EB-96C1-DF995F22CEA3}" srcOrd="0" destOrd="0" presId="urn:microsoft.com/office/officeart/2018/2/layout/IconVerticalSolidList"/>
    <dgm:cxn modelId="{DE8DEF3C-5826-4AEA-B999-5972CF71595A}" type="presOf" srcId="{10EA4D6F-7037-48DB-AF7A-105AED3E3470}" destId="{7252FB12-2405-4414-8793-66B20F399413}" srcOrd="0" destOrd="2" presId="urn:microsoft.com/office/officeart/2018/2/layout/IconVerticalSolidList"/>
    <dgm:cxn modelId="{E2FD795E-CA70-4D5E-B717-05C2BD7F5D90}" type="presOf" srcId="{1BCB4398-AF13-4929-B57B-DD4341851E7B}" destId="{F661E320-B813-44F3-BDF0-BD2EBDCF3F71}" srcOrd="0" destOrd="0" presId="urn:microsoft.com/office/officeart/2018/2/layout/IconVerticalSolidList"/>
    <dgm:cxn modelId="{62DEA543-F2A9-44E6-9C79-6409D7D1557E}" srcId="{1BCB4398-AF13-4929-B57B-DD4341851E7B}" destId="{1B2B7617-A914-4612-B8EF-5381C916D1D0}" srcOrd="0" destOrd="0" parTransId="{9020D0E2-2136-412F-A60F-97F87E252EFD}" sibTransId="{01B4136D-B266-4DBC-8411-01D56A16A4F2}"/>
    <dgm:cxn modelId="{88525547-49D1-452B-AF6E-DF76B9957965}" srcId="{DE37BD8E-B18B-4872-A2EA-D59F45C820C5}" destId="{35949E41-32C1-49D3-9521-AA61C3AA87B1}" srcOrd="1" destOrd="0" parTransId="{83FD8527-BB15-49DF-9F55-AF4E99E3CC92}" sibTransId="{15E7B057-7A22-49DE-80E5-FCCC8CD732E6}"/>
    <dgm:cxn modelId="{6B08394D-ED51-4C35-A3F2-38499131B688}" srcId="{1BCB4398-AF13-4929-B57B-DD4341851E7B}" destId="{B184D1DB-F08A-4E2F-8135-6CDCEE3ACC06}" srcOrd="1" destOrd="0" parTransId="{31573350-8FF4-4D58-9F94-825F16AEBC0E}" sibTransId="{0CBA3B35-62BD-4B11-815A-AF3C7330D4AC}"/>
    <dgm:cxn modelId="{733FA96F-729B-44E8-8850-029DD8875F6B}" type="presOf" srcId="{1B2B7617-A914-4612-B8EF-5381C916D1D0}" destId="{7252FB12-2405-4414-8793-66B20F399413}" srcOrd="0" destOrd="0" presId="urn:microsoft.com/office/officeart/2018/2/layout/IconVerticalSolidList"/>
    <dgm:cxn modelId="{D0C16D56-BBF9-43D3-B200-3FD58C9DF461}" srcId="{1BCB4398-AF13-4929-B57B-DD4341851E7B}" destId="{8241281A-C967-43D4-B329-F6E88339D29D}" srcOrd="3" destOrd="0" parTransId="{DFD399ED-DBE8-4E26-88BF-D87D7AB7117F}" sibTransId="{57D0BC43-F37E-4697-9E3F-85A57D33DBCA}"/>
    <dgm:cxn modelId="{3E0AC357-26A5-4B2D-9021-F6CD309E0E78}" srcId="{DE37BD8E-B18B-4872-A2EA-D59F45C820C5}" destId="{1BCB4398-AF13-4929-B57B-DD4341851E7B}" srcOrd="0" destOrd="0" parTransId="{493CCB1B-0725-4AEB-8969-2E4CB36CE3A3}" sibTransId="{2EBFFE1F-BC7F-4F8E-AD46-4A40278E80B0}"/>
    <dgm:cxn modelId="{45500D85-FB72-4009-8788-C8A2538BD322}" type="presOf" srcId="{DE37BD8E-B18B-4872-A2EA-D59F45C820C5}" destId="{DEF4481B-269A-46F8-84D5-02E9EBCA9DA8}" srcOrd="0" destOrd="0" presId="urn:microsoft.com/office/officeart/2018/2/layout/IconVerticalSolidList"/>
    <dgm:cxn modelId="{C8339FB8-A6CE-47D4-826A-7FB01B35B9B2}" type="presOf" srcId="{35949E41-32C1-49D3-9521-AA61C3AA87B1}" destId="{EAE7D530-D078-4002-8A81-AD0D5B164761}" srcOrd="0" destOrd="0" presId="urn:microsoft.com/office/officeart/2018/2/layout/IconVerticalSolidList"/>
    <dgm:cxn modelId="{0CD532BF-514A-4EEF-AA3D-F928AF17F298}" srcId="{1BCB4398-AF13-4929-B57B-DD4341851E7B}" destId="{10EA4D6F-7037-48DB-AF7A-105AED3E3470}" srcOrd="2" destOrd="0" parTransId="{EE7040FD-F8FB-420A-8DF4-A2FD609B736F}" sibTransId="{3FC39C5F-610F-4AED-AE28-B74B00209C90}"/>
    <dgm:cxn modelId="{47BBAFD2-B759-4E52-BC0B-9DF571C006AB}" type="presOf" srcId="{8241281A-C967-43D4-B329-F6E88339D29D}" destId="{7252FB12-2405-4414-8793-66B20F399413}" srcOrd="0" destOrd="3" presId="urn:microsoft.com/office/officeart/2018/2/layout/IconVerticalSolidList"/>
    <dgm:cxn modelId="{DFF796DA-8816-466A-81C2-7C5DDC91F788}" type="presOf" srcId="{B184D1DB-F08A-4E2F-8135-6CDCEE3ACC06}" destId="{7252FB12-2405-4414-8793-66B20F399413}" srcOrd="0" destOrd="1" presId="urn:microsoft.com/office/officeart/2018/2/layout/IconVerticalSolidList"/>
    <dgm:cxn modelId="{CA6498E9-DB29-4A66-A448-B7FFE368B82B}" type="presParOf" srcId="{DEF4481B-269A-46F8-84D5-02E9EBCA9DA8}" destId="{0FAEFCD7-2596-493A-84F2-270B945C628E}" srcOrd="0" destOrd="0" presId="urn:microsoft.com/office/officeart/2018/2/layout/IconVerticalSolidList"/>
    <dgm:cxn modelId="{94B0B2B1-895A-440D-A817-CFC58B784DAA}" type="presParOf" srcId="{0FAEFCD7-2596-493A-84F2-270B945C628E}" destId="{7A44573B-6122-4E15-9182-887994F380A5}" srcOrd="0" destOrd="0" presId="urn:microsoft.com/office/officeart/2018/2/layout/IconVerticalSolidList"/>
    <dgm:cxn modelId="{E6DC82A6-603E-4470-AEB2-F6C355FC1C6C}" type="presParOf" srcId="{0FAEFCD7-2596-493A-84F2-270B945C628E}" destId="{CB9365E2-47BE-44E5-B0CE-1A4C58334A9B}" srcOrd="1" destOrd="0" presId="urn:microsoft.com/office/officeart/2018/2/layout/IconVerticalSolidList"/>
    <dgm:cxn modelId="{96C9485E-8F42-49DD-96A3-6E5E34284D2E}" type="presParOf" srcId="{0FAEFCD7-2596-493A-84F2-270B945C628E}" destId="{13816198-D6E0-4BC0-8AA4-2B36354BC7FE}" srcOrd="2" destOrd="0" presId="urn:microsoft.com/office/officeart/2018/2/layout/IconVerticalSolidList"/>
    <dgm:cxn modelId="{097F72ED-FDE7-430A-94EC-EEEA404B237F}" type="presParOf" srcId="{0FAEFCD7-2596-493A-84F2-270B945C628E}" destId="{F661E320-B813-44F3-BDF0-BD2EBDCF3F71}" srcOrd="3" destOrd="0" presId="urn:microsoft.com/office/officeart/2018/2/layout/IconVerticalSolidList"/>
    <dgm:cxn modelId="{685C0774-8AC3-4D63-9C6B-1ADDFDB725A6}" type="presParOf" srcId="{0FAEFCD7-2596-493A-84F2-270B945C628E}" destId="{7252FB12-2405-4414-8793-66B20F399413}" srcOrd="4" destOrd="0" presId="urn:microsoft.com/office/officeart/2018/2/layout/IconVerticalSolidList"/>
    <dgm:cxn modelId="{6FB186B1-7002-4BA3-A4C6-878D135E9BE7}" type="presParOf" srcId="{DEF4481B-269A-46F8-84D5-02E9EBCA9DA8}" destId="{6EBA97E0-8178-48CF-8FAC-451DCECFD694}" srcOrd="1" destOrd="0" presId="urn:microsoft.com/office/officeart/2018/2/layout/IconVerticalSolidList"/>
    <dgm:cxn modelId="{C4435D3F-AF02-41DC-8884-C8A0B8A48574}" type="presParOf" srcId="{DEF4481B-269A-46F8-84D5-02E9EBCA9DA8}" destId="{CBF2D13F-3069-4C32-8318-D979D451787D}" srcOrd="2" destOrd="0" presId="urn:microsoft.com/office/officeart/2018/2/layout/IconVerticalSolidList"/>
    <dgm:cxn modelId="{3F9287DC-0A72-4622-833B-6CFE760B1231}" type="presParOf" srcId="{CBF2D13F-3069-4C32-8318-D979D451787D}" destId="{A869B38B-BC7A-4637-A6D5-C8552B3079CF}" srcOrd="0" destOrd="0" presId="urn:microsoft.com/office/officeart/2018/2/layout/IconVerticalSolidList"/>
    <dgm:cxn modelId="{52EF0E1A-CC44-45B9-A703-90955CD282EB}" type="presParOf" srcId="{CBF2D13F-3069-4C32-8318-D979D451787D}" destId="{138D6E4D-3591-4F00-B17A-63A74678D833}" srcOrd="1" destOrd="0" presId="urn:microsoft.com/office/officeart/2018/2/layout/IconVerticalSolidList"/>
    <dgm:cxn modelId="{9DEAF4D5-CA94-4F10-B57E-89D6403247B8}" type="presParOf" srcId="{CBF2D13F-3069-4C32-8318-D979D451787D}" destId="{FFB3F6F8-08D1-4F99-AB0C-2663B0B10CB9}" srcOrd="2" destOrd="0" presId="urn:microsoft.com/office/officeart/2018/2/layout/IconVerticalSolidList"/>
    <dgm:cxn modelId="{F9656F12-A752-4E89-A619-28F06DCE3A52}" type="presParOf" srcId="{CBF2D13F-3069-4C32-8318-D979D451787D}" destId="{EAE7D530-D078-4002-8A81-AD0D5B164761}" srcOrd="3" destOrd="0" presId="urn:microsoft.com/office/officeart/2018/2/layout/IconVerticalSolidList"/>
    <dgm:cxn modelId="{C1B16CCC-1831-4132-B11A-C18971DFC286}" type="presParOf" srcId="{DEF4481B-269A-46F8-84D5-02E9EBCA9DA8}" destId="{5524E30B-8ACF-4727-B304-E7E227B2CB20}" srcOrd="3" destOrd="0" presId="urn:microsoft.com/office/officeart/2018/2/layout/IconVerticalSolidList"/>
    <dgm:cxn modelId="{B6FDDD0D-D38A-4792-8D3B-4CAD019D09FD}" type="presParOf" srcId="{DEF4481B-269A-46F8-84D5-02E9EBCA9DA8}" destId="{8761AB8D-8361-441C-A9BB-02C13B49E3E7}" srcOrd="4" destOrd="0" presId="urn:microsoft.com/office/officeart/2018/2/layout/IconVerticalSolidList"/>
    <dgm:cxn modelId="{3DB14FF4-8F63-40D3-A292-0751B478E95C}" type="presParOf" srcId="{8761AB8D-8361-441C-A9BB-02C13B49E3E7}" destId="{9C425CBF-21D6-40E3-8E9C-279C47987CA2}" srcOrd="0" destOrd="0" presId="urn:microsoft.com/office/officeart/2018/2/layout/IconVerticalSolidList"/>
    <dgm:cxn modelId="{6DFF75AF-709F-4F10-B33E-9A6AE51331DA}" type="presParOf" srcId="{8761AB8D-8361-441C-A9BB-02C13B49E3E7}" destId="{C882D0F3-C2CF-48DB-9044-5454CC8C6CCB}" srcOrd="1" destOrd="0" presId="urn:microsoft.com/office/officeart/2018/2/layout/IconVerticalSolidList"/>
    <dgm:cxn modelId="{8119B084-EC51-4027-8BBD-350C5A5305FF}" type="presParOf" srcId="{8761AB8D-8361-441C-A9BB-02C13B49E3E7}" destId="{64713586-4BBB-4040-A81D-E2B5DC84A462}" srcOrd="2" destOrd="0" presId="urn:microsoft.com/office/officeart/2018/2/layout/IconVerticalSolidList"/>
    <dgm:cxn modelId="{EDFC3592-4565-4A59-BCCA-BDAA722A103C}" type="presParOf" srcId="{8761AB8D-8361-441C-A9BB-02C13B49E3E7}" destId="{64DFD60B-E552-46EB-96C1-DF995F22CE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899A6-9D8C-4B57-9697-E09F5E70BC1F}">
      <dsp:nvSpPr>
        <dsp:cNvPr id="0" name=""/>
        <dsp:cNvSpPr/>
      </dsp:nvSpPr>
      <dsp:spPr>
        <a:xfrm>
          <a:off x="0" y="2284"/>
          <a:ext cx="6263640" cy="11579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D67EC-AE4F-47A3-8488-1B44948689D9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86CCE-74DF-4EEA-B4C4-A4026F03A72C}">
      <dsp:nvSpPr>
        <dsp:cNvPr id="0" name=""/>
        <dsp:cNvSpPr/>
      </dsp:nvSpPr>
      <dsp:spPr>
        <a:xfrm>
          <a:off x="1337397" y="22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Differentiate between data and information</a:t>
          </a:r>
          <a:endParaRPr lang="en-US" sz="1600" kern="1200"/>
        </a:p>
      </dsp:txBody>
      <dsp:txXfrm>
        <a:off x="1337397" y="2284"/>
        <a:ext cx="4926242" cy="1157919"/>
      </dsp:txXfrm>
    </dsp:sp>
    <dsp:sp modelId="{93E6C0C5-E761-4B0E-B6FF-47E16F7A930A}">
      <dsp:nvSpPr>
        <dsp:cNvPr id="0" name=""/>
        <dsp:cNvSpPr/>
      </dsp:nvSpPr>
      <dsp:spPr>
        <a:xfrm>
          <a:off x="0" y="1449684"/>
          <a:ext cx="6263640" cy="11579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36D72-39AC-49E2-8782-788C9239323D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D6ACF-683D-4F92-B4E8-DF087C4A44CC}">
      <dsp:nvSpPr>
        <dsp:cNvPr id="0" name=""/>
        <dsp:cNvSpPr/>
      </dsp:nvSpPr>
      <dsp:spPr>
        <a:xfrm>
          <a:off x="1337397" y="14496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Describe the purpose of analysing data</a:t>
          </a:r>
          <a:endParaRPr lang="en-US" sz="1600" kern="1200"/>
        </a:p>
      </dsp:txBody>
      <dsp:txXfrm>
        <a:off x="1337397" y="1449684"/>
        <a:ext cx="4926242" cy="1157919"/>
      </dsp:txXfrm>
    </dsp:sp>
    <dsp:sp modelId="{E901D382-DD81-4F3A-9337-FAD73A90A6FC}">
      <dsp:nvSpPr>
        <dsp:cNvPr id="0" name=""/>
        <dsp:cNvSpPr/>
      </dsp:nvSpPr>
      <dsp:spPr>
        <a:xfrm>
          <a:off x="0" y="2897083"/>
          <a:ext cx="6263640" cy="11579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A0E5E-28A5-40F7-BD63-05DCE371B7FE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E586B-0311-46AA-88A0-CC39FDF2A01D}">
      <dsp:nvSpPr>
        <dsp:cNvPr id="0" name=""/>
        <dsp:cNvSpPr/>
      </dsp:nvSpPr>
      <dsp:spPr>
        <a:xfrm>
          <a:off x="1337397" y="28970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Describe inputs, storage, transmission, processes and outputs in data analysis</a:t>
          </a:r>
          <a:endParaRPr lang="en-US" sz="1600" kern="1200"/>
        </a:p>
      </dsp:txBody>
      <dsp:txXfrm>
        <a:off x="1337397" y="2897083"/>
        <a:ext cx="4926242" cy="1157919"/>
      </dsp:txXfrm>
    </dsp:sp>
    <dsp:sp modelId="{61B8B1F0-E16C-4062-AB24-A0076A8C73A5}">
      <dsp:nvSpPr>
        <dsp:cNvPr id="0" name=""/>
        <dsp:cNvSpPr/>
      </dsp:nvSpPr>
      <dsp:spPr>
        <a:xfrm>
          <a:off x="0" y="4344483"/>
          <a:ext cx="6263640" cy="11579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6C5471-92DC-4440-87AE-E61C7187181D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BF833-8391-485F-B7BD-A94C6CCA58FE}">
      <dsp:nvSpPr>
        <dsp:cNvPr id="0" name=""/>
        <dsp:cNvSpPr/>
      </dsp:nvSpPr>
      <dsp:spPr>
        <a:xfrm>
          <a:off x="1337397" y="43444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Represent and store data to facilitate computation, including selecting appropriate data types, understanding data type limitations and structuring data systematically</a:t>
          </a:r>
          <a:endParaRPr lang="en-US" sz="1600" kern="1200"/>
        </a:p>
      </dsp:txBody>
      <dsp:txXfrm>
        <a:off x="1337397" y="4344483"/>
        <a:ext cx="4926242" cy="1157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E5716F-093C-4128-B383-3E8F27B6DC75}">
      <dsp:nvSpPr>
        <dsp:cNvPr id="0" name=""/>
        <dsp:cNvSpPr/>
      </dsp:nvSpPr>
      <dsp:spPr>
        <a:xfrm>
          <a:off x="0" y="2299"/>
          <a:ext cx="6807333" cy="116561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1167DE-E199-4913-BA5D-97219DD148C2}">
      <dsp:nvSpPr>
        <dsp:cNvPr id="0" name=""/>
        <dsp:cNvSpPr/>
      </dsp:nvSpPr>
      <dsp:spPr>
        <a:xfrm>
          <a:off x="352598" y="264562"/>
          <a:ext cx="641087" cy="641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E2F51-F4F8-49FC-B2F8-5EA54E0DEB6B}">
      <dsp:nvSpPr>
        <dsp:cNvPr id="0" name=""/>
        <dsp:cNvSpPr/>
      </dsp:nvSpPr>
      <dsp:spPr>
        <a:xfrm>
          <a:off x="1346283" y="2299"/>
          <a:ext cx="5461049" cy="116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61" tIns="123361" rIns="123361" bIns="12336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/>
            <a:t>I can explain the difference between data and information</a:t>
          </a:r>
          <a:r>
            <a:rPr lang="en-AU" sz="1900" kern="1200"/>
            <a:t>, using examples.</a:t>
          </a:r>
          <a:endParaRPr lang="en-US" sz="1900" kern="1200"/>
        </a:p>
      </dsp:txBody>
      <dsp:txXfrm>
        <a:off x="1346283" y="2299"/>
        <a:ext cx="5461049" cy="1165613"/>
      </dsp:txXfrm>
    </dsp:sp>
    <dsp:sp modelId="{ECF00234-1F34-4335-A7C8-E200DE662C83}">
      <dsp:nvSpPr>
        <dsp:cNvPr id="0" name=""/>
        <dsp:cNvSpPr/>
      </dsp:nvSpPr>
      <dsp:spPr>
        <a:xfrm>
          <a:off x="0" y="1459316"/>
          <a:ext cx="6807333" cy="116561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5C065-B137-44DC-8971-E8447A33656F}">
      <dsp:nvSpPr>
        <dsp:cNvPr id="0" name=""/>
        <dsp:cNvSpPr/>
      </dsp:nvSpPr>
      <dsp:spPr>
        <a:xfrm>
          <a:off x="352598" y="1721579"/>
          <a:ext cx="641087" cy="641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6AFF9-9FDD-47CC-BBE2-03B4A9AFE562}">
      <dsp:nvSpPr>
        <dsp:cNvPr id="0" name=""/>
        <dsp:cNvSpPr/>
      </dsp:nvSpPr>
      <dsp:spPr>
        <a:xfrm>
          <a:off x="1346283" y="1459316"/>
          <a:ext cx="5461049" cy="116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61" tIns="123361" rIns="123361" bIns="12336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/>
            <a:t>I can describe the purpose of analysing data.</a:t>
          </a:r>
          <a:endParaRPr lang="en-US" sz="1900" kern="1200" dirty="0"/>
        </a:p>
      </dsp:txBody>
      <dsp:txXfrm>
        <a:off x="1346283" y="1459316"/>
        <a:ext cx="5461049" cy="1165613"/>
      </dsp:txXfrm>
    </dsp:sp>
    <dsp:sp modelId="{BD440576-3A15-4D45-A5AD-BEE01A64FDA8}">
      <dsp:nvSpPr>
        <dsp:cNvPr id="0" name=""/>
        <dsp:cNvSpPr/>
      </dsp:nvSpPr>
      <dsp:spPr>
        <a:xfrm>
          <a:off x="0" y="2916333"/>
          <a:ext cx="6807333" cy="116561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03DB2-53DE-483A-99CE-C8F2A3C11B44}">
      <dsp:nvSpPr>
        <dsp:cNvPr id="0" name=""/>
        <dsp:cNvSpPr/>
      </dsp:nvSpPr>
      <dsp:spPr>
        <a:xfrm>
          <a:off x="352598" y="3178596"/>
          <a:ext cx="641087" cy="641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E3184-488F-4FB1-83BF-08E33061663C}">
      <dsp:nvSpPr>
        <dsp:cNvPr id="0" name=""/>
        <dsp:cNvSpPr/>
      </dsp:nvSpPr>
      <dsp:spPr>
        <a:xfrm>
          <a:off x="1346283" y="2916333"/>
          <a:ext cx="5461049" cy="116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61" tIns="123361" rIns="123361" bIns="12336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/>
            <a:t>I can memorise and </a:t>
          </a:r>
          <a:r>
            <a:rPr lang="en-GB" sz="1900" kern="1200" dirty="0"/>
            <a:t>describe inputs, storage, transmission, processes and outputs in data analysis</a:t>
          </a:r>
          <a:endParaRPr lang="en-US" sz="1900" kern="1200" dirty="0"/>
        </a:p>
      </dsp:txBody>
      <dsp:txXfrm>
        <a:off x="1346283" y="2916333"/>
        <a:ext cx="5461049" cy="1165613"/>
      </dsp:txXfrm>
    </dsp:sp>
    <dsp:sp modelId="{187F2EA8-25F6-4B8D-BD75-2FC5256BE815}">
      <dsp:nvSpPr>
        <dsp:cNvPr id="0" name=""/>
        <dsp:cNvSpPr/>
      </dsp:nvSpPr>
      <dsp:spPr>
        <a:xfrm>
          <a:off x="0" y="4373350"/>
          <a:ext cx="6807333" cy="116561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509C7-CD71-4903-AB43-8B6D1F4649D1}">
      <dsp:nvSpPr>
        <dsp:cNvPr id="0" name=""/>
        <dsp:cNvSpPr/>
      </dsp:nvSpPr>
      <dsp:spPr>
        <a:xfrm>
          <a:off x="352598" y="4635613"/>
          <a:ext cx="641087" cy="6410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7FC0C-8A97-4A03-816F-D43F4DD591C2}">
      <dsp:nvSpPr>
        <dsp:cNvPr id="0" name=""/>
        <dsp:cNvSpPr/>
      </dsp:nvSpPr>
      <dsp:spPr>
        <a:xfrm>
          <a:off x="1346283" y="4373350"/>
          <a:ext cx="5461049" cy="116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61" tIns="123361" rIns="123361" bIns="12336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can describe a variety of different data types commonly used in information systems.</a:t>
          </a:r>
        </a:p>
      </dsp:txBody>
      <dsp:txXfrm>
        <a:off x="1346283" y="4373350"/>
        <a:ext cx="5461049" cy="11656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5BA69-BBB0-4B1F-B2E9-195B41E60C93}">
      <dsp:nvSpPr>
        <dsp:cNvPr id="0" name=""/>
        <dsp:cNvSpPr/>
      </dsp:nvSpPr>
      <dsp:spPr>
        <a:xfrm>
          <a:off x="0" y="671"/>
          <a:ext cx="62636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80BBE-2449-4380-9056-DC9259A7CA33}">
      <dsp:nvSpPr>
        <dsp:cNvPr id="0" name=""/>
        <dsp:cNvSpPr/>
      </dsp:nvSpPr>
      <dsp:spPr>
        <a:xfrm>
          <a:off x="0" y="671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Data and information are everywhere in daily life</a:t>
          </a:r>
          <a:endParaRPr lang="en-US" sz="3000" kern="1200"/>
        </a:p>
      </dsp:txBody>
      <dsp:txXfrm>
        <a:off x="0" y="671"/>
        <a:ext cx="6263640" cy="1100668"/>
      </dsp:txXfrm>
    </dsp:sp>
    <dsp:sp modelId="{483BE518-5E0C-4332-99BB-84CFA066C940}">
      <dsp:nvSpPr>
        <dsp:cNvPr id="0" name=""/>
        <dsp:cNvSpPr/>
      </dsp:nvSpPr>
      <dsp:spPr>
        <a:xfrm>
          <a:off x="0" y="1101340"/>
          <a:ext cx="6263640" cy="0"/>
        </a:xfrm>
        <a:prstGeom prst="line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D987B-8F99-427C-B93E-9378AD4E23B3}">
      <dsp:nvSpPr>
        <dsp:cNvPr id="0" name=""/>
        <dsp:cNvSpPr/>
      </dsp:nvSpPr>
      <dsp:spPr>
        <a:xfrm>
          <a:off x="0" y="1101340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Humans collect, process, store and use information constantly</a:t>
          </a:r>
          <a:endParaRPr lang="en-US" sz="3000" kern="1200"/>
        </a:p>
      </dsp:txBody>
      <dsp:txXfrm>
        <a:off x="0" y="1101340"/>
        <a:ext cx="6263640" cy="1100668"/>
      </dsp:txXfrm>
    </dsp:sp>
    <dsp:sp modelId="{FE6BDB00-95B9-45CD-BAA0-BCE87648D9AD}">
      <dsp:nvSpPr>
        <dsp:cNvPr id="0" name=""/>
        <dsp:cNvSpPr/>
      </dsp:nvSpPr>
      <dsp:spPr>
        <a:xfrm>
          <a:off x="0" y="2202009"/>
          <a:ext cx="6263640" cy="0"/>
        </a:xfrm>
        <a:prstGeom prst="lin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7E2CD-DF19-43CE-A0AE-23F41C1EF017}">
      <dsp:nvSpPr>
        <dsp:cNvPr id="0" name=""/>
        <dsp:cNvSpPr/>
      </dsp:nvSpPr>
      <dsp:spPr>
        <a:xfrm>
          <a:off x="0" y="2202009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Our brains have limits, so we rely on </a:t>
          </a:r>
          <a:r>
            <a:rPr lang="en-US" sz="3000" b="1" i="0" kern="1200" baseline="0"/>
            <a:t>digital technology</a:t>
          </a:r>
          <a:endParaRPr lang="en-US" sz="3000" kern="1200"/>
        </a:p>
      </dsp:txBody>
      <dsp:txXfrm>
        <a:off x="0" y="2202009"/>
        <a:ext cx="6263640" cy="1100668"/>
      </dsp:txXfrm>
    </dsp:sp>
    <dsp:sp modelId="{0DDA49A3-4F2E-445C-B483-A89850C93C54}">
      <dsp:nvSpPr>
        <dsp:cNvPr id="0" name=""/>
        <dsp:cNvSpPr/>
      </dsp:nvSpPr>
      <dsp:spPr>
        <a:xfrm>
          <a:off x="0" y="3302678"/>
          <a:ext cx="6263640" cy="0"/>
        </a:xfrm>
        <a:prstGeom prst="line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951E8-01C2-4010-A9CF-5A9F898E8FB8}">
      <dsp:nvSpPr>
        <dsp:cNvPr id="0" name=""/>
        <dsp:cNvSpPr/>
      </dsp:nvSpPr>
      <dsp:spPr>
        <a:xfrm>
          <a:off x="0" y="3302678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Computers help collect, process, store and transfer data quickly</a:t>
          </a:r>
          <a:endParaRPr lang="en-US" sz="3000" kern="1200"/>
        </a:p>
      </dsp:txBody>
      <dsp:txXfrm>
        <a:off x="0" y="3302678"/>
        <a:ext cx="6263640" cy="1100668"/>
      </dsp:txXfrm>
    </dsp:sp>
    <dsp:sp modelId="{D6C8CF82-5E07-4015-BD92-5491E3B8ABA8}">
      <dsp:nvSpPr>
        <dsp:cNvPr id="0" name=""/>
        <dsp:cNvSpPr/>
      </dsp:nvSpPr>
      <dsp:spPr>
        <a:xfrm>
          <a:off x="0" y="4403347"/>
          <a:ext cx="6263640" cy="0"/>
        </a:xfrm>
        <a:prstGeom prst="lin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45DD8-11EC-4DA2-82E3-7DED0706A633}">
      <dsp:nvSpPr>
        <dsp:cNvPr id="0" name=""/>
        <dsp:cNvSpPr/>
      </dsp:nvSpPr>
      <dsp:spPr>
        <a:xfrm>
          <a:off x="0" y="4403347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Unlike humans, computers must be told </a:t>
          </a:r>
          <a:r>
            <a:rPr lang="en-US" sz="3000" b="1" i="0" kern="1200" baseline="0"/>
            <a:t>exactly what to do</a:t>
          </a:r>
          <a:endParaRPr lang="en-US" sz="3000" kern="1200"/>
        </a:p>
      </dsp:txBody>
      <dsp:txXfrm>
        <a:off x="0" y="4403347"/>
        <a:ext cx="6263640" cy="11006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4F522-165C-45C7-93D6-17C51CAF9F75}">
      <dsp:nvSpPr>
        <dsp:cNvPr id="0" name=""/>
        <dsp:cNvSpPr/>
      </dsp:nvSpPr>
      <dsp:spPr>
        <a:xfrm>
          <a:off x="0" y="2284"/>
          <a:ext cx="6263640" cy="11579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993F4-1BFB-4833-90E8-236EDBA7C46A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66AAA-26EA-40FF-ADA1-931249EC297D}">
      <dsp:nvSpPr>
        <dsp:cNvPr id="0" name=""/>
        <dsp:cNvSpPr/>
      </dsp:nvSpPr>
      <dsp:spPr>
        <a:xfrm>
          <a:off x="1337397" y="22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Data</a:t>
          </a:r>
          <a:r>
            <a:rPr lang="en-US" sz="1900" b="0" i="0" kern="1200" baseline="0" dirty="0"/>
            <a:t>: </a:t>
          </a:r>
          <a:r>
            <a:rPr lang="en-GB" sz="1900" b="0" i="0" kern="1200" dirty="0"/>
            <a:t>Data is raw, unorganized, and meaningless facts, symbols, or figures</a:t>
          </a:r>
          <a:endParaRPr lang="en-US" sz="1900" kern="1200" dirty="0"/>
        </a:p>
      </dsp:txBody>
      <dsp:txXfrm>
        <a:off x="1337397" y="2284"/>
        <a:ext cx="4926242" cy="1157919"/>
      </dsp:txXfrm>
    </dsp:sp>
    <dsp:sp modelId="{FABF686D-9C1F-48D9-81C1-1CE88F82EDD6}">
      <dsp:nvSpPr>
        <dsp:cNvPr id="0" name=""/>
        <dsp:cNvSpPr/>
      </dsp:nvSpPr>
      <dsp:spPr>
        <a:xfrm>
          <a:off x="0" y="1449684"/>
          <a:ext cx="6263640" cy="11579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18A10-9284-48CB-9EED-919407A00AC6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467D8-400D-4602-9D3E-8345E62ED584}">
      <dsp:nvSpPr>
        <dsp:cNvPr id="0" name=""/>
        <dsp:cNvSpPr/>
      </dsp:nvSpPr>
      <dsp:spPr>
        <a:xfrm>
          <a:off x="1337397" y="14496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Information</a:t>
          </a:r>
          <a:r>
            <a:rPr lang="en-US" sz="1900" b="0" i="0" kern="1200" baseline="0" dirty="0"/>
            <a:t>: </a:t>
          </a:r>
          <a:r>
            <a:rPr lang="en-GB" sz="1900" b="0" i="0" kern="1200" dirty="0"/>
            <a:t>Information is processed, structured, and contextualized data that has meaning and is useful for decision-making</a:t>
          </a:r>
          <a:endParaRPr lang="en-US" sz="1900" kern="1200" dirty="0"/>
        </a:p>
      </dsp:txBody>
      <dsp:txXfrm>
        <a:off x="1337397" y="1449684"/>
        <a:ext cx="4926242" cy="1157919"/>
      </dsp:txXfrm>
    </dsp:sp>
    <dsp:sp modelId="{65B9642E-20D0-4885-ADA6-C251BE3461DC}">
      <dsp:nvSpPr>
        <dsp:cNvPr id="0" name=""/>
        <dsp:cNvSpPr/>
      </dsp:nvSpPr>
      <dsp:spPr>
        <a:xfrm>
          <a:off x="0" y="2897083"/>
          <a:ext cx="6263640" cy="11579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4859D8-EED8-4CC5-BB00-8F0C0B0947BA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365F21-4913-44E3-80D6-CB306628D628}">
      <dsp:nvSpPr>
        <dsp:cNvPr id="0" name=""/>
        <dsp:cNvSpPr/>
      </dsp:nvSpPr>
      <dsp:spPr>
        <a:xfrm>
          <a:off x="1337397" y="2897083"/>
          <a:ext cx="2818638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Examples:</a:t>
          </a:r>
          <a:endParaRPr lang="en-US" sz="1900" kern="1200"/>
        </a:p>
      </dsp:txBody>
      <dsp:txXfrm>
        <a:off x="1337397" y="2897083"/>
        <a:ext cx="2818638" cy="1157919"/>
      </dsp:txXfrm>
    </dsp:sp>
    <dsp:sp modelId="{D781510D-EAC6-4EE4-90D0-819E3354D1B4}">
      <dsp:nvSpPr>
        <dsp:cNvPr id="0" name=""/>
        <dsp:cNvSpPr/>
      </dsp:nvSpPr>
      <dsp:spPr>
        <a:xfrm>
          <a:off x="4156035" y="2897083"/>
          <a:ext cx="2107604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A list of numbers = data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Being told they are phone numbers = information</a:t>
          </a:r>
          <a:endParaRPr lang="en-US" sz="1300" kern="1200"/>
        </a:p>
      </dsp:txBody>
      <dsp:txXfrm>
        <a:off x="4156035" y="2897083"/>
        <a:ext cx="2107604" cy="1157919"/>
      </dsp:txXfrm>
    </dsp:sp>
    <dsp:sp modelId="{E07453F6-2676-4205-A32E-230B874E214F}">
      <dsp:nvSpPr>
        <dsp:cNvPr id="0" name=""/>
        <dsp:cNvSpPr/>
      </dsp:nvSpPr>
      <dsp:spPr>
        <a:xfrm>
          <a:off x="0" y="4344483"/>
          <a:ext cx="6263640" cy="11579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5A960-56F1-4195-90F4-CB7BD5B81096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D4E66-435F-4515-AA72-92A92BB0A7CC}">
      <dsp:nvSpPr>
        <dsp:cNvPr id="0" name=""/>
        <dsp:cNvSpPr/>
      </dsp:nvSpPr>
      <dsp:spPr>
        <a:xfrm>
          <a:off x="1337397" y="43444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becomes information when </a:t>
          </a:r>
          <a:r>
            <a:rPr lang="en-US" sz="1900" b="1" i="0" kern="1200" baseline="0"/>
            <a:t>people interpret it</a:t>
          </a:r>
          <a:endParaRPr lang="en-US" sz="1900" kern="1200"/>
        </a:p>
      </dsp:txBody>
      <dsp:txXfrm>
        <a:off x="1337397" y="4344483"/>
        <a:ext cx="4926242" cy="11579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65719C-987A-42F0-B02D-1101F16DD2BF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33B9B-4D9C-4481-9A6E-67CE1C800AC8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F2485-7A3D-45B7-B9AA-AA1D3F5F89BB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Computers require data in </a:t>
          </a:r>
          <a:r>
            <a:rPr lang="en-US" sz="1900" b="1" i="0" kern="1200" baseline="0"/>
            <a:t>digital form</a:t>
          </a:r>
          <a:endParaRPr lang="en-US" sz="1900" kern="1200"/>
        </a:p>
      </dsp:txBody>
      <dsp:txXfrm>
        <a:off x="836323" y="3399"/>
        <a:ext cx="9679276" cy="724089"/>
      </dsp:txXfrm>
    </dsp:sp>
    <dsp:sp modelId="{9620DEC4-F57B-49A4-B72D-FA5C0BC8E397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E6542-0FBA-4C68-A9D2-E24B5A8595C6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BE96A-9389-4EFA-9F06-9A1B1F3B4FF6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Information becomes data when entered into a computer</a:t>
          </a:r>
          <a:endParaRPr lang="en-US" sz="1900" kern="1200"/>
        </a:p>
      </dsp:txBody>
      <dsp:txXfrm>
        <a:off x="836323" y="908511"/>
        <a:ext cx="9679276" cy="724089"/>
      </dsp:txXfrm>
    </dsp:sp>
    <dsp:sp modelId="{8F4ED779-5175-454A-9C20-4D635A3BF58E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70CA5-65A0-4C18-BB23-13B936119D1A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29B406-35D4-4479-A9FD-35A28203766F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becomes information again when displayed and understood</a:t>
          </a:r>
          <a:endParaRPr lang="en-US" sz="1900" kern="1200"/>
        </a:p>
      </dsp:txBody>
      <dsp:txXfrm>
        <a:off x="836323" y="1813624"/>
        <a:ext cx="9679276" cy="724089"/>
      </dsp:txXfrm>
    </dsp:sp>
    <dsp:sp modelId="{71E00F3F-0B65-4B37-AB1A-01D5A2CDD3BE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E1832-C47C-4415-BBAC-5F1D5F6C3192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2C1BC-0F27-4FF9-85EA-AE75B11000F7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Computers only see patterns of </a:t>
          </a:r>
          <a:r>
            <a:rPr lang="en-US" sz="1900" b="1" i="0" kern="1200" baseline="0"/>
            <a:t>binary data (0s and 1s)</a:t>
          </a:r>
          <a:endParaRPr lang="en-US" sz="1900" kern="1200"/>
        </a:p>
      </dsp:txBody>
      <dsp:txXfrm>
        <a:off x="836323" y="2718736"/>
        <a:ext cx="9679276" cy="724089"/>
      </dsp:txXfrm>
    </dsp:sp>
    <dsp:sp modelId="{2FF6A4BE-95EE-4BA5-9D9B-60AF9967AD69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9ED7B-F904-4471-98EF-D4895FC9E5EB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A1AD5-8A64-4B6E-8DEB-DD235CD50454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Meaning is added by the </a:t>
          </a:r>
          <a:r>
            <a:rPr lang="en-US" sz="1900" b="1" i="0" kern="1200" baseline="0"/>
            <a:t>user</a:t>
          </a:r>
          <a:r>
            <a:rPr lang="en-US" sz="1900" b="0" i="0" kern="1200" baseline="0"/>
            <a:t>, not the computer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25051-5EAF-4572-B89D-87107AE8F022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89D67-4C91-4824-ABBE-6AE3B9B195C6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3C57A-95E3-4287-9203-083BDB13D53D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All digital data is made of </a:t>
          </a:r>
          <a:r>
            <a:rPr lang="en-US" sz="1900" b="1" i="0" kern="1200" baseline="0"/>
            <a:t>bits</a:t>
          </a:r>
          <a:r>
            <a:rPr lang="en-US" sz="1900" b="0" i="0" kern="1200" baseline="0"/>
            <a:t> (0 or 1)</a:t>
          </a:r>
          <a:endParaRPr lang="en-US" sz="1900" kern="1200"/>
        </a:p>
      </dsp:txBody>
      <dsp:txXfrm>
        <a:off x="836323" y="3399"/>
        <a:ext cx="9679276" cy="724089"/>
      </dsp:txXfrm>
    </dsp:sp>
    <dsp:sp modelId="{1FF7729C-ED8C-4403-9E6D-8BC5A703281C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7E692-D41B-4BFC-8F0E-E1D6F1889136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6636C-379E-4909-B232-7FA06DFB3E53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Binary allows computers to process data quickly and accurately</a:t>
          </a:r>
          <a:endParaRPr lang="en-US" sz="1900" kern="1200"/>
        </a:p>
      </dsp:txBody>
      <dsp:txXfrm>
        <a:off x="836323" y="908511"/>
        <a:ext cx="9679276" cy="724089"/>
      </dsp:txXfrm>
    </dsp:sp>
    <dsp:sp modelId="{827737E4-137E-4C72-BBD6-F74FA9BF5516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D5B01-1469-495C-9FD8-A8B9C8F4E650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D91CF-0B70-45F9-8FF7-C974B357EBE8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Large amounts of data can be stored and processed rapidly</a:t>
          </a:r>
          <a:endParaRPr lang="en-US" sz="1900" kern="1200"/>
        </a:p>
      </dsp:txBody>
      <dsp:txXfrm>
        <a:off x="836323" y="1813624"/>
        <a:ext cx="9679276" cy="724089"/>
      </dsp:txXfrm>
    </dsp:sp>
    <dsp:sp modelId="{8AAEAB13-EF01-419C-A62B-E9601262D88E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2B55D-01B4-4086-A80B-ED2718D5C8E1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8C99B-A407-4746-84A7-AECAE2B2974D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 group of 8 bits is called a </a:t>
          </a:r>
          <a:r>
            <a:rPr lang="en-US" sz="1900" b="1" i="0" kern="1200" baseline="0"/>
            <a:t>byte</a:t>
          </a:r>
          <a:endParaRPr lang="en-US" sz="1900" kern="1200"/>
        </a:p>
      </dsp:txBody>
      <dsp:txXfrm>
        <a:off x="836323" y="2718736"/>
        <a:ext cx="9679276" cy="724089"/>
      </dsp:txXfrm>
    </dsp:sp>
    <dsp:sp modelId="{65A3714A-AE3E-449D-8402-75B4235E7DD4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59E80-42F5-4065-8132-D4CA0866D966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DF974-9870-4C76-B229-A72FD892198C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One byte can represent </a:t>
          </a:r>
          <a:r>
            <a:rPr lang="en-US" sz="1900" b="1" i="0" kern="1200" baseline="0"/>
            <a:t>256 different values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72AF0-EA0C-49CE-84A8-66000FD1B3D0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B0FBD-6DD0-476B-A622-AFDC929AA216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Analog data</a:t>
          </a:r>
          <a:r>
            <a:rPr lang="en-US" sz="3100" b="0" i="0" kern="1200" baseline="0"/>
            <a:t>: changes smoothly (sound volume, speed, light)</a:t>
          </a:r>
          <a:endParaRPr lang="en-US" sz="3100" kern="1200"/>
        </a:p>
      </dsp:txBody>
      <dsp:txXfrm>
        <a:off x="0" y="531"/>
        <a:ext cx="10515600" cy="870055"/>
      </dsp:txXfrm>
    </dsp:sp>
    <dsp:sp modelId="{5C4E710D-285C-4D4F-A3B9-4B290E5BBAFF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0DE13F-636B-48AC-A5A2-489AA74CE498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Digital data</a:t>
          </a:r>
          <a:r>
            <a:rPr lang="en-US" sz="3100" b="0" i="0" kern="1200" baseline="0"/>
            <a:t>: fixed, counted values</a:t>
          </a:r>
          <a:endParaRPr lang="en-US" sz="3100" kern="1200"/>
        </a:p>
      </dsp:txBody>
      <dsp:txXfrm>
        <a:off x="0" y="870586"/>
        <a:ext cx="10515600" cy="870055"/>
      </dsp:txXfrm>
    </dsp:sp>
    <dsp:sp modelId="{395FAFCB-6F42-4C7E-A9BE-E3DAA0D60060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04DDB-5023-4C68-A944-81F4796D9858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Computers work only with </a:t>
          </a:r>
          <a:r>
            <a:rPr lang="en-US" sz="3100" b="1" i="0" kern="1200" baseline="0"/>
            <a:t>digital data</a:t>
          </a:r>
          <a:endParaRPr lang="en-US" sz="3100" kern="1200"/>
        </a:p>
      </dsp:txBody>
      <dsp:txXfrm>
        <a:off x="0" y="1740641"/>
        <a:ext cx="10515600" cy="870055"/>
      </dsp:txXfrm>
    </dsp:sp>
    <dsp:sp modelId="{A22C8708-24E3-478D-9348-26DA391A8808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578F0-6021-482C-9066-4AF0BF771C3D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Analog data must be </a:t>
          </a:r>
          <a:r>
            <a:rPr lang="en-US" sz="3100" b="1" i="0" kern="1200" baseline="0"/>
            <a:t>digitised</a:t>
          </a:r>
          <a:r>
            <a:rPr lang="en-US" sz="3100" b="0" i="0" kern="1200" baseline="0"/>
            <a:t> before processing</a:t>
          </a:r>
          <a:endParaRPr lang="en-US" sz="3100" kern="1200"/>
        </a:p>
      </dsp:txBody>
      <dsp:txXfrm>
        <a:off x="0" y="2610696"/>
        <a:ext cx="10515600" cy="870055"/>
      </dsp:txXfrm>
    </dsp:sp>
    <dsp:sp modelId="{E2F81EBF-34E4-4325-BF60-6B209F719595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2E896-B7F9-434F-8A53-39C4FFA4053E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Example: microphone sound converted by a sound card</a:t>
          </a:r>
          <a:endParaRPr lang="en-US" sz="3100" kern="1200"/>
        </a:p>
      </dsp:txBody>
      <dsp:txXfrm>
        <a:off x="0" y="3480751"/>
        <a:ext cx="10515600" cy="87005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080C0-A1B8-4E77-B462-444FD3361711}">
      <dsp:nvSpPr>
        <dsp:cNvPr id="0" name=""/>
        <dsp:cNvSpPr/>
      </dsp:nvSpPr>
      <dsp:spPr>
        <a:xfrm>
          <a:off x="0" y="6984"/>
          <a:ext cx="5257800" cy="91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02FC6-5A96-4DD6-87E8-059C1320CEC0}">
      <dsp:nvSpPr>
        <dsp:cNvPr id="0" name=""/>
        <dsp:cNvSpPr/>
      </dsp:nvSpPr>
      <dsp:spPr>
        <a:xfrm>
          <a:off x="276823" y="212886"/>
          <a:ext cx="503315" cy="5033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546BF-FF3E-4F9C-8A7C-B29A51534DA5}">
      <dsp:nvSpPr>
        <dsp:cNvPr id="0" name=""/>
        <dsp:cNvSpPr/>
      </dsp:nvSpPr>
      <dsp:spPr>
        <a:xfrm>
          <a:off x="1056963" y="6984"/>
          <a:ext cx="4199803" cy="91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50" tIns="96850" rIns="96850" bIns="968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Computers use </a:t>
          </a:r>
          <a:r>
            <a:rPr lang="en-US" sz="1900" b="1" i="0" kern="1200" baseline="0"/>
            <a:t>binary coding</a:t>
          </a:r>
          <a:r>
            <a:rPr lang="en-US" sz="1900" b="0" i="0" kern="1200" baseline="0"/>
            <a:t> to represent data</a:t>
          </a:r>
          <a:endParaRPr lang="en-US" sz="1900" kern="1200"/>
        </a:p>
      </dsp:txBody>
      <dsp:txXfrm>
        <a:off x="1056963" y="6984"/>
        <a:ext cx="4199803" cy="915119"/>
      </dsp:txXfrm>
    </dsp:sp>
    <dsp:sp modelId="{1F9BE195-8F97-4EB9-8544-D3CCB20DA2B4}">
      <dsp:nvSpPr>
        <dsp:cNvPr id="0" name=""/>
        <dsp:cNvSpPr/>
      </dsp:nvSpPr>
      <dsp:spPr>
        <a:xfrm>
          <a:off x="0" y="1150884"/>
          <a:ext cx="5257800" cy="91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9F135F-19A6-4BA4-9D22-1CABE4A67E14}">
      <dsp:nvSpPr>
        <dsp:cNvPr id="0" name=""/>
        <dsp:cNvSpPr/>
      </dsp:nvSpPr>
      <dsp:spPr>
        <a:xfrm>
          <a:off x="276823" y="1356786"/>
          <a:ext cx="503315" cy="5033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89D25-CB60-40F6-9C50-7648129B6C9F}">
      <dsp:nvSpPr>
        <dsp:cNvPr id="0" name=""/>
        <dsp:cNvSpPr/>
      </dsp:nvSpPr>
      <dsp:spPr>
        <a:xfrm>
          <a:off x="1056963" y="1150884"/>
          <a:ext cx="4199803" cy="91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50" tIns="96850" rIns="96850" bIns="968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The same binary value can mean different things</a:t>
          </a:r>
          <a:endParaRPr lang="en-US" sz="1900" kern="1200"/>
        </a:p>
      </dsp:txBody>
      <dsp:txXfrm>
        <a:off x="1056963" y="1150884"/>
        <a:ext cx="4199803" cy="915119"/>
      </dsp:txXfrm>
    </dsp:sp>
    <dsp:sp modelId="{A6C55A6B-1A9B-46FC-8F10-44F0E73D2CFF}">
      <dsp:nvSpPr>
        <dsp:cNvPr id="0" name=""/>
        <dsp:cNvSpPr/>
      </dsp:nvSpPr>
      <dsp:spPr>
        <a:xfrm>
          <a:off x="0" y="2294784"/>
          <a:ext cx="5257800" cy="91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41D65-D4BE-4EE5-BF00-CCC5E0D144DE}">
      <dsp:nvSpPr>
        <dsp:cNvPr id="0" name=""/>
        <dsp:cNvSpPr/>
      </dsp:nvSpPr>
      <dsp:spPr>
        <a:xfrm>
          <a:off x="276823" y="2500686"/>
          <a:ext cx="503315" cy="5033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F4A88-D736-4FDF-95EA-824E3D312E52}">
      <dsp:nvSpPr>
        <dsp:cNvPr id="0" name=""/>
        <dsp:cNvSpPr/>
      </dsp:nvSpPr>
      <dsp:spPr>
        <a:xfrm>
          <a:off x="1056963" y="2294784"/>
          <a:ext cx="4199803" cy="91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50" tIns="96850" rIns="96850" bIns="968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Meaning depends on how the data is used</a:t>
          </a:r>
          <a:endParaRPr lang="en-US" sz="1900" kern="1200"/>
        </a:p>
      </dsp:txBody>
      <dsp:txXfrm>
        <a:off x="1056963" y="2294784"/>
        <a:ext cx="4199803" cy="915119"/>
      </dsp:txXfrm>
    </dsp:sp>
    <dsp:sp modelId="{A0C291BB-AB6D-49D0-B984-B255D4A7E727}">
      <dsp:nvSpPr>
        <dsp:cNvPr id="0" name=""/>
        <dsp:cNvSpPr/>
      </dsp:nvSpPr>
      <dsp:spPr>
        <a:xfrm>
          <a:off x="0" y="3438683"/>
          <a:ext cx="5257800" cy="91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7EC00C-CE92-4381-B6EA-85CA07292294}">
      <dsp:nvSpPr>
        <dsp:cNvPr id="0" name=""/>
        <dsp:cNvSpPr/>
      </dsp:nvSpPr>
      <dsp:spPr>
        <a:xfrm>
          <a:off x="276823" y="3644585"/>
          <a:ext cx="503315" cy="5033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B2C48-4A13-43FC-9DD8-2E32C1C974E2}">
      <dsp:nvSpPr>
        <dsp:cNvPr id="0" name=""/>
        <dsp:cNvSpPr/>
      </dsp:nvSpPr>
      <dsp:spPr>
        <a:xfrm>
          <a:off x="1056963" y="3438683"/>
          <a:ext cx="2366010" cy="91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50" tIns="96850" rIns="96850" bIns="968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Binary data can represent:</a:t>
          </a:r>
          <a:endParaRPr lang="en-US" sz="1900" kern="1200"/>
        </a:p>
      </dsp:txBody>
      <dsp:txXfrm>
        <a:off x="1056963" y="3438683"/>
        <a:ext cx="2366010" cy="915119"/>
      </dsp:txXfrm>
    </dsp:sp>
    <dsp:sp modelId="{8B894797-3D92-4A95-B9DF-60BEB44046C2}">
      <dsp:nvSpPr>
        <dsp:cNvPr id="0" name=""/>
        <dsp:cNvSpPr/>
      </dsp:nvSpPr>
      <dsp:spPr>
        <a:xfrm>
          <a:off x="3422973" y="3438683"/>
          <a:ext cx="1833793" cy="91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50" tIns="96850" rIns="96850" bIns="9685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Text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Colours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Sounds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Instructions</a:t>
          </a:r>
          <a:endParaRPr lang="en-US" sz="1100" kern="1200"/>
        </a:p>
      </dsp:txBody>
      <dsp:txXfrm>
        <a:off x="3422973" y="3438683"/>
        <a:ext cx="1833793" cy="915119"/>
      </dsp:txXfrm>
    </dsp:sp>
    <dsp:sp modelId="{D2685379-2B96-4350-92A3-9AD5B8E83CE1}">
      <dsp:nvSpPr>
        <dsp:cNvPr id="0" name=""/>
        <dsp:cNvSpPr/>
      </dsp:nvSpPr>
      <dsp:spPr>
        <a:xfrm>
          <a:off x="0" y="4582583"/>
          <a:ext cx="5257800" cy="91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C523E-AB27-4B65-8891-3787F789D5EF}">
      <dsp:nvSpPr>
        <dsp:cNvPr id="0" name=""/>
        <dsp:cNvSpPr/>
      </dsp:nvSpPr>
      <dsp:spPr>
        <a:xfrm>
          <a:off x="276823" y="4788485"/>
          <a:ext cx="503315" cy="5033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0DD7B-C0D2-4B69-83DC-0A22218E63F5}">
      <dsp:nvSpPr>
        <dsp:cNvPr id="0" name=""/>
        <dsp:cNvSpPr/>
      </dsp:nvSpPr>
      <dsp:spPr>
        <a:xfrm>
          <a:off x="1056963" y="4582583"/>
          <a:ext cx="4199803" cy="91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50" tIns="96850" rIns="96850" bIns="968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Context determines interpretation</a:t>
          </a:r>
          <a:endParaRPr lang="en-US" sz="1900" kern="1200"/>
        </a:p>
      </dsp:txBody>
      <dsp:txXfrm>
        <a:off x="1056963" y="4582583"/>
        <a:ext cx="4199803" cy="9151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4A7A5C-44ED-438D-ABCC-43AA25ED762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F3B6F-5912-4B72-8ADE-60567C12AFE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96A5-C199-4DFE-9F27-6D7EB2ED11D2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Text</a:t>
          </a:r>
          <a:r>
            <a:rPr lang="en-US" sz="2200" b="0" i="0" kern="1200" baseline="0"/>
            <a:t>: characters, symbols and spaces</a:t>
          </a:r>
          <a:endParaRPr lang="en-US" sz="2200" kern="1200"/>
        </a:p>
      </dsp:txBody>
      <dsp:txXfrm>
        <a:off x="1057183" y="1805"/>
        <a:ext cx="9458416" cy="915310"/>
      </dsp:txXfrm>
    </dsp:sp>
    <dsp:sp modelId="{A558F8D0-E5E3-458B-931B-CED23BD7CC53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65C1F-A9E9-414C-BCFE-7B44C6A8385C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96528-9F5A-47F6-BD1B-E4FEB50F6282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Stored and processed digitally</a:t>
          </a:r>
          <a:endParaRPr lang="en-US" sz="2200" kern="1200"/>
        </a:p>
      </dsp:txBody>
      <dsp:txXfrm>
        <a:off x="1057183" y="1145944"/>
        <a:ext cx="9458416" cy="915310"/>
      </dsp:txXfrm>
    </dsp:sp>
    <dsp:sp modelId="{E8EDB278-3352-468A-81C1-6DCC01493C77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70A9E4-035D-4D99-9A22-D1446D2F860A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9F779-A832-4E1F-ABA6-C83B54BFB1EB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Hypertext</a:t>
          </a:r>
          <a:r>
            <a:rPr lang="en-US" sz="2200" b="0" i="0" kern="1200" baseline="0"/>
            <a:t>: text that links to other documents or locations</a:t>
          </a:r>
          <a:endParaRPr lang="en-US" sz="2200" kern="1200"/>
        </a:p>
      </dsp:txBody>
      <dsp:txXfrm>
        <a:off x="1057183" y="2290082"/>
        <a:ext cx="9458416" cy="915310"/>
      </dsp:txXfrm>
    </dsp:sp>
    <dsp:sp modelId="{45E37368-8772-4D93-9CD1-4B883448DAD5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398F34-4D58-4D76-9568-0A9A86E1E532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5AF02-2023-44A9-94E5-EFB3EB15AF17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Used widely on the internet (web pages, documents)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9851A-1B0C-4EA8-8951-426D81FE92EA}">
      <dsp:nvSpPr>
        <dsp:cNvPr id="0" name=""/>
        <dsp:cNvSpPr/>
      </dsp:nvSpPr>
      <dsp:spPr>
        <a:xfrm>
          <a:off x="0" y="21455"/>
          <a:ext cx="6364224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Graphics are images used to communicate information</a:t>
          </a:r>
          <a:endParaRPr lang="en-US" sz="2600" kern="1200"/>
        </a:p>
      </dsp:txBody>
      <dsp:txXfrm>
        <a:off x="50489" y="71944"/>
        <a:ext cx="6263246" cy="933302"/>
      </dsp:txXfrm>
    </dsp:sp>
    <dsp:sp modelId="{3C3D27C4-D1BB-4A9E-8FD0-160807F6FEF7}">
      <dsp:nvSpPr>
        <dsp:cNvPr id="0" name=""/>
        <dsp:cNvSpPr/>
      </dsp:nvSpPr>
      <dsp:spPr>
        <a:xfrm>
          <a:off x="0" y="1130615"/>
          <a:ext cx="6364224" cy="103428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Bitmap</a:t>
          </a:r>
          <a:r>
            <a:rPr lang="en-US" sz="2600" b="0" i="0" kern="1200" baseline="0"/>
            <a:t>: made of pixels</a:t>
          </a:r>
          <a:endParaRPr lang="en-US" sz="2600" kern="1200"/>
        </a:p>
      </dsp:txBody>
      <dsp:txXfrm>
        <a:off x="50489" y="1181104"/>
        <a:ext cx="6263246" cy="933302"/>
      </dsp:txXfrm>
    </dsp:sp>
    <dsp:sp modelId="{A6AB18BB-8F30-47E3-8C41-C52A4678CEF1}">
      <dsp:nvSpPr>
        <dsp:cNvPr id="0" name=""/>
        <dsp:cNvSpPr/>
      </dsp:nvSpPr>
      <dsp:spPr>
        <a:xfrm>
          <a:off x="0" y="2239775"/>
          <a:ext cx="6364224" cy="10342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Vector</a:t>
          </a:r>
          <a:r>
            <a:rPr lang="en-US" sz="2600" b="0" i="0" kern="1200" baseline="0"/>
            <a:t>: made using mathematical shapes</a:t>
          </a:r>
          <a:endParaRPr lang="en-US" sz="2600" kern="1200"/>
        </a:p>
      </dsp:txBody>
      <dsp:txXfrm>
        <a:off x="50489" y="2290264"/>
        <a:ext cx="6263246" cy="933302"/>
      </dsp:txXfrm>
    </dsp:sp>
    <dsp:sp modelId="{4E4F33C2-7431-4CD9-9952-94C1A3D35013}">
      <dsp:nvSpPr>
        <dsp:cNvPr id="0" name=""/>
        <dsp:cNvSpPr/>
      </dsp:nvSpPr>
      <dsp:spPr>
        <a:xfrm>
          <a:off x="0" y="3348936"/>
          <a:ext cx="6364224" cy="103428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Colour depth affects image quality and file size</a:t>
          </a:r>
          <a:endParaRPr lang="en-US" sz="2600" kern="1200"/>
        </a:p>
      </dsp:txBody>
      <dsp:txXfrm>
        <a:off x="50489" y="3399425"/>
        <a:ext cx="6263246" cy="933302"/>
      </dsp:txXfrm>
    </dsp:sp>
    <dsp:sp modelId="{624D731A-A0E8-41D6-B89E-7AF805CBD9EC}">
      <dsp:nvSpPr>
        <dsp:cNvPr id="0" name=""/>
        <dsp:cNvSpPr/>
      </dsp:nvSpPr>
      <dsp:spPr>
        <a:xfrm>
          <a:off x="0" y="4458096"/>
          <a:ext cx="6364224" cy="10342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More colours = larger file size</a:t>
          </a:r>
          <a:endParaRPr lang="en-US" sz="2600" kern="1200"/>
        </a:p>
      </dsp:txBody>
      <dsp:txXfrm>
        <a:off x="50489" y="4508585"/>
        <a:ext cx="6263246" cy="9333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52BF1F-D935-4033-ACDE-15F194C6EEA9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D62F9-6B7D-4D25-B380-8BD6416008D1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6490F-A7C7-44F4-A3FC-983F0B211937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Audio is </a:t>
          </a:r>
          <a:r>
            <a:rPr lang="en-US" sz="1900" b="1" i="0" kern="1200" baseline="0"/>
            <a:t>digitised sound</a:t>
          </a:r>
          <a:endParaRPr lang="en-US" sz="1900" kern="1200"/>
        </a:p>
      </dsp:txBody>
      <dsp:txXfrm>
        <a:off x="1059754" y="4307"/>
        <a:ext cx="5304469" cy="917536"/>
      </dsp:txXfrm>
    </dsp:sp>
    <dsp:sp modelId="{E1F7027A-FA58-4139-9108-0A74014F3FD6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93657-2D1F-4C29-9159-1870A66CF6E4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BA997-7E5E-4728-8959-870A1AF7748F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Represents sound waves using binary values</a:t>
          </a:r>
          <a:endParaRPr lang="en-US" sz="1900" kern="1200"/>
        </a:p>
      </dsp:txBody>
      <dsp:txXfrm>
        <a:off x="1059754" y="1151227"/>
        <a:ext cx="5304469" cy="917536"/>
      </dsp:txXfrm>
    </dsp:sp>
    <dsp:sp modelId="{1DA5C9E8-9E2F-4926-B6CF-F89350C6F7BE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EAAFA-76D4-4D36-8AEC-2016ECEC6374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08F0C-4314-42A7-AC35-A11CEF5536BB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Used for speech, music and sound effects</a:t>
          </a:r>
          <a:endParaRPr lang="en-US" sz="1900" kern="1200"/>
        </a:p>
      </dsp:txBody>
      <dsp:txXfrm>
        <a:off x="1059754" y="2298147"/>
        <a:ext cx="5304469" cy="917536"/>
      </dsp:txXfrm>
    </dsp:sp>
    <dsp:sp modelId="{D8C72D10-05B1-4601-B4E7-54FDFBFB7264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5E5C6-B99C-441E-9C08-6BBF8EE0362C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819A8-E25C-4AC7-B887-188AF16362BE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Audio files can be large</a:t>
          </a:r>
          <a:endParaRPr lang="en-US" sz="1900" kern="1200"/>
        </a:p>
      </dsp:txBody>
      <dsp:txXfrm>
        <a:off x="1059754" y="3445068"/>
        <a:ext cx="5304469" cy="917536"/>
      </dsp:txXfrm>
    </dsp:sp>
    <dsp:sp modelId="{0A1B3A53-37DD-4CA4-A92E-B3B88D79C2DA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7C509-5D31-4FA5-97F7-D0ACA15864AB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87515-2153-4F89-9D29-49A05227F619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Compression reduces file size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09432-3DF8-4B15-8C04-30654BEADD30}">
      <dsp:nvSpPr>
        <dsp:cNvPr id="0" name=""/>
        <dsp:cNvSpPr/>
      </dsp:nvSpPr>
      <dsp:spPr>
        <a:xfrm>
          <a:off x="0" y="21455"/>
          <a:ext cx="6364224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Animation is a sequence of images shown quickly</a:t>
          </a:r>
          <a:endParaRPr lang="en-US" sz="2600" kern="1200"/>
        </a:p>
      </dsp:txBody>
      <dsp:txXfrm>
        <a:off x="50489" y="71944"/>
        <a:ext cx="6263246" cy="933302"/>
      </dsp:txXfrm>
    </dsp:sp>
    <dsp:sp modelId="{EE05BDB1-3EE0-4958-8BCA-8F75CE0A3EDA}">
      <dsp:nvSpPr>
        <dsp:cNvPr id="0" name=""/>
        <dsp:cNvSpPr/>
      </dsp:nvSpPr>
      <dsp:spPr>
        <a:xfrm>
          <a:off x="0" y="1130615"/>
          <a:ext cx="6364224" cy="103428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Creates the illusion of movement</a:t>
          </a:r>
          <a:endParaRPr lang="en-US" sz="2600" kern="1200"/>
        </a:p>
      </dsp:txBody>
      <dsp:txXfrm>
        <a:off x="50489" y="1181104"/>
        <a:ext cx="6263246" cy="933302"/>
      </dsp:txXfrm>
    </dsp:sp>
    <dsp:sp modelId="{C97FC6B7-7D84-42BB-9523-0ED3EBB15DB9}">
      <dsp:nvSpPr>
        <dsp:cNvPr id="0" name=""/>
        <dsp:cNvSpPr/>
      </dsp:nvSpPr>
      <dsp:spPr>
        <a:xfrm>
          <a:off x="0" y="2239775"/>
          <a:ext cx="6364224" cy="10342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Often computer-generated</a:t>
          </a:r>
          <a:endParaRPr lang="en-US" sz="2600" kern="1200"/>
        </a:p>
      </dsp:txBody>
      <dsp:txXfrm>
        <a:off x="50489" y="2290264"/>
        <a:ext cx="6263246" cy="933302"/>
      </dsp:txXfrm>
    </dsp:sp>
    <dsp:sp modelId="{462D488A-AFF5-47D4-9706-A5DBD6006B62}">
      <dsp:nvSpPr>
        <dsp:cNvPr id="0" name=""/>
        <dsp:cNvSpPr/>
      </dsp:nvSpPr>
      <dsp:spPr>
        <a:xfrm>
          <a:off x="0" y="3348936"/>
          <a:ext cx="6364224" cy="103428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Techniques include morphing and warping</a:t>
          </a:r>
          <a:endParaRPr lang="en-US" sz="2600" kern="1200"/>
        </a:p>
      </dsp:txBody>
      <dsp:txXfrm>
        <a:off x="50489" y="3399425"/>
        <a:ext cx="6263246" cy="933302"/>
      </dsp:txXfrm>
    </dsp:sp>
    <dsp:sp modelId="{D598AF79-0DB2-4114-94F3-1B54419695A6}">
      <dsp:nvSpPr>
        <dsp:cNvPr id="0" name=""/>
        <dsp:cNvSpPr/>
      </dsp:nvSpPr>
      <dsp:spPr>
        <a:xfrm>
          <a:off x="0" y="4458096"/>
          <a:ext cx="6364224" cy="10342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Used in games, films and simulations</a:t>
          </a:r>
          <a:endParaRPr lang="en-US" sz="2600" kern="1200"/>
        </a:p>
      </dsp:txBody>
      <dsp:txXfrm>
        <a:off x="50489" y="4508585"/>
        <a:ext cx="6263246" cy="93330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7958E-A0C2-40F1-A663-EDA5053C5123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7DCE1-8D93-48B7-A828-A38BF28B2C1E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42C26-D384-4EAF-A549-FB6EAF0682C6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Video is a series of images of the real world</a:t>
          </a:r>
          <a:endParaRPr lang="en-US" sz="1900" kern="1200"/>
        </a:p>
      </dsp:txBody>
      <dsp:txXfrm>
        <a:off x="1059754" y="4307"/>
        <a:ext cx="5304469" cy="917536"/>
      </dsp:txXfrm>
    </dsp:sp>
    <dsp:sp modelId="{D51C7FFA-508F-4B79-9B12-CE9DFEC964E8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EF31E-B772-4BFF-9326-42BC6A9649A3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E9634-9578-42FC-9FD7-97EBB75AAE6C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Often includes audio</a:t>
          </a:r>
          <a:endParaRPr lang="en-US" sz="1900" kern="1200"/>
        </a:p>
      </dsp:txBody>
      <dsp:txXfrm>
        <a:off x="1059754" y="1151227"/>
        <a:ext cx="5304469" cy="917536"/>
      </dsp:txXfrm>
    </dsp:sp>
    <dsp:sp modelId="{CE2BEE5E-E82E-4030-8C85-2FD8D36ED201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65F13-E6E2-4A28-BABC-731C26C1F1D6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3572D-1D78-4660-A494-414618A850B7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File sizes can be very large</a:t>
          </a:r>
          <a:endParaRPr lang="en-US" sz="1900" kern="1200"/>
        </a:p>
      </dsp:txBody>
      <dsp:txXfrm>
        <a:off x="1059754" y="2298147"/>
        <a:ext cx="5304469" cy="917536"/>
      </dsp:txXfrm>
    </dsp:sp>
    <dsp:sp modelId="{DE85AABC-205D-4D94-97BE-3100DB20212F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CED39-A878-49A7-8A2B-35422742E543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39583-016B-4185-AE9D-452E23F7C42F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Streaming</a:t>
          </a:r>
          <a:r>
            <a:rPr lang="en-US" sz="1900" b="0" i="0" kern="1200" baseline="0"/>
            <a:t> allows playback while downloading</a:t>
          </a:r>
          <a:endParaRPr lang="en-US" sz="1900" kern="1200"/>
        </a:p>
      </dsp:txBody>
      <dsp:txXfrm>
        <a:off x="1059754" y="3445068"/>
        <a:ext cx="5304469" cy="917536"/>
      </dsp:txXfrm>
    </dsp:sp>
    <dsp:sp modelId="{C6F2FC2E-7D0E-40B6-A3AC-336BA0876F1C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F9EA3-012C-4C7E-9AEA-CD911424A4C6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4BE1C-D846-4E36-A381-07C4578E1928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Common in media, education and communication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4D7979-BD18-42AB-AF68-47F5BC1C250C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EE423-A9AF-4FC5-987B-6AE9BE790097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4CEE6-100E-464A-82E8-5DAC22B28C9D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i="0" kern="1200"/>
            <a:t>Quantitative data is data that can be counted or measured in numerical values</a:t>
          </a:r>
          <a:endParaRPr lang="en-US" sz="2200" kern="1200" dirty="0"/>
        </a:p>
      </dsp:txBody>
      <dsp:txXfrm>
        <a:off x="1057183" y="1805"/>
        <a:ext cx="9458416" cy="915310"/>
      </dsp:txXfrm>
    </dsp:sp>
    <dsp:sp modelId="{0C2ED68E-7C28-4E3F-93CD-8806935C4C45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7F626-A59C-4D0F-BCF5-E9AE4CB9B4E9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781E8-8B36-400A-9694-FE5F11829DC6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Qualitative data is descriptive data that is not expressed numerically.</a:t>
          </a:r>
          <a:endParaRPr lang="en-US" sz="2200" kern="1200"/>
        </a:p>
      </dsp:txBody>
      <dsp:txXfrm>
        <a:off x="1057183" y="1145944"/>
        <a:ext cx="9458416" cy="915310"/>
      </dsp:txXfrm>
    </dsp:sp>
    <dsp:sp modelId="{EB476323-695D-4E60-8E03-15341CA086CE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CE658-0777-4629-97FE-7164744FFFA4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D2708-E0CC-4017-813C-55A12D88E899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Both types are valuable depending on purpose</a:t>
          </a:r>
          <a:endParaRPr lang="en-US" sz="2200" kern="1200"/>
        </a:p>
      </dsp:txBody>
      <dsp:txXfrm>
        <a:off x="1057183" y="2290082"/>
        <a:ext cx="9458416" cy="915310"/>
      </dsp:txXfrm>
    </dsp:sp>
    <dsp:sp modelId="{D7A3B9DA-E80C-4EC3-A372-F1E72FF6B262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3AD66-8A7A-4E49-9944-FC62CEA1760A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11CF7-7161-4453-B090-EAF8B8EA7C77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AI can help analyse qualitative data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7C30A-9BDD-421D-9839-199FE777DD58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0E8C1C-8C10-4DBC-9E12-A0A9122779CA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FAA45-4167-446B-B7AA-FA66C45E815C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Input</a:t>
          </a:r>
          <a:r>
            <a:rPr lang="en-US" sz="1400" b="0" i="0" kern="1200" baseline="0" dirty="0"/>
            <a:t>:</a:t>
          </a:r>
          <a:br>
            <a:rPr lang="en-US" sz="1400" b="0" i="0" kern="1200" baseline="0" dirty="0"/>
          </a:br>
          <a:r>
            <a:rPr lang="en-US" sz="1400" b="0" i="0" kern="1200" baseline="0" dirty="0"/>
            <a:t>Raw data is entered into a computer system using input devices such as keyboards, sensors, scanners or microphones.</a:t>
          </a:r>
          <a:endParaRPr lang="en-US" sz="1400" kern="1200" dirty="0"/>
        </a:p>
      </dsp:txBody>
      <dsp:txXfrm>
        <a:off x="836323" y="3399"/>
        <a:ext cx="9679276" cy="724089"/>
      </dsp:txXfrm>
    </dsp:sp>
    <dsp:sp modelId="{EC078B7F-35C9-40A3-9B70-25A0E8B3C025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A9771-DF0C-4CDB-BBEC-E1AEC119AFC6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B18C4-24E7-44B4-8B7F-E2F3A77BFA93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 w="28575"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Process</a:t>
          </a:r>
          <a:r>
            <a:rPr lang="en-US" sz="1400" b="0" i="0" kern="1200" baseline="0"/>
            <a:t>:</a:t>
          </a:r>
          <a:br>
            <a:rPr lang="en-US" sz="1400" b="0" i="0" kern="1200" baseline="0"/>
          </a:br>
          <a:r>
            <a:rPr lang="en-US" sz="1400" b="0" i="0" kern="1200" baseline="0"/>
            <a:t>The computer manipulates the data using software instructions to sort, calculate, analyse or transform it.</a:t>
          </a:r>
          <a:endParaRPr lang="en-US" sz="1400" kern="1200"/>
        </a:p>
      </dsp:txBody>
      <dsp:txXfrm>
        <a:off x="836323" y="908511"/>
        <a:ext cx="9679276" cy="724089"/>
      </dsp:txXfrm>
    </dsp:sp>
    <dsp:sp modelId="{C9E3E79D-957D-4B05-8A6D-6DDC1FDFFA67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3875F-A801-4D6C-9D84-70295A3C2D2D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B2A04-A0A7-47F4-B1BA-F396682CA672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Storage</a:t>
          </a:r>
          <a:r>
            <a:rPr lang="en-US" sz="1400" b="0" i="0" kern="1200" baseline="0"/>
            <a:t>:</a:t>
          </a:r>
          <a:br>
            <a:rPr lang="en-US" sz="1400" b="0" i="0" kern="1200" baseline="0"/>
          </a:br>
          <a:r>
            <a:rPr lang="en-US" sz="1400" b="0" i="0" kern="1200" baseline="0"/>
            <a:t>Data and information are saved in storage devices or databases so they can be accessed and used later.</a:t>
          </a:r>
          <a:endParaRPr lang="en-US" sz="1400" kern="1200"/>
        </a:p>
      </dsp:txBody>
      <dsp:txXfrm>
        <a:off x="836323" y="1813624"/>
        <a:ext cx="9679276" cy="724089"/>
      </dsp:txXfrm>
    </dsp:sp>
    <dsp:sp modelId="{F9DA82AD-4F15-4746-B483-FBCC6E4C66D0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0A2D9-4742-484A-AFFF-E1BBF5260B50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EA2EB2-C824-4913-8914-1FFD985FA00E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Transmission</a:t>
          </a:r>
          <a:r>
            <a:rPr lang="en-US" sz="1400" b="0" i="0" kern="1200" baseline="0"/>
            <a:t>:</a:t>
          </a:r>
          <a:br>
            <a:rPr lang="en-US" sz="1400" b="0" i="0" kern="1200" baseline="0"/>
          </a:br>
          <a:r>
            <a:rPr lang="en-US" sz="1400" b="0" i="0" kern="1200" baseline="0"/>
            <a:t>Data is transferred between systems or devices using networks such as the internet or local networks.</a:t>
          </a:r>
          <a:endParaRPr lang="en-US" sz="1400" kern="1200"/>
        </a:p>
      </dsp:txBody>
      <dsp:txXfrm>
        <a:off x="836323" y="2718736"/>
        <a:ext cx="9679276" cy="724089"/>
      </dsp:txXfrm>
    </dsp:sp>
    <dsp:sp modelId="{73C75AAF-202A-459B-A992-F06C3E6F2637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5499FF-D8BB-479D-9036-39792E163E25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18C47-7B5F-4370-973E-17D77AB0943F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Output</a:t>
          </a:r>
          <a:r>
            <a:rPr lang="en-US" sz="1400" b="0" i="0" kern="1200" baseline="0"/>
            <a:t>:</a:t>
          </a:r>
          <a:br>
            <a:rPr lang="en-US" sz="1400" b="0" i="0" kern="1200" baseline="0"/>
          </a:br>
          <a:r>
            <a:rPr lang="en-US" sz="1400" b="0" i="0" kern="1200" baseline="0"/>
            <a:t>Processed data is presented as information that people can understand, such as text, images, sound or video.</a:t>
          </a:r>
          <a:endParaRPr lang="en-US" sz="1400" kern="1200"/>
        </a:p>
      </dsp:txBody>
      <dsp:txXfrm>
        <a:off x="836323" y="3623848"/>
        <a:ext cx="9679276" cy="72408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4573B-6122-4E15-9182-887994F380A5}">
      <dsp:nvSpPr>
        <dsp:cNvPr id="0" name=""/>
        <dsp:cNvSpPr/>
      </dsp:nvSpPr>
      <dsp:spPr>
        <a:xfrm>
          <a:off x="0" y="664"/>
          <a:ext cx="6830568" cy="15541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365E2-47BE-44E5-B0CE-1A4C58334A9B}">
      <dsp:nvSpPr>
        <dsp:cNvPr id="0" name=""/>
        <dsp:cNvSpPr/>
      </dsp:nvSpPr>
      <dsp:spPr>
        <a:xfrm>
          <a:off x="470115" y="350336"/>
          <a:ext cx="854755" cy="854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1E320-B813-44F3-BDF0-BD2EBDCF3F71}">
      <dsp:nvSpPr>
        <dsp:cNvPr id="0" name=""/>
        <dsp:cNvSpPr/>
      </dsp:nvSpPr>
      <dsp:spPr>
        <a:xfrm>
          <a:off x="1794986" y="664"/>
          <a:ext cx="3073755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Data is used to:</a:t>
          </a:r>
          <a:endParaRPr lang="en-US" sz="2500" kern="1200"/>
        </a:p>
      </dsp:txBody>
      <dsp:txXfrm>
        <a:off x="1794986" y="664"/>
        <a:ext cx="3073755" cy="1554100"/>
      </dsp:txXfrm>
    </dsp:sp>
    <dsp:sp modelId="{7252FB12-2405-4414-8793-66B20F399413}">
      <dsp:nvSpPr>
        <dsp:cNvPr id="0" name=""/>
        <dsp:cNvSpPr/>
      </dsp:nvSpPr>
      <dsp:spPr>
        <a:xfrm>
          <a:off x="4868741" y="664"/>
          <a:ext cx="1961826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Share information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Control systems (traffic lights, machines)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Analyse trends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Make predictions</a:t>
          </a:r>
          <a:endParaRPr lang="en-US" sz="1200" kern="1200"/>
        </a:p>
      </dsp:txBody>
      <dsp:txXfrm>
        <a:off x="4868741" y="664"/>
        <a:ext cx="1961826" cy="1554100"/>
      </dsp:txXfrm>
    </dsp:sp>
    <dsp:sp modelId="{A869B38B-BC7A-4637-A6D5-C8552B3079CF}">
      <dsp:nvSpPr>
        <dsp:cNvPr id="0" name=""/>
        <dsp:cNvSpPr/>
      </dsp:nvSpPr>
      <dsp:spPr>
        <a:xfrm>
          <a:off x="0" y="1943289"/>
          <a:ext cx="6830568" cy="15541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D6E4D-3591-4F00-B17A-63A74678D833}">
      <dsp:nvSpPr>
        <dsp:cNvPr id="0" name=""/>
        <dsp:cNvSpPr/>
      </dsp:nvSpPr>
      <dsp:spPr>
        <a:xfrm>
          <a:off x="470115" y="2292962"/>
          <a:ext cx="854755" cy="854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7D530-D078-4002-8A81-AD0D5B164761}">
      <dsp:nvSpPr>
        <dsp:cNvPr id="0" name=""/>
        <dsp:cNvSpPr/>
      </dsp:nvSpPr>
      <dsp:spPr>
        <a:xfrm>
          <a:off x="1794986" y="1943289"/>
          <a:ext cx="5035581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AI systems rely on large datasets</a:t>
          </a:r>
          <a:endParaRPr lang="en-US" sz="2500" kern="1200"/>
        </a:p>
      </dsp:txBody>
      <dsp:txXfrm>
        <a:off x="1794986" y="1943289"/>
        <a:ext cx="5035581" cy="1554100"/>
      </dsp:txXfrm>
    </dsp:sp>
    <dsp:sp modelId="{9C425CBF-21D6-40E3-8E9C-279C47987CA2}">
      <dsp:nvSpPr>
        <dsp:cNvPr id="0" name=""/>
        <dsp:cNvSpPr/>
      </dsp:nvSpPr>
      <dsp:spPr>
        <a:xfrm>
          <a:off x="0" y="3885915"/>
          <a:ext cx="6830568" cy="15541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82D0F3-C2CF-48DB-9044-5454CC8C6CCB}">
      <dsp:nvSpPr>
        <dsp:cNvPr id="0" name=""/>
        <dsp:cNvSpPr/>
      </dsp:nvSpPr>
      <dsp:spPr>
        <a:xfrm>
          <a:off x="470115" y="4235587"/>
          <a:ext cx="854755" cy="854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FD60B-E552-46EB-96C1-DF995F22CEA3}">
      <dsp:nvSpPr>
        <dsp:cNvPr id="0" name=""/>
        <dsp:cNvSpPr/>
      </dsp:nvSpPr>
      <dsp:spPr>
        <a:xfrm>
          <a:off x="1794986" y="3885915"/>
          <a:ext cx="5035581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More data generally leads to more accurate results</a:t>
          </a:r>
          <a:endParaRPr lang="en-US" sz="2500" kern="1200"/>
        </a:p>
      </dsp:txBody>
      <dsp:txXfrm>
        <a:off x="1794986" y="3885915"/>
        <a:ext cx="5035581" cy="1554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B213-FF2D-2839-BA6E-3B77FDCE1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C06EE-3269-5052-9056-5A8BAF970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25118-D108-5E9D-72F0-3A12FFB6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4731-F0B8-307B-E7A6-B8DEE86C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C0E2F-BA61-DAEB-724D-045687F0E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658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F1196-7DAF-229B-FE1D-2EB8AE47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03CE5-941D-63A9-93B3-61220359D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A27CF-4492-EA3C-A6D4-ED02FDFF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FA3B-5B8C-B4B2-09F5-778F546A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9850A-4E88-58E6-C9B3-1133D8CC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18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3BCC-2357-AC0A-381D-1149D745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C4A09-A6FA-DCE0-7471-6FD4E4001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834F7-B22C-F944-E1CE-083FAA36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F5B12-074D-5100-AD30-1D9AC0D2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92221-1F40-9F20-667A-764B281F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222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3483-5F5E-F838-8632-CC0177C8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011E6-0AE9-1BBC-0C03-56899E4DC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DAED2-F68F-B2DC-0DBF-6D74D71C8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122A2-0E46-359A-0B9B-BF56D1A4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3A271-ED60-7847-AF8A-EF3A440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4444B-6040-F5C3-2D38-65421EBB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43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AB6D-64DA-DC2A-49B4-C9F01CCE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BEF1A-8EB4-118E-9D2A-A6DA5ADA8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09EB7-E6B2-D7FC-C6A7-945083E5D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FAE79-3D8A-B64A-B12A-1012FA1B1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A9B49-48E7-6FE8-9470-3FDBBCA26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53077-029F-8210-4A1A-6ED27D95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73780-3D89-E486-6572-C1EAE180C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047CB3-292B-7A55-68AC-F306AE07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27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5367-270B-8E68-4B7B-81EEE4A0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9C0EB-7326-274D-DC6C-40AFDFA9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016E0-FAE7-F46C-5092-16E3B1F0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5439E-F5A5-2FC6-1783-D8C19723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9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B4294-C0B6-DD3C-A09F-B9AE183A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04C54-001F-FCC2-A16F-877B2F57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CFC2B-553B-5185-A43A-D4A16A24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314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2483-561D-6010-2A16-E542BAB3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491E-C072-C1F2-F421-7C9B15E31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7F7DB-98CF-A7CB-FBD0-8B80D9E39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C0C0F-D9FE-7B80-6A53-5E5A2CFE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39BA1-2BB7-9024-F49A-82F4A8AE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026BC-668F-80A5-54DE-47D26DB3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75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E9F2-3FAD-5AE0-AFAB-27FAA3BDF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CF2F5-CBD0-272D-C92D-DB5BDF72E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B4A8D-4AB5-08F5-F8C2-69A98B3BA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3546F-8360-1ADA-6876-2AED662A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56BB3-670A-158C-4D57-AD4BD593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7044-EEFF-182B-A52C-2421E63A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2942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AE8B-50D1-C4B4-DB53-EFE05791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AE7D3-1F41-4CE3-D0D8-1BA1EB91F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DA687-42D9-12E4-3F5D-B72BB574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51C2-4544-9DDD-69BD-CB395641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0BE2D-0422-5FB7-F750-2E5B2C1E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68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BD52AC-8CAB-18ED-3AAF-235BDD040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BB187-3FCE-5107-841C-1AF211DBB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6BE94-AFA4-D2A4-526E-06A60A33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067EA-4A09-DB7A-ED20-FEE65EEF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78B30-3ED5-A60A-FCB9-A397BC7F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593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6070B-F6FD-4F6D-303B-628B8A0AE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32387-11CB-9A90-00ED-518DBE06B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8ACE5-17F1-9B8F-195E-C62482A72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99B35-FE01-4A6E-B831-A6BB1CB16511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03C11-0778-6891-B59B-BB7F6A0A3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C2401-103D-7F74-69A1-FAAE80E44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62D84-6207-4F52-8A37-8B3BE5DFA6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58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2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diagramLayout" Target="../diagrams/layout14.xml"/><Relationship Id="rId7" Type="http://schemas.openxmlformats.org/officeDocument/2006/relationships/image" Target="../media/image22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diagramLayout" Target="../diagrams/layout15.xml"/><Relationship Id="rId7" Type="http://schemas.openxmlformats.org/officeDocument/2006/relationships/image" Target="../media/image22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tock exchange numbers">
            <a:extLst>
              <a:ext uri="{FF2B5EF4-FFF2-40B4-BE49-F238E27FC236}">
                <a16:creationId xmlns:a16="http://schemas.microsoft.com/office/drawing/2014/main" id="{ABFD5CE2-C175-1487-3E2F-9FF7141D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2" r="2200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E1D2A-B833-063F-9D55-01C0A34CF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AU" sz="5200"/>
              <a:t>Data and Information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0E9C0-5CAB-4D6D-BEA8-DD361853B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AU"/>
              <a:t>Year 9 Computing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77744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D223E-3D70-42B8-77C1-27AEF6A82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AU" sz="5200"/>
              <a:t>Learning Intention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06D9749-35BB-21C9-883B-E4F264E4DA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954953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300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68ADA-5B04-48EE-8140-B7065F6C0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AU" sz="4000"/>
              <a:t>Success Criteria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0C75F0-23F8-C068-FB48-BE22F54A2C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362403"/>
              </p:ext>
            </p:extLst>
          </p:nvPr>
        </p:nvGraphicFramePr>
        <p:xfrm>
          <a:off x="4549514" y="621792"/>
          <a:ext cx="6807333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804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BC065-D364-AFFA-42D0-29D36FB01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AU" sz="5200"/>
              <a:t>Data and Information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720620A-8DB0-8758-3382-DFAC92F1B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9863713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088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C2A40-6135-2E9D-F9AC-B20C5812A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AU" sz="5200"/>
              <a:t>Data vs Information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FF8B9FC8-BA7F-930D-3C34-B7A4451C39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245937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phic 7" descr="Quill with solid fill">
            <a:extLst>
              <a:ext uri="{FF2B5EF4-FFF2-40B4-BE49-F238E27FC236}">
                <a16:creationId xmlns:a16="http://schemas.microsoft.com/office/drawing/2014/main" id="{199C8C77-5C0A-DBE0-61F8-5D3168A3B0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6861" y="99989"/>
            <a:ext cx="914400" cy="914400"/>
          </a:xfrm>
          <a:prstGeom prst="rect">
            <a:avLst/>
          </a:prstGeom>
        </p:spPr>
      </p:pic>
      <p:pic>
        <p:nvPicPr>
          <p:cNvPr id="9" name="Graphic 8" descr="Quill with solid fill">
            <a:extLst>
              <a:ext uri="{FF2B5EF4-FFF2-40B4-BE49-F238E27FC236}">
                <a16:creationId xmlns:a16="http://schemas.microsoft.com/office/drawing/2014/main" id="{16BE21C2-B114-05D8-2C69-A262091615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61069" y="16347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63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1524-E73A-0267-72C4-6B28CB75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in Computer Systems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D6FD787-47AA-8ACB-5B0E-19143BA0AB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594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728D-412D-D6F0-C320-D046975C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Digital Data and Binary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E2D78B7-468B-84A8-B081-F074BE6659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6605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45C3-6E0E-0200-8156-148133C4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Analog vs Digital Data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BD548E8-1B9D-37FA-74CC-5247105CD6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011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F002A-50C0-7EBB-C44F-AC81141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4862848" cy="5569291"/>
          </a:xfrm>
        </p:spPr>
        <p:txBody>
          <a:bodyPr>
            <a:normAutofit/>
          </a:bodyPr>
          <a:lstStyle/>
          <a:p>
            <a:r>
              <a:rPr lang="en-AU" sz="5200"/>
              <a:t>Data Coding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D6BF7B3-B3C9-2378-8B41-F38CB9CE32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925231"/>
              </p:ext>
            </p:extLst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920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51307-AB5B-EF04-B737-8DF08F59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Data Types and File Formats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A98FF72A-6B86-6B2C-7CB7-F07E188345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672" y="2421682"/>
            <a:ext cx="4977578" cy="3639289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file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defines how data 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organised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Same bits can represent different data types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File formats tell software how to interpret the data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Common data types include: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Text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Graphics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Audio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Animation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Video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Graphic 7" descr="Open Folder">
            <a:extLst>
              <a:ext uri="{FF2B5EF4-FFF2-40B4-BE49-F238E27FC236}">
                <a16:creationId xmlns:a16="http://schemas.microsoft.com/office/drawing/2014/main" id="{57AF10F7-E0FD-0476-0CA0-68A13EC5A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pic>
        <p:nvPicPr>
          <p:cNvPr id="5" name="Graphic 4" descr="Quill with solid fill">
            <a:extLst>
              <a:ext uri="{FF2B5EF4-FFF2-40B4-BE49-F238E27FC236}">
                <a16:creationId xmlns:a16="http://schemas.microsoft.com/office/drawing/2014/main" id="{9F137128-F7B8-2B53-C83B-86284C7A7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9564" y="4241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55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9895-8360-0869-85BE-6700138F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Text and Hypertext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39E78F1-21CB-883F-B102-668F3D22C1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74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CEAD9-50EF-4ECC-312F-A9A9B770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AU" sz="4000"/>
              <a:t>Graphics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7" name="Rectangle 1">
            <a:extLst>
              <a:ext uri="{FF2B5EF4-FFF2-40B4-BE49-F238E27FC236}">
                <a16:creationId xmlns:a16="http://schemas.microsoft.com/office/drawing/2014/main" id="{2689A40A-4FFA-608F-F104-645E777B97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32893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8961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9FB6FB-3154-F307-644D-81A2709D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AU" sz="4000"/>
              <a:t>Audio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B30CDE4-C0BD-A677-B763-A3B7D5644F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89386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5153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0E8FE-29C3-0A4D-A70E-78563B2A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AU" sz="4000"/>
              <a:t>Animation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8" name="Rectangle 1">
            <a:extLst>
              <a:ext uri="{FF2B5EF4-FFF2-40B4-BE49-F238E27FC236}">
                <a16:creationId xmlns:a16="http://schemas.microsoft.com/office/drawing/2014/main" id="{D1D06A63-9DF3-9BF0-A033-7BF391C77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76467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8564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BEC58-8276-BD99-A197-D3F1E1AC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AU" sz="4000"/>
              <a:t>Video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D570EED-02FF-43FD-BEF2-714AC2F874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64933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8388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E7C4-F995-60BF-31F4-E8BFB2A3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Quantitative and Qualitative Data</a:t>
            </a:r>
            <a:endParaRPr lang="en-AU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532AEF-9936-FD6A-BD25-F7CBED051D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2130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c 3" descr="Quill with solid fill">
            <a:extLst>
              <a:ext uri="{FF2B5EF4-FFF2-40B4-BE49-F238E27FC236}">
                <a16:creationId xmlns:a16="http://schemas.microsoft.com/office/drawing/2014/main" id="{CE17BB8C-51A8-2EFB-57C1-9B8A1D5273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5273" y="1027906"/>
            <a:ext cx="914400" cy="914400"/>
          </a:xfrm>
          <a:prstGeom prst="rect">
            <a:avLst/>
          </a:prstGeom>
        </p:spPr>
      </p:pic>
      <p:pic>
        <p:nvPicPr>
          <p:cNvPr id="6" name="Graphic 5" descr="Quill with solid fill">
            <a:extLst>
              <a:ext uri="{FF2B5EF4-FFF2-40B4-BE49-F238E27FC236}">
                <a16:creationId xmlns:a16="http://schemas.microsoft.com/office/drawing/2014/main" id="{9743ECB6-0606-5491-0B51-7AB89BC138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5273" y="22901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28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E328-F106-CC6C-3FB0-8F26BB10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Analysis</a:t>
            </a:r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BD424583-0D2E-09DF-E162-11AB4369B5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6368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Quill with solid fill">
            <a:extLst>
              <a:ext uri="{FF2B5EF4-FFF2-40B4-BE49-F238E27FC236}">
                <a16:creationId xmlns:a16="http://schemas.microsoft.com/office/drawing/2014/main" id="{44024FD4-CE6E-9966-6DA0-02069C1E8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5273" y="1027906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1DAA59-641A-4624-A08A-58BC3851EAB4}"/>
              </a:ext>
            </a:extLst>
          </p:cNvPr>
          <p:cNvSpPr txBox="1"/>
          <p:nvPr/>
        </p:nvSpPr>
        <p:spPr>
          <a:xfrm>
            <a:off x="8725191" y="1321356"/>
            <a:ext cx="266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Summarise all</a:t>
            </a:r>
          </a:p>
        </p:txBody>
      </p:sp>
    </p:spTree>
    <p:extLst>
      <p:ext uri="{BB962C8B-B14F-4D97-AF65-F5344CB8AC3E}">
        <p14:creationId xmlns:p14="http://schemas.microsoft.com/office/powerpoint/2010/main" val="1176474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66EA0-4BDD-22DC-4506-1F76C10E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507160"/>
            <a:ext cx="2993571" cy="5438730"/>
          </a:xfrm>
        </p:spPr>
        <p:txBody>
          <a:bodyPr>
            <a:normAutofit/>
          </a:bodyPr>
          <a:lstStyle/>
          <a:p>
            <a:r>
              <a:rPr lang="en-AU" sz="3200"/>
              <a:t>Common Uses of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87448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931CC0B4-4A25-15F4-EFC5-1C0678DD6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16516"/>
              </p:ext>
            </p:extLst>
          </p:nvPr>
        </p:nvGraphicFramePr>
        <p:xfrm>
          <a:off x="4526280" y="512064"/>
          <a:ext cx="6830568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4842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c9e31e-07e0-41a6-b0ba-4839b3dda57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165B216B35044D9EADD54BFB9FA5BE" ma:contentTypeVersion="13" ma:contentTypeDescription="Create a new document." ma:contentTypeScope="" ma:versionID="c8ebe0c680e1971232f87045b37660ab">
  <xsd:schema xmlns:xsd="http://www.w3.org/2001/XMLSchema" xmlns:xs="http://www.w3.org/2001/XMLSchema" xmlns:p="http://schemas.microsoft.com/office/2006/metadata/properties" xmlns:ns2="6fc9e31e-07e0-41a6-b0ba-4839b3dda579" targetNamespace="http://schemas.microsoft.com/office/2006/metadata/properties" ma:root="true" ma:fieldsID="538ce2fcb89fe9660a774b4759b98954" ns2:_="">
    <xsd:import namespace="6fc9e31e-07e0-41a6-b0ba-4839b3dda5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c9e31e-07e0-41a6-b0ba-4839b3dda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1f47cd6-212f-4ea2-b6af-f1d1e47bdb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505F94-C651-4E9C-A4BD-172CF4E376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1A8871-B2FF-44EC-937D-4D96C8D96BF7}">
  <ds:schemaRefs>
    <ds:schemaRef ds:uri="http://schemas.microsoft.com/office/2006/metadata/properties"/>
    <ds:schemaRef ds:uri="http://schemas.microsoft.com/office/infopath/2007/PartnerControls"/>
    <ds:schemaRef ds:uri="6fc9e31e-07e0-41a6-b0ba-4839b3dda579"/>
  </ds:schemaRefs>
</ds:datastoreItem>
</file>

<file path=customXml/itemProps3.xml><?xml version="1.0" encoding="utf-8"?>
<ds:datastoreItem xmlns:ds="http://schemas.openxmlformats.org/officeDocument/2006/customXml" ds:itemID="{0A9E8963-C55A-44DD-823F-6B1300EC77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c9e31e-07e0-41a6-b0ba-4839b3dda5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796</Words>
  <Application>Microsoft Office PowerPoint</Application>
  <PresentationFormat>Widescreen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Data and Information</vt:lpstr>
      <vt:lpstr>Learning Intention</vt:lpstr>
      <vt:lpstr>Success Criteria</vt:lpstr>
      <vt:lpstr>Data and Information</vt:lpstr>
      <vt:lpstr>Data vs Information</vt:lpstr>
      <vt:lpstr>Data in Computer Systems</vt:lpstr>
      <vt:lpstr>Digital Data and Binary</vt:lpstr>
      <vt:lpstr>Analog vs Digital Data</vt:lpstr>
      <vt:lpstr>Data Coding</vt:lpstr>
      <vt:lpstr>Data Types and File Formats</vt:lpstr>
      <vt:lpstr>Text and Hypertext</vt:lpstr>
      <vt:lpstr>Graphics</vt:lpstr>
      <vt:lpstr>Audio</vt:lpstr>
      <vt:lpstr>Animation</vt:lpstr>
      <vt:lpstr>Video</vt:lpstr>
      <vt:lpstr>Quantitative and Qualitative Data</vt:lpstr>
      <vt:lpstr>Data Analysis</vt:lpstr>
      <vt:lpstr>Common Uses of Data</vt:lpstr>
    </vt:vector>
  </TitlesOfParts>
  <Company>NSW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Scott</dc:creator>
  <cp:lastModifiedBy>Stephen Scott</cp:lastModifiedBy>
  <cp:revision>1</cp:revision>
  <dcterms:created xsi:type="dcterms:W3CDTF">2026-02-09T01:47:22Z</dcterms:created>
  <dcterms:modified xsi:type="dcterms:W3CDTF">2026-02-09T02:28:56Z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03dfd7-d93a-4381-a340-2995d8282205_Enabled">
    <vt:lpwstr>true</vt:lpwstr>
  </property>
  <property fmtid="{D5CDD505-2E9C-101B-9397-08002B2CF9AE}" pid="3" name="MSIP_Label_b603dfd7-d93a-4381-a340-2995d8282205_SetDate">
    <vt:lpwstr>2026-02-09T01:48:28Z</vt:lpwstr>
  </property>
  <property fmtid="{D5CDD505-2E9C-101B-9397-08002B2CF9AE}" pid="4" name="MSIP_Label_b603dfd7-d93a-4381-a340-2995d8282205_Method">
    <vt:lpwstr>Standard</vt:lpwstr>
  </property>
  <property fmtid="{D5CDD505-2E9C-101B-9397-08002B2CF9AE}" pid="5" name="MSIP_Label_b603dfd7-d93a-4381-a340-2995d8282205_Name">
    <vt:lpwstr>OFFICIAL</vt:lpwstr>
  </property>
  <property fmtid="{D5CDD505-2E9C-101B-9397-08002B2CF9AE}" pid="6" name="MSIP_Label_b603dfd7-d93a-4381-a340-2995d8282205_SiteId">
    <vt:lpwstr>05a0e69a-418a-47c1-9c25-9387261bf991</vt:lpwstr>
  </property>
  <property fmtid="{D5CDD505-2E9C-101B-9397-08002B2CF9AE}" pid="7" name="MSIP_Label_b603dfd7-d93a-4381-a340-2995d8282205_ActionId">
    <vt:lpwstr>eef7f699-bf33-4efa-a6b5-0159ae07fb7b</vt:lpwstr>
  </property>
  <property fmtid="{D5CDD505-2E9C-101B-9397-08002B2CF9AE}" pid="8" name="MSIP_Label_b603dfd7-d93a-4381-a340-2995d8282205_ContentBits">
    <vt:lpwstr>0</vt:lpwstr>
  </property>
  <property fmtid="{D5CDD505-2E9C-101B-9397-08002B2CF9AE}" pid="9" name="MSIP_Label_b603dfd7-d93a-4381-a340-2995d8282205_Tag">
    <vt:lpwstr>10, 3, 0, 1</vt:lpwstr>
  </property>
  <property fmtid="{D5CDD505-2E9C-101B-9397-08002B2CF9AE}" pid="10" name="ContentTypeId">
    <vt:lpwstr>0x01010086165B216B35044D9EADD54BFB9FA5BE</vt:lpwstr>
  </property>
  <property fmtid="{D5CDD505-2E9C-101B-9397-08002B2CF9AE}" pid="11" name="MediaServiceImageTags">
    <vt:lpwstr/>
  </property>
</Properties>
</file>