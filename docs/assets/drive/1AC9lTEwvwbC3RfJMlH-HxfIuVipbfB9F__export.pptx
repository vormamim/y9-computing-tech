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06C2B-949F-4B8E-B71B-B7805913737E}" v="54" dt="2026-02-09T04:07:01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08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cott" userId="7d0a05fc-27ff-4f30-ba91-fd3532e3a0b7" providerId="ADAL" clId="{04B73F48-AE02-4119-B326-8989FCDD1676}"/>
    <pc:docChg chg="undo redo custSel mod addSld modSld addMainMaster delMainMaster">
      <pc:chgData name="Stephen Scott" userId="7d0a05fc-27ff-4f30-ba91-fd3532e3a0b7" providerId="ADAL" clId="{04B73F48-AE02-4119-B326-8989FCDD1676}" dt="2026-02-09T04:07:06.158" v="893" actId="26606"/>
      <pc:docMkLst>
        <pc:docMk/>
      </pc:docMkLst>
      <pc:sldChg chg="addSp modSp new mod setBg modClrScheme addAnim setClrOvrMap chgLayout">
        <pc:chgData name="Stephen Scott" userId="7d0a05fc-27ff-4f30-ba91-fd3532e3a0b7" providerId="ADAL" clId="{04B73F48-AE02-4119-B326-8989FCDD1676}" dt="2026-02-09T03:50:07.086" v="51"/>
        <pc:sldMkLst>
          <pc:docMk/>
          <pc:sldMk cId="3929407352" sldId="256"/>
        </pc:sldMkLst>
        <pc:spChg chg="mod">
          <ac:chgData name="Stephen Scott" userId="7d0a05fc-27ff-4f30-ba91-fd3532e3a0b7" providerId="ADAL" clId="{04B73F48-AE02-4119-B326-8989FCDD1676}" dt="2026-02-09T03:50:07.074" v="49" actId="26606"/>
          <ac:spMkLst>
            <pc:docMk/>
            <pc:sldMk cId="3929407352" sldId="256"/>
            <ac:spMk id="2" creationId="{ACA74ECE-F021-4D71-87A1-C2B06185AFB8}"/>
          </ac:spMkLst>
        </pc:spChg>
        <pc:spChg chg="mod">
          <ac:chgData name="Stephen Scott" userId="7d0a05fc-27ff-4f30-ba91-fd3532e3a0b7" providerId="ADAL" clId="{04B73F48-AE02-4119-B326-8989FCDD1676}" dt="2026-02-09T03:50:07.074" v="49" actId="26606"/>
          <ac:spMkLst>
            <pc:docMk/>
            <pc:sldMk cId="3929407352" sldId="256"/>
            <ac:spMk id="3" creationId="{B2929B83-DE90-7A50-5DD2-B421DABF2F3B}"/>
          </ac:spMkLst>
        </pc:spChg>
        <pc:spChg chg="add">
          <ac:chgData name="Stephen Scott" userId="7d0a05fc-27ff-4f30-ba91-fd3532e3a0b7" providerId="ADAL" clId="{04B73F48-AE02-4119-B326-8989FCDD1676}" dt="2026-02-09T03:50:07.074" v="49" actId="26606"/>
          <ac:spMkLst>
            <pc:docMk/>
            <pc:sldMk cId="3929407352" sldId="256"/>
            <ac:spMk id="9" creationId="{6E448DB1-4196-18A6-15DA-C72635C1B11E}"/>
          </ac:spMkLst>
        </pc:spChg>
        <pc:spChg chg="add">
          <ac:chgData name="Stephen Scott" userId="7d0a05fc-27ff-4f30-ba91-fd3532e3a0b7" providerId="ADAL" clId="{04B73F48-AE02-4119-B326-8989FCDD1676}" dt="2026-02-09T03:50:07.074" v="49" actId="26606"/>
          <ac:spMkLst>
            <pc:docMk/>
            <pc:sldMk cId="3929407352" sldId="256"/>
            <ac:spMk id="11" creationId="{76A10D8F-D463-70E5-239B-17AD65EF433D}"/>
          </ac:spMkLst>
        </pc:spChg>
        <pc:picChg chg="add">
          <ac:chgData name="Stephen Scott" userId="7d0a05fc-27ff-4f30-ba91-fd3532e3a0b7" providerId="ADAL" clId="{04B73F48-AE02-4119-B326-8989FCDD1676}" dt="2026-02-09T03:50:07.074" v="49" actId="26606"/>
          <ac:picMkLst>
            <pc:docMk/>
            <pc:sldMk cId="3929407352" sldId="256"/>
            <ac:picMk id="4" creationId="{A5236CCF-A645-AA01-2B8B-47A3FE359F2C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3:52:21.804" v="83" actId="26606"/>
        <pc:sldMkLst>
          <pc:docMk/>
          <pc:sldMk cId="258718662" sldId="257"/>
        </pc:sldMkLst>
        <pc:spChg chg="mod">
          <ac:chgData name="Stephen Scott" userId="7d0a05fc-27ff-4f30-ba91-fd3532e3a0b7" providerId="ADAL" clId="{04B73F48-AE02-4119-B326-8989FCDD1676}" dt="2026-02-09T03:52:21.792" v="82" actId="26606"/>
          <ac:spMkLst>
            <pc:docMk/>
            <pc:sldMk cId="258718662" sldId="257"/>
            <ac:spMk id="2" creationId="{D8A9382D-7AA6-2C0E-05C8-65139FA29B46}"/>
          </ac:spMkLst>
        </pc:spChg>
        <pc:spChg chg="add del mod">
          <ac:chgData name="Stephen Scott" userId="7d0a05fc-27ff-4f30-ba91-fd3532e3a0b7" providerId="ADAL" clId="{04B73F48-AE02-4119-B326-8989FCDD1676}" dt="2026-02-09T03:52:21.804" v="83" actId="26606"/>
          <ac:spMkLst>
            <pc:docMk/>
            <pc:sldMk cId="258718662" sldId="257"/>
            <ac:spMk id="3" creationId="{A7908999-9ADB-144E-1C5A-10C4C97E6EA1}"/>
          </ac:spMkLst>
        </pc:spChg>
        <pc:spChg chg="add del">
          <ac:chgData name="Stephen Scott" userId="7d0a05fc-27ff-4f30-ba91-fd3532e3a0b7" providerId="ADAL" clId="{04B73F48-AE02-4119-B326-8989FCDD1676}" dt="2026-02-09T03:52:17.173" v="80" actId="26606"/>
          <ac:spMkLst>
            <pc:docMk/>
            <pc:sldMk cId="258718662" sldId="257"/>
            <ac:spMk id="9" creationId="{600DC1B0-7E1A-BD02-3F93-19E6B1B75075}"/>
          </ac:spMkLst>
        </pc:spChg>
        <pc:spChg chg="add del">
          <ac:chgData name="Stephen Scott" userId="7d0a05fc-27ff-4f30-ba91-fd3532e3a0b7" providerId="ADAL" clId="{04B73F48-AE02-4119-B326-8989FCDD1676}" dt="2026-02-09T03:52:21.792" v="82" actId="26606"/>
          <ac:spMkLst>
            <pc:docMk/>
            <pc:sldMk cId="258718662" sldId="257"/>
            <ac:spMk id="11" creationId="{01A22726-DA03-BCB0-F12E-98258FB7E5C0}"/>
          </ac:spMkLst>
        </pc:spChg>
        <pc:graphicFrameChg chg="add del">
          <ac:chgData name="Stephen Scott" userId="7d0a05fc-27ff-4f30-ba91-fd3532e3a0b7" providerId="ADAL" clId="{04B73F48-AE02-4119-B326-8989FCDD1676}" dt="2026-02-09T03:52:17.173" v="80" actId="26606"/>
          <ac:graphicFrameMkLst>
            <pc:docMk/>
            <pc:sldMk cId="258718662" sldId="257"/>
            <ac:graphicFrameMk id="5" creationId="{F92501DF-AA1F-8763-B47D-BF20CF0CB69D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3:52:21.792" v="82" actId="26606"/>
          <ac:graphicFrameMkLst>
            <pc:docMk/>
            <pc:sldMk cId="258718662" sldId="257"/>
            <ac:graphicFrameMk id="12" creationId="{4D7162F3-B4A2-75B2-B041-C9B196267A10}"/>
          </ac:graphicFrameMkLst>
        </pc:graphicFrameChg>
        <pc:graphicFrameChg chg="add">
          <ac:chgData name="Stephen Scott" userId="7d0a05fc-27ff-4f30-ba91-fd3532e3a0b7" providerId="ADAL" clId="{04B73F48-AE02-4119-B326-8989FCDD1676}" dt="2026-02-09T03:52:21.804" v="83" actId="26606"/>
          <ac:graphicFrameMkLst>
            <pc:docMk/>
            <pc:sldMk cId="258718662" sldId="257"/>
            <ac:graphicFrameMk id="14" creationId="{2986416B-DFFC-7F65-73EB-5A752B35A9E6}"/>
          </ac:graphicFrameMkLst>
        </pc:graphicFrameChg>
      </pc:sldChg>
      <pc:sldChg chg="addSp delSp modSp new mod">
        <pc:chgData name="Stephen Scott" userId="7d0a05fc-27ff-4f30-ba91-fd3532e3a0b7" providerId="ADAL" clId="{04B73F48-AE02-4119-B326-8989FCDD1676}" dt="2026-02-09T03:57:01.822" v="695" actId="20577"/>
        <pc:sldMkLst>
          <pc:docMk/>
          <pc:sldMk cId="3831569247" sldId="258"/>
        </pc:sldMkLst>
        <pc:spChg chg="mod">
          <ac:chgData name="Stephen Scott" userId="7d0a05fc-27ff-4f30-ba91-fd3532e3a0b7" providerId="ADAL" clId="{04B73F48-AE02-4119-B326-8989FCDD1676}" dt="2026-02-09T03:52:27.109" v="100" actId="20577"/>
          <ac:spMkLst>
            <pc:docMk/>
            <pc:sldMk cId="3831569247" sldId="258"/>
            <ac:spMk id="2" creationId="{A5C2CF09-0E3F-383B-F952-9620C60035F3}"/>
          </ac:spMkLst>
        </pc:spChg>
        <pc:spChg chg="add del mod">
          <ac:chgData name="Stephen Scott" userId="7d0a05fc-27ff-4f30-ba91-fd3532e3a0b7" providerId="ADAL" clId="{04B73F48-AE02-4119-B326-8989FCDD1676}" dt="2026-02-09T03:54:35.595" v="632" actId="26606"/>
          <ac:spMkLst>
            <pc:docMk/>
            <pc:sldMk cId="3831569247" sldId="258"/>
            <ac:spMk id="3" creationId="{155CB6CB-BABC-D411-F7E0-1D580EBF2253}"/>
          </ac:spMkLst>
        </pc:spChg>
        <pc:graphicFrameChg chg="add del">
          <ac:chgData name="Stephen Scott" userId="7d0a05fc-27ff-4f30-ba91-fd3532e3a0b7" providerId="ADAL" clId="{04B73F48-AE02-4119-B326-8989FCDD1676}" dt="2026-02-09T03:54:27.147" v="631" actId="26606"/>
          <ac:graphicFrameMkLst>
            <pc:docMk/>
            <pc:sldMk cId="3831569247" sldId="258"/>
            <ac:graphicFrameMk id="5" creationId="{4B566464-5440-7623-3AAA-F5E1C04F835D}"/>
          </ac:graphicFrameMkLst>
        </pc:graphicFrameChg>
        <pc:graphicFrameChg chg="add modGraphic">
          <ac:chgData name="Stephen Scott" userId="7d0a05fc-27ff-4f30-ba91-fd3532e3a0b7" providerId="ADAL" clId="{04B73F48-AE02-4119-B326-8989FCDD1676}" dt="2026-02-09T03:57:01.822" v="695" actId="20577"/>
          <ac:graphicFrameMkLst>
            <pc:docMk/>
            <pc:sldMk cId="3831569247" sldId="258"/>
            <ac:graphicFrameMk id="6" creationId="{FC25477F-62F0-283C-3C8C-E504C5E20C2D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3:57:16.100" v="702" actId="26606"/>
        <pc:sldMkLst>
          <pc:docMk/>
          <pc:sldMk cId="725907293" sldId="259"/>
        </pc:sldMkLst>
        <pc:spChg chg="mod">
          <ac:chgData name="Stephen Scott" userId="7d0a05fc-27ff-4f30-ba91-fd3532e3a0b7" providerId="ADAL" clId="{04B73F48-AE02-4119-B326-8989FCDD1676}" dt="2026-02-09T03:57:16.100" v="702" actId="26606"/>
          <ac:spMkLst>
            <pc:docMk/>
            <pc:sldMk cId="725907293" sldId="259"/>
            <ac:spMk id="2" creationId="{A2F062E5-F6FC-9CBE-E968-064A13F60DD1}"/>
          </ac:spMkLst>
        </pc:spChg>
        <pc:spChg chg="del">
          <ac:chgData name="Stephen Scott" userId="7d0a05fc-27ff-4f30-ba91-fd3532e3a0b7" providerId="ADAL" clId="{04B73F48-AE02-4119-B326-8989FCDD1676}" dt="2026-02-09T03:54:47.319" v="635"/>
          <ac:spMkLst>
            <pc:docMk/>
            <pc:sldMk cId="725907293" sldId="259"/>
            <ac:spMk id="3" creationId="{537B0A38-7628-40B6-AC3A-E7075913CBE1}"/>
          </ac:spMkLst>
        </pc:spChg>
        <pc:spChg chg="add del mod">
          <ac:chgData name="Stephen Scott" userId="7d0a05fc-27ff-4f30-ba91-fd3532e3a0b7" providerId="ADAL" clId="{04B73F48-AE02-4119-B326-8989FCDD1676}" dt="2026-02-09T03:57:16.100" v="702" actId="26606"/>
          <ac:spMkLst>
            <pc:docMk/>
            <pc:sldMk cId="725907293" sldId="259"/>
            <ac:spMk id="4" creationId="{733E8FD9-FA25-34E9-C8C6-C507A30EF9BD}"/>
          </ac:spMkLst>
        </pc:spChg>
        <pc:spChg chg="add">
          <ac:chgData name="Stephen Scott" userId="7d0a05fc-27ff-4f30-ba91-fd3532e3a0b7" providerId="ADAL" clId="{04B73F48-AE02-4119-B326-8989FCDD1676}" dt="2026-02-09T03:57:16.100" v="702" actId="26606"/>
          <ac:spMkLst>
            <pc:docMk/>
            <pc:sldMk cId="725907293" sldId="259"/>
            <ac:spMk id="12" creationId="{951922D2-D397-9EA4-A66D-55B0884D1A6A}"/>
          </ac:spMkLst>
        </pc:spChg>
        <pc:graphicFrameChg chg="add del">
          <ac:chgData name="Stephen Scott" userId="7d0a05fc-27ff-4f30-ba91-fd3532e3a0b7" providerId="ADAL" clId="{04B73F48-AE02-4119-B326-8989FCDD1676}" dt="2026-02-09T03:57:08.948" v="697" actId="26606"/>
          <ac:graphicFrameMkLst>
            <pc:docMk/>
            <pc:sldMk cId="725907293" sldId="259"/>
            <ac:graphicFrameMk id="6" creationId="{772D3856-C846-6CD1-70BF-D8E6B34A3C08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3:57:09.538" v="699" actId="26606"/>
          <ac:graphicFrameMkLst>
            <pc:docMk/>
            <pc:sldMk cId="725907293" sldId="259"/>
            <ac:graphicFrameMk id="8" creationId="{2EEAC2E3-9155-1186-C48F-671491660162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3:57:16.074" v="701" actId="26606"/>
          <ac:graphicFrameMkLst>
            <pc:docMk/>
            <pc:sldMk cId="725907293" sldId="259"/>
            <ac:graphicFrameMk id="10" creationId="{772D3856-C846-6CD1-70BF-D8E6B34A3C08}"/>
          </ac:graphicFrameMkLst>
        </pc:graphicFrameChg>
        <pc:graphicFrameChg chg="add">
          <ac:chgData name="Stephen Scott" userId="7d0a05fc-27ff-4f30-ba91-fd3532e3a0b7" providerId="ADAL" clId="{04B73F48-AE02-4119-B326-8989FCDD1676}" dt="2026-02-09T03:57:16.100" v="702" actId="26606"/>
          <ac:graphicFrameMkLst>
            <pc:docMk/>
            <pc:sldMk cId="725907293" sldId="259"/>
            <ac:graphicFrameMk id="13" creationId="{E6CCB473-6C0D-5868-F514-EB4471BDF9F4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0:57.428" v="752" actId="1076"/>
        <pc:sldMkLst>
          <pc:docMk/>
          <pc:sldMk cId="3077397455" sldId="260"/>
        </pc:sldMkLst>
        <pc:spChg chg="mod">
          <ac:chgData name="Stephen Scott" userId="7d0a05fc-27ff-4f30-ba91-fd3532e3a0b7" providerId="ADAL" clId="{04B73F48-AE02-4119-B326-8989FCDD1676}" dt="2026-02-09T04:00:04.057" v="730" actId="26606"/>
          <ac:spMkLst>
            <pc:docMk/>
            <pc:sldMk cId="3077397455" sldId="260"/>
            <ac:spMk id="2" creationId="{239E8655-951D-0932-2FF8-D3C97B9AE171}"/>
          </ac:spMkLst>
        </pc:spChg>
        <pc:spChg chg="del">
          <ac:chgData name="Stephen Scott" userId="7d0a05fc-27ff-4f30-ba91-fd3532e3a0b7" providerId="ADAL" clId="{04B73F48-AE02-4119-B326-8989FCDD1676}" dt="2026-02-09T03:58:52.697" v="709"/>
          <ac:spMkLst>
            <pc:docMk/>
            <pc:sldMk cId="3077397455" sldId="260"/>
            <ac:spMk id="3" creationId="{AA36C630-CD4B-DC3F-0F91-89EB10ADEE81}"/>
          </ac:spMkLst>
        </pc:spChg>
        <pc:spChg chg="add del mod">
          <ac:chgData name="Stephen Scott" userId="7d0a05fc-27ff-4f30-ba91-fd3532e3a0b7" providerId="ADAL" clId="{04B73F48-AE02-4119-B326-8989FCDD1676}" dt="2026-02-09T04:00:04.057" v="730" actId="26606"/>
          <ac:spMkLst>
            <pc:docMk/>
            <pc:sldMk cId="3077397455" sldId="260"/>
            <ac:spMk id="4" creationId="{28D323BA-EB67-2F69-E485-0E19F0C847C6}"/>
          </ac:spMkLst>
        </pc:spChg>
        <pc:spChg chg="add">
          <ac:chgData name="Stephen Scott" userId="7d0a05fc-27ff-4f30-ba91-fd3532e3a0b7" providerId="ADAL" clId="{04B73F48-AE02-4119-B326-8989FCDD1676}" dt="2026-02-09T04:00:04.057" v="730" actId="26606"/>
          <ac:spMkLst>
            <pc:docMk/>
            <pc:sldMk cId="3077397455" sldId="260"/>
            <ac:spMk id="7" creationId="{600DC1B0-7E1A-BD02-3F93-19E6B1B75075}"/>
          </ac:spMkLst>
        </pc:spChg>
        <pc:spChg chg="add del">
          <ac:chgData name="Stephen Scott" userId="7d0a05fc-27ff-4f30-ba91-fd3532e3a0b7" providerId="ADAL" clId="{04B73F48-AE02-4119-B326-8989FCDD1676}" dt="2026-02-09T03:59:51.738" v="723" actId="26606"/>
          <ac:spMkLst>
            <pc:docMk/>
            <pc:sldMk cId="3077397455" sldId="260"/>
            <ac:spMk id="10" creationId="{600DC1B0-7E1A-BD02-3F93-19E6B1B75075}"/>
          </ac:spMkLst>
        </pc:spChg>
        <pc:spChg chg="add mod">
          <ac:chgData name="Stephen Scott" userId="7d0a05fc-27ff-4f30-ba91-fd3532e3a0b7" providerId="ADAL" clId="{04B73F48-AE02-4119-B326-8989FCDD1676}" dt="2026-02-09T04:00:25.660" v="747" actId="1076"/>
          <ac:spMkLst>
            <pc:docMk/>
            <pc:sldMk cId="3077397455" sldId="260"/>
            <ac:spMk id="11" creationId="{FA3F03C5-3E8A-93AA-E099-07784D41D70C}"/>
          </ac:spMkLst>
        </pc:spChg>
        <pc:graphicFrameChg chg="add del">
          <ac:chgData name="Stephen Scott" userId="7d0a05fc-27ff-4f30-ba91-fd3532e3a0b7" providerId="ADAL" clId="{04B73F48-AE02-4119-B326-8989FCDD1676}" dt="2026-02-09T03:59:10.974" v="714" actId="26606"/>
          <ac:graphicFrameMkLst>
            <pc:docMk/>
            <pc:sldMk cId="3077397455" sldId="260"/>
            <ac:graphicFrameMk id="6" creationId="{3A443D9B-7B71-68C9-22F4-D5ADA8A24480}"/>
          </ac:graphicFrameMkLst>
        </pc:graphicFrameChg>
        <pc:graphicFrameChg chg="add del mod modGraphic">
          <ac:chgData name="Stephen Scott" userId="7d0a05fc-27ff-4f30-ba91-fd3532e3a0b7" providerId="ADAL" clId="{04B73F48-AE02-4119-B326-8989FCDD1676}" dt="2026-02-09T03:59:51.738" v="723" actId="26606"/>
          <ac:graphicFrameMkLst>
            <pc:docMk/>
            <pc:sldMk cId="3077397455" sldId="260"/>
            <ac:graphicFrameMk id="8" creationId="{381E91E2-8071-1AA3-63C1-20ECE7C7DE19}"/>
          </ac:graphicFrameMkLst>
        </pc:graphicFrameChg>
        <pc:graphicFrameChg chg="add mod">
          <ac:chgData name="Stephen Scott" userId="7d0a05fc-27ff-4f30-ba91-fd3532e3a0b7" providerId="ADAL" clId="{04B73F48-AE02-4119-B326-8989FCDD1676}" dt="2026-02-09T04:00:46.475" v="749"/>
          <ac:graphicFrameMkLst>
            <pc:docMk/>
            <pc:sldMk cId="3077397455" sldId="260"/>
            <ac:graphicFrameMk id="9" creationId="{F09236B0-6C01-93E5-A38D-8F2DE0AFC4C8}"/>
          </ac:graphicFrameMkLst>
        </pc:graphicFrameChg>
        <pc:picChg chg="add mod">
          <ac:chgData name="Stephen Scott" userId="7d0a05fc-27ff-4f30-ba91-fd3532e3a0b7" providerId="ADAL" clId="{04B73F48-AE02-4119-B326-8989FCDD1676}" dt="2026-02-09T04:00:57.428" v="752" actId="1076"/>
          <ac:picMkLst>
            <pc:docMk/>
            <pc:sldMk cId="3077397455" sldId="260"/>
            <ac:picMk id="13" creationId="{ED7717D5-BD6B-614F-A500-C0FCF8F27563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4:01:50.939" v="769" actId="26606"/>
        <pc:sldMkLst>
          <pc:docMk/>
          <pc:sldMk cId="1156226304" sldId="261"/>
        </pc:sldMkLst>
        <pc:spChg chg="mod">
          <ac:chgData name="Stephen Scott" userId="7d0a05fc-27ff-4f30-ba91-fd3532e3a0b7" providerId="ADAL" clId="{04B73F48-AE02-4119-B326-8989FCDD1676}" dt="2026-02-09T04:01:50.939" v="769" actId="26606"/>
          <ac:spMkLst>
            <pc:docMk/>
            <pc:sldMk cId="1156226304" sldId="261"/>
            <ac:spMk id="2" creationId="{661662E9-BCA5-D2E3-3C65-BC6DD2A64E5F}"/>
          </ac:spMkLst>
        </pc:spChg>
        <pc:spChg chg="del">
          <ac:chgData name="Stephen Scott" userId="7d0a05fc-27ff-4f30-ba91-fd3532e3a0b7" providerId="ADAL" clId="{04B73F48-AE02-4119-B326-8989FCDD1676}" dt="2026-02-09T04:01:07.122" v="754"/>
          <ac:spMkLst>
            <pc:docMk/>
            <pc:sldMk cId="1156226304" sldId="261"/>
            <ac:spMk id="3" creationId="{C039CC52-8205-F9E8-788E-2B2F024E98B7}"/>
          </ac:spMkLst>
        </pc:spChg>
        <pc:spChg chg="add del mod">
          <ac:chgData name="Stephen Scott" userId="7d0a05fc-27ff-4f30-ba91-fd3532e3a0b7" providerId="ADAL" clId="{04B73F48-AE02-4119-B326-8989FCDD1676}" dt="2026-02-09T04:01:50.939" v="769" actId="26606"/>
          <ac:spMkLst>
            <pc:docMk/>
            <pc:sldMk cId="1156226304" sldId="261"/>
            <ac:spMk id="4" creationId="{8B51EFD7-F155-12CF-8FE7-8A3EA4C0B252}"/>
          </ac:spMkLst>
        </pc:spChg>
        <pc:spChg chg="add">
          <ac:chgData name="Stephen Scott" userId="7d0a05fc-27ff-4f30-ba91-fd3532e3a0b7" providerId="ADAL" clId="{04B73F48-AE02-4119-B326-8989FCDD1676}" dt="2026-02-09T04:01:50.939" v="769" actId="26606"/>
          <ac:spMkLst>
            <pc:docMk/>
            <pc:sldMk cId="1156226304" sldId="261"/>
            <ac:spMk id="7" creationId="{600DC1B0-7E1A-BD02-3F93-19E6B1B75075}"/>
          </ac:spMkLst>
        </pc:spChg>
        <pc:spChg chg="add del">
          <ac:chgData name="Stephen Scott" userId="7d0a05fc-27ff-4f30-ba91-fd3532e3a0b7" providerId="ADAL" clId="{04B73F48-AE02-4119-B326-8989FCDD1676}" dt="2026-02-09T04:01:48.214" v="768" actId="26606"/>
          <ac:spMkLst>
            <pc:docMk/>
            <pc:sldMk cId="1156226304" sldId="261"/>
            <ac:spMk id="10" creationId="{600DC1B0-7E1A-BD02-3F93-19E6B1B75075}"/>
          </ac:spMkLst>
        </pc:spChg>
        <pc:graphicFrameChg chg="add del">
          <ac:chgData name="Stephen Scott" userId="7d0a05fc-27ff-4f30-ba91-fd3532e3a0b7" providerId="ADAL" clId="{04B73F48-AE02-4119-B326-8989FCDD1676}" dt="2026-02-09T04:01:48.214" v="768" actId="26606"/>
          <ac:graphicFrameMkLst>
            <pc:docMk/>
            <pc:sldMk cId="1156226304" sldId="261"/>
            <ac:graphicFrameMk id="6" creationId="{74F21DFD-216C-B27B-FFE7-B37839A70FC7}"/>
          </ac:graphicFrameMkLst>
        </pc:graphicFrameChg>
        <pc:graphicFrameChg chg="add">
          <ac:chgData name="Stephen Scott" userId="7d0a05fc-27ff-4f30-ba91-fd3532e3a0b7" providerId="ADAL" clId="{04B73F48-AE02-4119-B326-8989FCDD1676}" dt="2026-02-09T04:01:50.939" v="769" actId="26606"/>
          <ac:graphicFrameMkLst>
            <pc:docMk/>
            <pc:sldMk cId="1156226304" sldId="261"/>
            <ac:graphicFrameMk id="8" creationId="{7570CBDB-106F-6EC7-CF47-0CFF87B5A54B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2:09.468" v="791" actId="26606"/>
        <pc:sldMkLst>
          <pc:docMk/>
          <pc:sldMk cId="439093138" sldId="262"/>
        </pc:sldMkLst>
        <pc:spChg chg="mod">
          <ac:chgData name="Stephen Scott" userId="7d0a05fc-27ff-4f30-ba91-fd3532e3a0b7" providerId="ADAL" clId="{04B73F48-AE02-4119-B326-8989FCDD1676}" dt="2026-02-09T04:02:09.468" v="791" actId="26606"/>
          <ac:spMkLst>
            <pc:docMk/>
            <pc:sldMk cId="439093138" sldId="262"/>
            <ac:spMk id="2" creationId="{D9C30B26-B764-9D2D-4236-E2B929FAB02C}"/>
          </ac:spMkLst>
        </pc:spChg>
        <pc:spChg chg="del mod">
          <ac:chgData name="Stephen Scott" userId="7d0a05fc-27ff-4f30-ba91-fd3532e3a0b7" providerId="ADAL" clId="{04B73F48-AE02-4119-B326-8989FCDD1676}" dt="2026-02-09T04:02:09.468" v="791" actId="26606"/>
          <ac:spMkLst>
            <pc:docMk/>
            <pc:sldMk cId="439093138" sldId="262"/>
            <ac:spMk id="3" creationId="{BCB1A6B8-031C-63EE-F3BF-6F74724BF290}"/>
          </ac:spMkLst>
        </pc:spChg>
        <pc:spChg chg="add">
          <ac:chgData name="Stephen Scott" userId="7d0a05fc-27ff-4f30-ba91-fd3532e3a0b7" providerId="ADAL" clId="{04B73F48-AE02-4119-B326-8989FCDD1676}" dt="2026-02-09T04:02:09.468" v="791" actId="26606"/>
          <ac:spMkLst>
            <pc:docMk/>
            <pc:sldMk cId="439093138" sldId="262"/>
            <ac:spMk id="9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2:09.468" v="791" actId="26606"/>
          <ac:graphicFrameMkLst>
            <pc:docMk/>
            <pc:sldMk cId="439093138" sldId="262"/>
            <ac:graphicFrameMk id="5" creationId="{21350A16-CB1A-11ED-00F9-2A50C15C6F96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2:56.256" v="811" actId="26606"/>
        <pc:sldMkLst>
          <pc:docMk/>
          <pc:sldMk cId="2656491978" sldId="263"/>
        </pc:sldMkLst>
        <pc:spChg chg="mod">
          <ac:chgData name="Stephen Scott" userId="7d0a05fc-27ff-4f30-ba91-fd3532e3a0b7" providerId="ADAL" clId="{04B73F48-AE02-4119-B326-8989FCDD1676}" dt="2026-02-09T04:02:52.999" v="806" actId="26606"/>
          <ac:spMkLst>
            <pc:docMk/>
            <pc:sldMk cId="2656491978" sldId="263"/>
            <ac:spMk id="2" creationId="{A91ABFE3-BAA9-7DF4-9267-D8E4C02E4B20}"/>
          </ac:spMkLst>
        </pc:spChg>
        <pc:spChg chg="add del mod">
          <ac:chgData name="Stephen Scott" userId="7d0a05fc-27ff-4f30-ba91-fd3532e3a0b7" providerId="ADAL" clId="{04B73F48-AE02-4119-B326-8989FCDD1676}" dt="2026-02-09T04:02:27.045" v="800"/>
          <ac:spMkLst>
            <pc:docMk/>
            <pc:sldMk cId="2656491978" sldId="263"/>
            <ac:spMk id="3" creationId="{16BFED18-C760-5221-8DAB-B1537314F930}"/>
          </ac:spMkLst>
        </pc:spChg>
        <pc:spChg chg="add mod">
          <ac:chgData name="Stephen Scott" userId="7d0a05fc-27ff-4f30-ba91-fd3532e3a0b7" providerId="ADAL" clId="{04B73F48-AE02-4119-B326-8989FCDD1676}" dt="2026-02-09T04:02:19.547" v="795"/>
          <ac:spMkLst>
            <pc:docMk/>
            <pc:sldMk cId="2656491978" sldId="263"/>
            <ac:spMk id="4" creationId="{8516C7FB-958B-071D-AF65-857C02E06894}"/>
          </ac:spMkLst>
        </pc:spChg>
        <pc:spChg chg="add mod">
          <ac:chgData name="Stephen Scott" userId="7d0a05fc-27ff-4f30-ba91-fd3532e3a0b7" providerId="ADAL" clId="{04B73F48-AE02-4119-B326-8989FCDD1676}" dt="2026-02-09T04:02:21.922" v="798"/>
          <ac:spMkLst>
            <pc:docMk/>
            <pc:sldMk cId="2656491978" sldId="263"/>
            <ac:spMk id="5" creationId="{7AC4FD00-1CCA-4EA3-8FB8-F04CA7199F7B}"/>
          </ac:spMkLst>
        </pc:spChg>
        <pc:spChg chg="add del mod">
          <ac:chgData name="Stephen Scott" userId="7d0a05fc-27ff-4f30-ba91-fd3532e3a0b7" providerId="ADAL" clId="{04B73F48-AE02-4119-B326-8989FCDD1676}" dt="2026-02-09T04:02:39.973" v="803" actId="26606"/>
          <ac:spMkLst>
            <pc:docMk/>
            <pc:sldMk cId="2656491978" sldId="263"/>
            <ac:spMk id="6" creationId="{946AFAA4-DD39-4ABD-94FA-C8F67E0985D5}"/>
          </ac:spMkLst>
        </pc:spChg>
        <pc:spChg chg="add del">
          <ac:chgData name="Stephen Scott" userId="7d0a05fc-27ff-4f30-ba91-fd3532e3a0b7" providerId="ADAL" clId="{04B73F48-AE02-4119-B326-8989FCDD1676}" dt="2026-02-09T04:02:56.256" v="811" actId="26606"/>
          <ac:spMkLst>
            <pc:docMk/>
            <pc:sldMk cId="2656491978" sldId="263"/>
            <ac:spMk id="12" creationId="{353CF00F-82D0-0DBA-75D5-1D01B4526C68}"/>
          </ac:spMkLst>
        </pc:spChg>
        <pc:spChg chg="add del">
          <ac:chgData name="Stephen Scott" userId="7d0a05fc-27ff-4f30-ba91-fd3532e3a0b7" providerId="ADAL" clId="{04B73F48-AE02-4119-B326-8989FCDD1676}" dt="2026-02-09T04:02:52.999" v="806" actId="26606"/>
          <ac:spMkLst>
            <pc:docMk/>
            <pc:sldMk cId="2656491978" sldId="263"/>
            <ac:spMk id="17" creationId="{951922D2-D397-9EA4-A66D-55B0884D1A6A}"/>
          </ac:spMkLst>
        </pc:spChg>
        <pc:spChg chg="add del">
          <ac:chgData name="Stephen Scott" userId="7d0a05fc-27ff-4f30-ba91-fd3532e3a0b7" providerId="ADAL" clId="{04B73F48-AE02-4119-B326-8989FCDD1676}" dt="2026-02-09T04:02:54.350" v="808" actId="26606"/>
          <ac:spMkLst>
            <pc:docMk/>
            <pc:sldMk cId="2656491978" sldId="263"/>
            <ac:spMk id="19" creationId="{353CF00F-82D0-0DBA-75D5-1D01B4526C68}"/>
          </ac:spMkLst>
        </pc:spChg>
        <pc:spChg chg="add del">
          <ac:chgData name="Stephen Scott" userId="7d0a05fc-27ff-4f30-ba91-fd3532e3a0b7" providerId="ADAL" clId="{04B73F48-AE02-4119-B326-8989FCDD1676}" dt="2026-02-09T04:02:56.240" v="810" actId="26606"/>
          <ac:spMkLst>
            <pc:docMk/>
            <pc:sldMk cId="2656491978" sldId="263"/>
            <ac:spMk id="21" creationId="{353CF00F-82D0-0DBA-75D5-1D01B4526C68}"/>
          </ac:spMkLst>
        </pc:spChg>
        <pc:spChg chg="add">
          <ac:chgData name="Stephen Scott" userId="7d0a05fc-27ff-4f30-ba91-fd3532e3a0b7" providerId="ADAL" clId="{04B73F48-AE02-4119-B326-8989FCDD1676}" dt="2026-02-09T04:02:56.256" v="811" actId="26606"/>
          <ac:spMkLst>
            <pc:docMk/>
            <pc:sldMk cId="2656491978" sldId="263"/>
            <ac:spMk id="23" creationId="{353CF00F-82D0-0DBA-75D5-1D01B4526C68}"/>
          </ac:spMkLst>
        </pc:spChg>
        <pc:graphicFrameChg chg="add mod modGraphic">
          <ac:chgData name="Stephen Scott" userId="7d0a05fc-27ff-4f30-ba91-fd3532e3a0b7" providerId="ADAL" clId="{04B73F48-AE02-4119-B326-8989FCDD1676}" dt="2026-02-09T04:02:56.256" v="811" actId="26606"/>
          <ac:graphicFrameMkLst>
            <pc:docMk/>
            <pc:sldMk cId="2656491978" sldId="263"/>
            <ac:graphicFrameMk id="8" creationId="{E602108E-0A65-0BD3-6AC4-A63E1753FD2B}"/>
          </ac:graphicFrameMkLst>
        </pc:graphicFrameChg>
      </pc:sldChg>
      <pc:sldChg chg="addSp delSp modSp new mod">
        <pc:chgData name="Stephen Scott" userId="7d0a05fc-27ff-4f30-ba91-fd3532e3a0b7" providerId="ADAL" clId="{04B73F48-AE02-4119-B326-8989FCDD1676}" dt="2026-02-09T04:03:14.434" v="816" actId="26606"/>
        <pc:sldMkLst>
          <pc:docMk/>
          <pc:sldMk cId="823046563" sldId="264"/>
        </pc:sldMkLst>
        <pc:spChg chg="mod">
          <ac:chgData name="Stephen Scott" userId="7d0a05fc-27ff-4f30-ba91-fd3532e3a0b7" providerId="ADAL" clId="{04B73F48-AE02-4119-B326-8989FCDD1676}" dt="2026-02-09T04:03:04.077" v="812"/>
          <ac:spMkLst>
            <pc:docMk/>
            <pc:sldMk cId="823046563" sldId="264"/>
            <ac:spMk id="2" creationId="{C6DF1661-D916-EDBD-F396-DD367197D180}"/>
          </ac:spMkLst>
        </pc:spChg>
        <pc:spChg chg="del">
          <ac:chgData name="Stephen Scott" userId="7d0a05fc-27ff-4f30-ba91-fd3532e3a0b7" providerId="ADAL" clId="{04B73F48-AE02-4119-B326-8989FCDD1676}" dt="2026-02-09T04:03:07.479" v="813"/>
          <ac:spMkLst>
            <pc:docMk/>
            <pc:sldMk cId="823046563" sldId="264"/>
            <ac:spMk id="3" creationId="{3F66C5D5-2142-79B3-656C-B593FBE0C36B}"/>
          </ac:spMkLst>
        </pc:spChg>
        <pc:spChg chg="add del mod">
          <ac:chgData name="Stephen Scott" userId="7d0a05fc-27ff-4f30-ba91-fd3532e3a0b7" providerId="ADAL" clId="{04B73F48-AE02-4119-B326-8989FCDD1676}" dt="2026-02-09T04:03:14.434" v="816" actId="26606"/>
          <ac:spMkLst>
            <pc:docMk/>
            <pc:sldMk cId="823046563" sldId="264"/>
            <ac:spMk id="4" creationId="{5C3193D2-1E29-B915-E5C8-1868018B3207}"/>
          </ac:spMkLst>
        </pc:spChg>
        <pc:graphicFrameChg chg="add del">
          <ac:chgData name="Stephen Scott" userId="7d0a05fc-27ff-4f30-ba91-fd3532e3a0b7" providerId="ADAL" clId="{04B73F48-AE02-4119-B326-8989FCDD1676}" dt="2026-02-09T04:03:14.409" v="815" actId="26606"/>
          <ac:graphicFrameMkLst>
            <pc:docMk/>
            <pc:sldMk cId="823046563" sldId="264"/>
            <ac:graphicFrameMk id="6" creationId="{8C3AFED4-5E77-7357-18B1-5F94DA769D6F}"/>
          </ac:graphicFrameMkLst>
        </pc:graphicFrameChg>
        <pc:graphicFrameChg chg="add">
          <ac:chgData name="Stephen Scott" userId="7d0a05fc-27ff-4f30-ba91-fd3532e3a0b7" providerId="ADAL" clId="{04B73F48-AE02-4119-B326-8989FCDD1676}" dt="2026-02-09T04:03:14.434" v="816" actId="26606"/>
          <ac:graphicFrameMkLst>
            <pc:docMk/>
            <pc:sldMk cId="823046563" sldId="264"/>
            <ac:graphicFrameMk id="8" creationId="{F310EA51-5EB5-94F3-EE16-24B6627B6F09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3:31.389" v="820" actId="26606"/>
        <pc:sldMkLst>
          <pc:docMk/>
          <pc:sldMk cId="1375903094" sldId="265"/>
        </pc:sldMkLst>
        <pc:spChg chg="mod">
          <ac:chgData name="Stephen Scott" userId="7d0a05fc-27ff-4f30-ba91-fd3532e3a0b7" providerId="ADAL" clId="{04B73F48-AE02-4119-B326-8989FCDD1676}" dt="2026-02-09T04:03:31.389" v="820" actId="26606"/>
          <ac:spMkLst>
            <pc:docMk/>
            <pc:sldMk cId="1375903094" sldId="265"/>
            <ac:spMk id="2" creationId="{441E17D3-249B-D745-BE1B-2CFCA993E5E5}"/>
          </ac:spMkLst>
        </pc:spChg>
        <pc:spChg chg="del mod">
          <ac:chgData name="Stephen Scott" userId="7d0a05fc-27ff-4f30-ba91-fd3532e3a0b7" providerId="ADAL" clId="{04B73F48-AE02-4119-B326-8989FCDD1676}" dt="2026-02-09T04:03:31.389" v="820" actId="26606"/>
          <ac:spMkLst>
            <pc:docMk/>
            <pc:sldMk cId="1375903094" sldId="265"/>
            <ac:spMk id="3" creationId="{52C5BE02-D38C-4F0D-635C-534E3060C591}"/>
          </ac:spMkLst>
        </pc:spChg>
        <pc:spChg chg="add">
          <ac:chgData name="Stephen Scott" userId="7d0a05fc-27ff-4f30-ba91-fd3532e3a0b7" providerId="ADAL" clId="{04B73F48-AE02-4119-B326-8989FCDD1676}" dt="2026-02-09T04:03:31.389" v="820" actId="26606"/>
          <ac:spMkLst>
            <pc:docMk/>
            <pc:sldMk cId="1375903094" sldId="265"/>
            <ac:spMk id="9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3:31.389" v="820" actId="26606"/>
          <ac:graphicFrameMkLst>
            <pc:docMk/>
            <pc:sldMk cId="1375903094" sldId="265"/>
            <ac:graphicFrameMk id="5" creationId="{C7641569-134A-7560-8710-706B1A372874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3:50.215" v="825" actId="26606"/>
        <pc:sldMkLst>
          <pc:docMk/>
          <pc:sldMk cId="4277877943" sldId="266"/>
        </pc:sldMkLst>
        <pc:spChg chg="mod">
          <ac:chgData name="Stephen Scott" userId="7d0a05fc-27ff-4f30-ba91-fd3532e3a0b7" providerId="ADAL" clId="{04B73F48-AE02-4119-B326-8989FCDD1676}" dt="2026-02-09T04:03:50.215" v="825" actId="26606"/>
          <ac:spMkLst>
            <pc:docMk/>
            <pc:sldMk cId="4277877943" sldId="266"/>
            <ac:spMk id="2" creationId="{C799270F-232D-1B51-856F-60A352F65F36}"/>
          </ac:spMkLst>
        </pc:spChg>
        <pc:spChg chg="del">
          <ac:chgData name="Stephen Scott" userId="7d0a05fc-27ff-4f30-ba91-fd3532e3a0b7" providerId="ADAL" clId="{04B73F48-AE02-4119-B326-8989FCDD1676}" dt="2026-02-09T04:03:43.073" v="823"/>
          <ac:spMkLst>
            <pc:docMk/>
            <pc:sldMk cId="4277877943" sldId="266"/>
            <ac:spMk id="3" creationId="{7F4A4572-4036-8F85-A6FE-4E3E4E8DAB19}"/>
          </ac:spMkLst>
        </pc:spChg>
        <pc:spChg chg="add del mod">
          <ac:chgData name="Stephen Scott" userId="7d0a05fc-27ff-4f30-ba91-fd3532e3a0b7" providerId="ADAL" clId="{04B73F48-AE02-4119-B326-8989FCDD1676}" dt="2026-02-09T04:03:50.215" v="825" actId="26606"/>
          <ac:spMkLst>
            <pc:docMk/>
            <pc:sldMk cId="4277877943" sldId="266"/>
            <ac:spMk id="4" creationId="{87065D3C-ABA4-375C-DF16-56109033D90C}"/>
          </ac:spMkLst>
        </pc:spChg>
        <pc:spChg chg="add">
          <ac:chgData name="Stephen Scott" userId="7d0a05fc-27ff-4f30-ba91-fd3532e3a0b7" providerId="ADAL" clId="{04B73F48-AE02-4119-B326-8989FCDD1676}" dt="2026-02-09T04:03:50.215" v="825" actId="26606"/>
          <ac:spMkLst>
            <pc:docMk/>
            <pc:sldMk cId="4277877943" sldId="266"/>
            <ac:spMk id="10" creationId="{1A466FCC-26A6-AD0C-513D-472AAABEC282}"/>
          </ac:spMkLst>
        </pc:spChg>
        <pc:graphicFrameChg chg="add">
          <ac:chgData name="Stephen Scott" userId="7d0a05fc-27ff-4f30-ba91-fd3532e3a0b7" providerId="ADAL" clId="{04B73F48-AE02-4119-B326-8989FCDD1676}" dt="2026-02-09T04:03:50.215" v="825" actId="26606"/>
          <ac:graphicFrameMkLst>
            <pc:docMk/>
            <pc:sldMk cId="4277877943" sldId="266"/>
            <ac:graphicFrameMk id="6" creationId="{E2FD40CF-3908-61F4-E0FA-55E71EE924CC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4:10.950" v="833" actId="26606"/>
        <pc:sldMkLst>
          <pc:docMk/>
          <pc:sldMk cId="1675594705" sldId="267"/>
        </pc:sldMkLst>
        <pc:spChg chg="mod">
          <ac:chgData name="Stephen Scott" userId="7d0a05fc-27ff-4f30-ba91-fd3532e3a0b7" providerId="ADAL" clId="{04B73F48-AE02-4119-B326-8989FCDD1676}" dt="2026-02-09T04:04:10.950" v="833" actId="26606"/>
          <ac:spMkLst>
            <pc:docMk/>
            <pc:sldMk cId="1675594705" sldId="267"/>
            <ac:spMk id="2" creationId="{F8CBC773-1D3A-14E2-C433-D89CD1BD19DC}"/>
          </ac:spMkLst>
        </pc:spChg>
        <pc:spChg chg="add del">
          <ac:chgData name="Stephen Scott" userId="7d0a05fc-27ff-4f30-ba91-fd3532e3a0b7" providerId="ADAL" clId="{04B73F48-AE02-4119-B326-8989FCDD1676}" dt="2026-02-09T04:04:04.544" v="830"/>
          <ac:spMkLst>
            <pc:docMk/>
            <pc:sldMk cId="1675594705" sldId="267"/>
            <ac:spMk id="3" creationId="{2896E48F-A62B-547A-5D04-F0442553275F}"/>
          </ac:spMkLst>
        </pc:spChg>
        <pc:spChg chg="add del mod">
          <ac:chgData name="Stephen Scott" userId="7d0a05fc-27ff-4f30-ba91-fd3532e3a0b7" providerId="ADAL" clId="{04B73F48-AE02-4119-B326-8989FCDD1676}" dt="2026-02-09T04:04:10.950" v="833" actId="26606"/>
          <ac:spMkLst>
            <pc:docMk/>
            <pc:sldMk cId="1675594705" sldId="267"/>
            <ac:spMk id="4" creationId="{BA81BA78-A899-0F18-3F25-F1B2C25BAF23}"/>
          </ac:spMkLst>
        </pc:spChg>
        <pc:spChg chg="add">
          <ac:chgData name="Stephen Scott" userId="7d0a05fc-27ff-4f30-ba91-fd3532e3a0b7" providerId="ADAL" clId="{04B73F48-AE02-4119-B326-8989FCDD1676}" dt="2026-02-09T04:04:10.950" v="833" actId="26606"/>
          <ac:spMkLst>
            <pc:docMk/>
            <pc:sldMk cId="1675594705" sldId="267"/>
            <ac:spMk id="10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4:10.950" v="833" actId="26606"/>
          <ac:graphicFrameMkLst>
            <pc:docMk/>
            <pc:sldMk cId="1675594705" sldId="267"/>
            <ac:graphicFrameMk id="6" creationId="{AF79AB05-279C-7941-C7D2-A7660166C007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4:33.140" v="841" actId="26606"/>
        <pc:sldMkLst>
          <pc:docMk/>
          <pc:sldMk cId="3139129675" sldId="268"/>
        </pc:sldMkLst>
        <pc:spChg chg="mod">
          <ac:chgData name="Stephen Scott" userId="7d0a05fc-27ff-4f30-ba91-fd3532e3a0b7" providerId="ADAL" clId="{04B73F48-AE02-4119-B326-8989FCDD1676}" dt="2026-02-09T04:04:33.140" v="841" actId="26606"/>
          <ac:spMkLst>
            <pc:docMk/>
            <pc:sldMk cId="3139129675" sldId="268"/>
            <ac:spMk id="2" creationId="{57A16657-5957-D856-5656-D3453EA3DA2D}"/>
          </ac:spMkLst>
        </pc:spChg>
        <pc:spChg chg="add del">
          <ac:chgData name="Stephen Scott" userId="7d0a05fc-27ff-4f30-ba91-fd3532e3a0b7" providerId="ADAL" clId="{04B73F48-AE02-4119-B326-8989FCDD1676}" dt="2026-02-09T04:04:26.232" v="839"/>
          <ac:spMkLst>
            <pc:docMk/>
            <pc:sldMk cId="3139129675" sldId="268"/>
            <ac:spMk id="3" creationId="{E465A34E-758F-63DE-0E81-DE39C1257DC6}"/>
          </ac:spMkLst>
        </pc:spChg>
        <pc:spChg chg="add mod">
          <ac:chgData name="Stephen Scott" userId="7d0a05fc-27ff-4f30-ba91-fd3532e3a0b7" providerId="ADAL" clId="{04B73F48-AE02-4119-B326-8989FCDD1676}" dt="2026-02-09T04:04:21.906" v="837"/>
          <ac:spMkLst>
            <pc:docMk/>
            <pc:sldMk cId="3139129675" sldId="268"/>
            <ac:spMk id="4" creationId="{0C1E9A36-093F-350F-8ADE-BD53C0A1EB34}"/>
          </ac:spMkLst>
        </pc:spChg>
        <pc:spChg chg="add">
          <ac:chgData name="Stephen Scott" userId="7d0a05fc-27ff-4f30-ba91-fd3532e3a0b7" providerId="ADAL" clId="{04B73F48-AE02-4119-B326-8989FCDD1676}" dt="2026-02-09T04:04:23.041" v="838"/>
          <ac:spMkLst>
            <pc:docMk/>
            <pc:sldMk cId="3139129675" sldId="268"/>
            <ac:spMk id="5" creationId="{19E1A47C-C20E-9B47-6867-AF0A4944DB4F}"/>
          </ac:spMkLst>
        </pc:spChg>
        <pc:spChg chg="add del mod">
          <ac:chgData name="Stephen Scott" userId="7d0a05fc-27ff-4f30-ba91-fd3532e3a0b7" providerId="ADAL" clId="{04B73F48-AE02-4119-B326-8989FCDD1676}" dt="2026-02-09T04:04:33.140" v="841" actId="26606"/>
          <ac:spMkLst>
            <pc:docMk/>
            <pc:sldMk cId="3139129675" sldId="268"/>
            <ac:spMk id="6" creationId="{D82759B6-A72B-E0D2-CEEB-F9B7209AA766}"/>
          </ac:spMkLst>
        </pc:spChg>
        <pc:spChg chg="add">
          <ac:chgData name="Stephen Scott" userId="7d0a05fc-27ff-4f30-ba91-fd3532e3a0b7" providerId="ADAL" clId="{04B73F48-AE02-4119-B326-8989FCDD1676}" dt="2026-02-09T04:04:33.140" v="841" actId="26606"/>
          <ac:spMkLst>
            <pc:docMk/>
            <pc:sldMk cId="3139129675" sldId="268"/>
            <ac:spMk id="12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4:33.140" v="841" actId="26606"/>
          <ac:graphicFrameMkLst>
            <pc:docMk/>
            <pc:sldMk cId="3139129675" sldId="268"/>
            <ac:graphicFrameMk id="8" creationId="{631E1D49-CE19-FFA6-A3BC-EAEACF12FBA2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4:54.702" v="846" actId="26606"/>
        <pc:sldMkLst>
          <pc:docMk/>
          <pc:sldMk cId="97944620" sldId="269"/>
        </pc:sldMkLst>
        <pc:spChg chg="mod">
          <ac:chgData name="Stephen Scott" userId="7d0a05fc-27ff-4f30-ba91-fd3532e3a0b7" providerId="ADAL" clId="{04B73F48-AE02-4119-B326-8989FCDD1676}" dt="2026-02-09T04:04:54.702" v="846" actId="26606"/>
          <ac:spMkLst>
            <pc:docMk/>
            <pc:sldMk cId="97944620" sldId="269"/>
            <ac:spMk id="2" creationId="{A7CAD410-0FBD-4A3A-9168-AC614920CE5A}"/>
          </ac:spMkLst>
        </pc:spChg>
        <pc:spChg chg="del">
          <ac:chgData name="Stephen Scott" userId="7d0a05fc-27ff-4f30-ba91-fd3532e3a0b7" providerId="ADAL" clId="{04B73F48-AE02-4119-B326-8989FCDD1676}" dt="2026-02-09T04:04:44.255" v="844"/>
          <ac:spMkLst>
            <pc:docMk/>
            <pc:sldMk cId="97944620" sldId="269"/>
            <ac:spMk id="3" creationId="{146CADF0-D5DF-5BAF-913E-99D5874F2F66}"/>
          </ac:spMkLst>
        </pc:spChg>
        <pc:spChg chg="add del mod">
          <ac:chgData name="Stephen Scott" userId="7d0a05fc-27ff-4f30-ba91-fd3532e3a0b7" providerId="ADAL" clId="{04B73F48-AE02-4119-B326-8989FCDD1676}" dt="2026-02-09T04:04:54.702" v="846" actId="26606"/>
          <ac:spMkLst>
            <pc:docMk/>
            <pc:sldMk cId="97944620" sldId="269"/>
            <ac:spMk id="4" creationId="{53653553-F7A5-BD60-379E-014D547146E6}"/>
          </ac:spMkLst>
        </pc:spChg>
        <pc:spChg chg="add">
          <ac:chgData name="Stephen Scott" userId="7d0a05fc-27ff-4f30-ba91-fd3532e3a0b7" providerId="ADAL" clId="{04B73F48-AE02-4119-B326-8989FCDD1676}" dt="2026-02-09T04:04:54.702" v="846" actId="26606"/>
          <ac:spMkLst>
            <pc:docMk/>
            <pc:sldMk cId="97944620" sldId="269"/>
            <ac:spMk id="10" creationId="{1A466FCC-26A6-AD0C-513D-472AAABEC282}"/>
          </ac:spMkLst>
        </pc:spChg>
        <pc:graphicFrameChg chg="add">
          <ac:chgData name="Stephen Scott" userId="7d0a05fc-27ff-4f30-ba91-fd3532e3a0b7" providerId="ADAL" clId="{04B73F48-AE02-4119-B326-8989FCDD1676}" dt="2026-02-09T04:04:54.702" v="846" actId="26606"/>
          <ac:graphicFrameMkLst>
            <pc:docMk/>
            <pc:sldMk cId="97944620" sldId="269"/>
            <ac:graphicFrameMk id="6" creationId="{9A006F0B-899D-7315-7F1A-D8987D29B253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5:31.631" v="855" actId="26606"/>
        <pc:sldMkLst>
          <pc:docMk/>
          <pc:sldMk cId="493669010" sldId="270"/>
        </pc:sldMkLst>
        <pc:spChg chg="mod">
          <ac:chgData name="Stephen Scott" userId="7d0a05fc-27ff-4f30-ba91-fd3532e3a0b7" providerId="ADAL" clId="{04B73F48-AE02-4119-B326-8989FCDD1676}" dt="2026-02-09T04:05:31.631" v="855" actId="26606"/>
          <ac:spMkLst>
            <pc:docMk/>
            <pc:sldMk cId="493669010" sldId="270"/>
            <ac:spMk id="2" creationId="{12571760-3DF5-E74E-5DAD-675A01FA07F9}"/>
          </ac:spMkLst>
        </pc:spChg>
        <pc:spChg chg="del">
          <ac:chgData name="Stephen Scott" userId="7d0a05fc-27ff-4f30-ba91-fd3532e3a0b7" providerId="ADAL" clId="{04B73F48-AE02-4119-B326-8989FCDD1676}" dt="2026-02-09T04:05:07.544" v="849"/>
          <ac:spMkLst>
            <pc:docMk/>
            <pc:sldMk cId="493669010" sldId="270"/>
            <ac:spMk id="3" creationId="{38FDB0BE-5392-803B-379C-D6BC7DC7846E}"/>
          </ac:spMkLst>
        </pc:spChg>
        <pc:spChg chg="add del mod">
          <ac:chgData name="Stephen Scott" userId="7d0a05fc-27ff-4f30-ba91-fd3532e3a0b7" providerId="ADAL" clId="{04B73F48-AE02-4119-B326-8989FCDD1676}" dt="2026-02-09T04:05:31.631" v="855" actId="26606"/>
          <ac:spMkLst>
            <pc:docMk/>
            <pc:sldMk cId="493669010" sldId="270"/>
            <ac:spMk id="4" creationId="{1FB87F36-3C7C-2A64-19EB-941342D91D44}"/>
          </ac:spMkLst>
        </pc:spChg>
        <pc:spChg chg="add del">
          <ac:chgData name="Stephen Scott" userId="7d0a05fc-27ff-4f30-ba91-fd3532e3a0b7" providerId="ADAL" clId="{04B73F48-AE02-4119-B326-8989FCDD1676}" dt="2026-02-09T04:05:31.615" v="854" actId="26606"/>
          <ac:spMkLst>
            <pc:docMk/>
            <pc:sldMk cId="493669010" sldId="270"/>
            <ac:spMk id="7" creationId="{600DC1B0-7E1A-BD02-3F93-19E6B1B75075}"/>
          </ac:spMkLst>
        </pc:spChg>
        <pc:spChg chg="add del">
          <ac:chgData name="Stephen Scott" userId="7d0a05fc-27ff-4f30-ba91-fd3532e3a0b7" providerId="ADAL" clId="{04B73F48-AE02-4119-B326-8989FCDD1676}" dt="2026-02-09T04:05:17.540" v="852" actId="26606"/>
          <ac:spMkLst>
            <pc:docMk/>
            <pc:sldMk cId="493669010" sldId="270"/>
            <ac:spMk id="10" creationId="{600DC1B0-7E1A-BD02-3F93-19E6B1B75075}"/>
          </ac:spMkLst>
        </pc:spChg>
        <pc:spChg chg="add">
          <ac:chgData name="Stephen Scott" userId="7d0a05fc-27ff-4f30-ba91-fd3532e3a0b7" providerId="ADAL" clId="{04B73F48-AE02-4119-B326-8989FCDD1676}" dt="2026-02-09T04:05:31.631" v="855" actId="26606"/>
          <ac:spMkLst>
            <pc:docMk/>
            <pc:sldMk cId="493669010" sldId="270"/>
            <ac:spMk id="11" creationId="{600DC1B0-7E1A-BD02-3F93-19E6B1B75075}"/>
          </ac:spMkLst>
        </pc:spChg>
        <pc:graphicFrameChg chg="add del">
          <ac:chgData name="Stephen Scott" userId="7d0a05fc-27ff-4f30-ba91-fd3532e3a0b7" providerId="ADAL" clId="{04B73F48-AE02-4119-B326-8989FCDD1676}" dt="2026-02-09T04:05:17.540" v="852" actId="26606"/>
          <ac:graphicFrameMkLst>
            <pc:docMk/>
            <pc:sldMk cId="493669010" sldId="270"/>
            <ac:graphicFrameMk id="6" creationId="{07095016-A3B4-9259-A06B-EDCDA2AD19AF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5:31.615" v="854" actId="26606"/>
          <ac:graphicFrameMkLst>
            <pc:docMk/>
            <pc:sldMk cId="493669010" sldId="270"/>
            <ac:graphicFrameMk id="8" creationId="{97160BA4-A14E-2AB2-4A44-61E830DD4A1D}"/>
          </ac:graphicFrameMkLst>
        </pc:graphicFrameChg>
        <pc:graphicFrameChg chg="add">
          <ac:chgData name="Stephen Scott" userId="7d0a05fc-27ff-4f30-ba91-fd3532e3a0b7" providerId="ADAL" clId="{04B73F48-AE02-4119-B326-8989FCDD1676}" dt="2026-02-09T04:05:31.631" v="855" actId="26606"/>
          <ac:graphicFrameMkLst>
            <pc:docMk/>
            <pc:sldMk cId="493669010" sldId="270"/>
            <ac:graphicFrameMk id="12" creationId="{8649CB26-73A1-8486-4609-037EB4C2581F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6:10.115" v="874" actId="12"/>
        <pc:sldMkLst>
          <pc:docMk/>
          <pc:sldMk cId="2988389210" sldId="271"/>
        </pc:sldMkLst>
        <pc:spChg chg="mod">
          <ac:chgData name="Stephen Scott" userId="7d0a05fc-27ff-4f30-ba91-fd3532e3a0b7" providerId="ADAL" clId="{04B73F48-AE02-4119-B326-8989FCDD1676}" dt="2026-02-09T04:06:05.600" v="872" actId="26606"/>
          <ac:spMkLst>
            <pc:docMk/>
            <pc:sldMk cId="2988389210" sldId="271"/>
            <ac:spMk id="2" creationId="{11E31A7A-1804-40BC-C933-059277E400E4}"/>
          </ac:spMkLst>
        </pc:spChg>
        <pc:spChg chg="del">
          <ac:chgData name="Stephen Scott" userId="7d0a05fc-27ff-4f30-ba91-fd3532e3a0b7" providerId="ADAL" clId="{04B73F48-AE02-4119-B326-8989FCDD1676}" dt="2026-02-09T04:05:43.111" v="858"/>
          <ac:spMkLst>
            <pc:docMk/>
            <pc:sldMk cId="2988389210" sldId="271"/>
            <ac:spMk id="3" creationId="{1B772646-3C02-F9F3-BCD5-562B9BD54C85}"/>
          </ac:spMkLst>
        </pc:spChg>
        <pc:spChg chg="add del mod">
          <ac:chgData name="Stephen Scott" userId="7d0a05fc-27ff-4f30-ba91-fd3532e3a0b7" providerId="ADAL" clId="{04B73F48-AE02-4119-B326-8989FCDD1676}" dt="2026-02-09T04:06:05.600" v="872" actId="26606"/>
          <ac:spMkLst>
            <pc:docMk/>
            <pc:sldMk cId="2988389210" sldId="271"/>
            <ac:spMk id="4" creationId="{105A665F-F52B-5010-3BC3-F237A0F6E5BE}"/>
          </ac:spMkLst>
        </pc:spChg>
        <pc:spChg chg="add del">
          <ac:chgData name="Stephen Scott" userId="7d0a05fc-27ff-4f30-ba91-fd3532e3a0b7" providerId="ADAL" clId="{04B73F48-AE02-4119-B326-8989FCDD1676}" dt="2026-02-09T04:06:03.258" v="865" actId="26606"/>
          <ac:spMkLst>
            <pc:docMk/>
            <pc:sldMk cId="2988389210" sldId="271"/>
            <ac:spMk id="7" creationId="{01A22726-DA03-BCB0-F12E-98258FB7E5C0}"/>
          </ac:spMkLst>
        </pc:spChg>
        <pc:spChg chg="add del">
          <ac:chgData name="Stephen Scott" userId="7d0a05fc-27ff-4f30-ba91-fd3532e3a0b7" providerId="ADAL" clId="{04B73F48-AE02-4119-B326-8989FCDD1676}" dt="2026-02-09T04:05:57.792" v="861" actId="26606"/>
          <ac:spMkLst>
            <pc:docMk/>
            <pc:sldMk cId="2988389210" sldId="271"/>
            <ac:spMk id="10" creationId="{715B9334-3E03-4CA7-3616-4D3C9DC2C7DE}"/>
          </ac:spMkLst>
        </pc:spChg>
        <pc:spChg chg="add del">
          <ac:chgData name="Stephen Scott" userId="7d0a05fc-27ff-4f30-ba91-fd3532e3a0b7" providerId="ADAL" clId="{04B73F48-AE02-4119-B326-8989FCDD1676}" dt="2026-02-09T04:06:03.832" v="867" actId="26606"/>
          <ac:spMkLst>
            <pc:docMk/>
            <pc:sldMk cId="2988389210" sldId="271"/>
            <ac:spMk id="11" creationId="{353CF00F-82D0-0DBA-75D5-1D01B4526C68}"/>
          </ac:spMkLst>
        </pc:spChg>
        <pc:spChg chg="add del">
          <ac:chgData name="Stephen Scott" userId="7d0a05fc-27ff-4f30-ba91-fd3532e3a0b7" providerId="ADAL" clId="{04B73F48-AE02-4119-B326-8989FCDD1676}" dt="2026-02-09T04:06:01.370" v="863" actId="26606"/>
          <ac:spMkLst>
            <pc:docMk/>
            <pc:sldMk cId="2988389210" sldId="271"/>
            <ac:spMk id="12" creationId="{07298112-E571-A160-E3B0-4FC5E3D19112}"/>
          </ac:spMkLst>
        </pc:spChg>
        <pc:spChg chg="add del">
          <ac:chgData name="Stephen Scott" userId="7d0a05fc-27ff-4f30-ba91-fd3532e3a0b7" providerId="ADAL" clId="{04B73F48-AE02-4119-B326-8989FCDD1676}" dt="2026-02-09T04:06:05.123" v="869" actId="26606"/>
          <ac:spMkLst>
            <pc:docMk/>
            <pc:sldMk cId="2988389210" sldId="271"/>
            <ac:spMk id="16" creationId="{353CF00F-82D0-0DBA-75D5-1D01B4526C68}"/>
          </ac:spMkLst>
        </pc:spChg>
        <pc:spChg chg="add del">
          <ac:chgData name="Stephen Scott" userId="7d0a05fc-27ff-4f30-ba91-fd3532e3a0b7" providerId="ADAL" clId="{04B73F48-AE02-4119-B326-8989FCDD1676}" dt="2026-02-09T04:06:05.600" v="871" actId="26606"/>
          <ac:spMkLst>
            <pc:docMk/>
            <pc:sldMk cId="2988389210" sldId="271"/>
            <ac:spMk id="19" creationId="{CBB0869A-0BE5-B3E9-F73D-2F3691E4D932}"/>
          </ac:spMkLst>
        </pc:spChg>
        <pc:spChg chg="add del">
          <ac:chgData name="Stephen Scott" userId="7d0a05fc-27ff-4f30-ba91-fd3532e3a0b7" providerId="ADAL" clId="{04B73F48-AE02-4119-B326-8989FCDD1676}" dt="2026-02-09T04:06:05.600" v="871" actId="26606"/>
          <ac:spMkLst>
            <pc:docMk/>
            <pc:sldMk cId="2988389210" sldId="271"/>
            <ac:spMk id="20" creationId="{105A665F-F52B-5010-3BC3-F237A0F6E5BE}"/>
          </ac:spMkLst>
        </pc:spChg>
        <pc:spChg chg="add">
          <ac:chgData name="Stephen Scott" userId="7d0a05fc-27ff-4f30-ba91-fd3532e3a0b7" providerId="ADAL" clId="{04B73F48-AE02-4119-B326-8989FCDD1676}" dt="2026-02-09T04:06:05.600" v="872" actId="26606"/>
          <ac:spMkLst>
            <pc:docMk/>
            <pc:sldMk cId="2988389210" sldId="271"/>
            <ac:spMk id="23" creationId="{8207B083-EAC0-A5BB-C369-C9589EC7F2F0}"/>
          </ac:spMkLst>
        </pc:spChg>
        <pc:spChg chg="add mod">
          <ac:chgData name="Stephen Scott" userId="7d0a05fc-27ff-4f30-ba91-fd3532e3a0b7" providerId="ADAL" clId="{04B73F48-AE02-4119-B326-8989FCDD1676}" dt="2026-02-09T04:06:10.115" v="874" actId="12"/>
          <ac:spMkLst>
            <pc:docMk/>
            <pc:sldMk cId="2988389210" sldId="271"/>
            <ac:spMk id="25" creationId="{105A665F-F52B-5010-3BC3-F237A0F6E5BE}"/>
          </ac:spMkLst>
        </pc:spChg>
        <pc:graphicFrameChg chg="add del">
          <ac:chgData name="Stephen Scott" userId="7d0a05fc-27ff-4f30-ba91-fd3532e3a0b7" providerId="ADAL" clId="{04B73F48-AE02-4119-B326-8989FCDD1676}" dt="2026-02-09T04:05:57.792" v="861" actId="26606"/>
          <ac:graphicFrameMkLst>
            <pc:docMk/>
            <pc:sldMk cId="2988389210" sldId="271"/>
            <ac:graphicFrameMk id="6" creationId="{BAA8DF05-2A86-A63E-CD92-E7D80ECB4F20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6:03.258" v="865" actId="26606"/>
          <ac:graphicFrameMkLst>
            <pc:docMk/>
            <pc:sldMk cId="2988389210" sldId="271"/>
            <ac:graphicFrameMk id="8" creationId="{6944F0A1-3985-5405-394A-9C013BE0B530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6:01.370" v="863" actId="26606"/>
          <ac:graphicFrameMkLst>
            <pc:docMk/>
            <pc:sldMk cId="2988389210" sldId="271"/>
            <ac:graphicFrameMk id="13" creationId="{D1E3D42D-09A3-C405-1328-EB52F5E7F94B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6:03.832" v="867" actId="26606"/>
          <ac:graphicFrameMkLst>
            <pc:docMk/>
            <pc:sldMk cId="2988389210" sldId="271"/>
            <ac:graphicFrameMk id="14" creationId="{FAE3798E-5EE2-E8B8-28C3-225857C2174E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6:05.123" v="869" actId="26606"/>
          <ac:graphicFrameMkLst>
            <pc:docMk/>
            <pc:sldMk cId="2988389210" sldId="271"/>
            <ac:graphicFrameMk id="17" creationId="{5A00B825-D95F-3F71-5BA6-3A5C5B404D43}"/>
          </ac:graphicFrameMkLst>
        </pc:graphicFrameChg>
        <pc:picChg chg="add del">
          <ac:chgData name="Stephen Scott" userId="7d0a05fc-27ff-4f30-ba91-fd3532e3a0b7" providerId="ADAL" clId="{04B73F48-AE02-4119-B326-8989FCDD1676}" dt="2026-02-09T04:06:05.600" v="871" actId="26606"/>
          <ac:picMkLst>
            <pc:docMk/>
            <pc:sldMk cId="2988389210" sldId="271"/>
            <ac:picMk id="21" creationId="{DECCDD2F-846C-673A-1A49-7427C019C2B2}"/>
          </ac:picMkLst>
        </pc:picChg>
        <pc:picChg chg="add">
          <ac:chgData name="Stephen Scott" userId="7d0a05fc-27ff-4f30-ba91-fd3532e3a0b7" providerId="ADAL" clId="{04B73F48-AE02-4119-B326-8989FCDD1676}" dt="2026-02-09T04:06:05.600" v="872" actId="26606"/>
          <ac:picMkLst>
            <pc:docMk/>
            <pc:sldMk cId="2988389210" sldId="271"/>
            <ac:picMk id="24" creationId="{07507087-B34D-B2E8-A37A-FEF598E3FCD2}"/>
          </ac:picMkLst>
        </pc:picChg>
      </pc:sldChg>
      <pc:sldChg chg="addSp delSp modSp new mod setBg">
        <pc:chgData name="Stephen Scott" userId="7d0a05fc-27ff-4f30-ba91-fd3532e3a0b7" providerId="ADAL" clId="{04B73F48-AE02-4119-B326-8989FCDD1676}" dt="2026-02-09T04:06:36.103" v="884" actId="26606"/>
        <pc:sldMkLst>
          <pc:docMk/>
          <pc:sldMk cId="3865347422" sldId="272"/>
        </pc:sldMkLst>
        <pc:spChg chg="mod">
          <ac:chgData name="Stephen Scott" userId="7d0a05fc-27ff-4f30-ba91-fd3532e3a0b7" providerId="ADAL" clId="{04B73F48-AE02-4119-B326-8989FCDD1676}" dt="2026-02-09T04:06:36.103" v="884" actId="26606"/>
          <ac:spMkLst>
            <pc:docMk/>
            <pc:sldMk cId="3865347422" sldId="272"/>
            <ac:spMk id="2" creationId="{EAFCFE88-1F04-7872-E17A-E457E1B14894}"/>
          </ac:spMkLst>
        </pc:spChg>
        <pc:spChg chg="del">
          <ac:chgData name="Stephen Scott" userId="7d0a05fc-27ff-4f30-ba91-fd3532e3a0b7" providerId="ADAL" clId="{04B73F48-AE02-4119-B326-8989FCDD1676}" dt="2026-02-09T04:06:19.865" v="877"/>
          <ac:spMkLst>
            <pc:docMk/>
            <pc:sldMk cId="3865347422" sldId="272"/>
            <ac:spMk id="3" creationId="{0E832E15-327D-3626-55BC-D985E5C44B51}"/>
          </ac:spMkLst>
        </pc:spChg>
        <pc:spChg chg="add del mod">
          <ac:chgData name="Stephen Scott" userId="7d0a05fc-27ff-4f30-ba91-fd3532e3a0b7" providerId="ADAL" clId="{04B73F48-AE02-4119-B326-8989FCDD1676}" dt="2026-02-09T04:06:28.767" v="883" actId="26606"/>
          <ac:spMkLst>
            <pc:docMk/>
            <pc:sldMk cId="3865347422" sldId="272"/>
            <ac:spMk id="4" creationId="{603C5AF4-C73C-BB83-971C-CC66E02FEB5A}"/>
          </ac:spMkLst>
        </pc:spChg>
        <pc:spChg chg="add del">
          <ac:chgData name="Stephen Scott" userId="7d0a05fc-27ff-4f30-ba91-fd3532e3a0b7" providerId="ADAL" clId="{04B73F48-AE02-4119-B326-8989FCDD1676}" dt="2026-02-09T04:06:28.209" v="880" actId="26606"/>
          <ac:spMkLst>
            <pc:docMk/>
            <pc:sldMk cId="3865347422" sldId="272"/>
            <ac:spMk id="10" creationId="{1A466FCC-26A6-AD0C-513D-472AAABEC282}"/>
          </ac:spMkLst>
        </pc:spChg>
        <pc:spChg chg="add del">
          <ac:chgData name="Stephen Scott" userId="7d0a05fc-27ff-4f30-ba91-fd3532e3a0b7" providerId="ADAL" clId="{04B73F48-AE02-4119-B326-8989FCDD1676}" dt="2026-02-09T04:06:28.751" v="882" actId="26606"/>
          <ac:spMkLst>
            <pc:docMk/>
            <pc:sldMk cId="3865347422" sldId="272"/>
            <ac:spMk id="12" creationId="{353CF00F-82D0-0DBA-75D5-1D01B4526C68}"/>
          </ac:spMkLst>
        </pc:spChg>
        <pc:spChg chg="add del">
          <ac:chgData name="Stephen Scott" userId="7d0a05fc-27ff-4f30-ba91-fd3532e3a0b7" providerId="ADAL" clId="{04B73F48-AE02-4119-B326-8989FCDD1676}" dt="2026-02-09T04:06:36.103" v="884" actId="26606"/>
          <ac:spMkLst>
            <pc:docMk/>
            <pc:sldMk cId="3865347422" sldId="272"/>
            <ac:spMk id="15" creationId="{1A466FCC-26A6-AD0C-513D-472AAABEC282}"/>
          </ac:spMkLst>
        </pc:spChg>
        <pc:spChg chg="add">
          <ac:chgData name="Stephen Scott" userId="7d0a05fc-27ff-4f30-ba91-fd3532e3a0b7" providerId="ADAL" clId="{04B73F48-AE02-4119-B326-8989FCDD1676}" dt="2026-02-09T04:06:36.103" v="884" actId="26606"/>
          <ac:spMkLst>
            <pc:docMk/>
            <pc:sldMk cId="3865347422" sldId="272"/>
            <ac:spMk id="21" creationId="{600DC1B0-7E1A-BD02-3F93-19E6B1B75075}"/>
          </ac:spMkLst>
        </pc:spChg>
        <pc:graphicFrameChg chg="add del">
          <ac:chgData name="Stephen Scott" userId="7d0a05fc-27ff-4f30-ba91-fd3532e3a0b7" providerId="ADAL" clId="{04B73F48-AE02-4119-B326-8989FCDD1676}" dt="2026-02-09T04:06:28.209" v="880" actId="26606"/>
          <ac:graphicFrameMkLst>
            <pc:docMk/>
            <pc:sldMk cId="3865347422" sldId="272"/>
            <ac:graphicFrameMk id="6" creationId="{A07A158A-A776-087C-ACE2-40EBE227D380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4:06:28.751" v="882" actId="26606"/>
          <ac:graphicFrameMkLst>
            <pc:docMk/>
            <pc:sldMk cId="3865347422" sldId="272"/>
            <ac:graphicFrameMk id="13" creationId="{610556F3-47ED-3B95-6590-EE9130A75EDD}"/>
          </ac:graphicFrameMkLst>
        </pc:graphicFrameChg>
        <pc:graphicFrameChg chg="add mod modGraphic">
          <ac:chgData name="Stephen Scott" userId="7d0a05fc-27ff-4f30-ba91-fd3532e3a0b7" providerId="ADAL" clId="{04B73F48-AE02-4119-B326-8989FCDD1676}" dt="2026-02-09T04:06:36.103" v="884" actId="26606"/>
          <ac:graphicFrameMkLst>
            <pc:docMk/>
            <pc:sldMk cId="3865347422" sldId="272"/>
            <ac:graphicFrameMk id="16" creationId="{A07A158A-A776-087C-ACE2-40EBE227D380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6:52.138" v="888" actId="26606"/>
        <pc:sldMkLst>
          <pc:docMk/>
          <pc:sldMk cId="3014606317" sldId="273"/>
        </pc:sldMkLst>
        <pc:spChg chg="mod">
          <ac:chgData name="Stephen Scott" userId="7d0a05fc-27ff-4f30-ba91-fd3532e3a0b7" providerId="ADAL" clId="{04B73F48-AE02-4119-B326-8989FCDD1676}" dt="2026-02-09T04:06:52.138" v="888" actId="26606"/>
          <ac:spMkLst>
            <pc:docMk/>
            <pc:sldMk cId="3014606317" sldId="273"/>
            <ac:spMk id="2" creationId="{D4DEB36B-C43C-3E3B-448F-218D6381540C}"/>
          </ac:spMkLst>
        </pc:spChg>
        <pc:spChg chg="del mod">
          <ac:chgData name="Stephen Scott" userId="7d0a05fc-27ff-4f30-ba91-fd3532e3a0b7" providerId="ADAL" clId="{04B73F48-AE02-4119-B326-8989FCDD1676}" dt="2026-02-09T04:06:52.138" v="888" actId="26606"/>
          <ac:spMkLst>
            <pc:docMk/>
            <pc:sldMk cId="3014606317" sldId="273"/>
            <ac:spMk id="3" creationId="{78A15A15-0179-E671-53FA-E6A3BD5AE012}"/>
          </ac:spMkLst>
        </pc:spChg>
        <pc:spChg chg="add">
          <ac:chgData name="Stephen Scott" userId="7d0a05fc-27ff-4f30-ba91-fd3532e3a0b7" providerId="ADAL" clId="{04B73F48-AE02-4119-B326-8989FCDD1676}" dt="2026-02-09T04:06:52.138" v="888" actId="26606"/>
          <ac:spMkLst>
            <pc:docMk/>
            <pc:sldMk cId="3014606317" sldId="273"/>
            <ac:spMk id="9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6:52.138" v="888" actId="26606"/>
          <ac:graphicFrameMkLst>
            <pc:docMk/>
            <pc:sldMk cId="3014606317" sldId="273"/>
            <ac:graphicFrameMk id="5" creationId="{B63F0692-2A8A-C4DF-07A1-1BF783F1B983}"/>
          </ac:graphicFrameMkLst>
        </pc:graphicFrameChg>
      </pc:sldChg>
      <pc:sldChg chg="addSp delSp modSp new mod setBg">
        <pc:chgData name="Stephen Scott" userId="7d0a05fc-27ff-4f30-ba91-fd3532e3a0b7" providerId="ADAL" clId="{04B73F48-AE02-4119-B326-8989FCDD1676}" dt="2026-02-09T04:07:06.158" v="893" actId="26606"/>
        <pc:sldMkLst>
          <pc:docMk/>
          <pc:sldMk cId="3546835072" sldId="274"/>
        </pc:sldMkLst>
        <pc:spChg chg="mod">
          <ac:chgData name="Stephen Scott" userId="7d0a05fc-27ff-4f30-ba91-fd3532e3a0b7" providerId="ADAL" clId="{04B73F48-AE02-4119-B326-8989FCDD1676}" dt="2026-02-09T04:07:06.158" v="893" actId="26606"/>
          <ac:spMkLst>
            <pc:docMk/>
            <pc:sldMk cId="3546835072" sldId="274"/>
            <ac:spMk id="2" creationId="{9801178C-B016-4CA2-D975-9490B1A2B5D5}"/>
          </ac:spMkLst>
        </pc:spChg>
        <pc:spChg chg="del">
          <ac:chgData name="Stephen Scott" userId="7d0a05fc-27ff-4f30-ba91-fd3532e3a0b7" providerId="ADAL" clId="{04B73F48-AE02-4119-B326-8989FCDD1676}" dt="2026-02-09T04:07:01.019" v="891"/>
          <ac:spMkLst>
            <pc:docMk/>
            <pc:sldMk cId="3546835072" sldId="274"/>
            <ac:spMk id="3" creationId="{065A8CDB-469A-4E00-D1AB-49B3DFCA987F}"/>
          </ac:spMkLst>
        </pc:spChg>
        <pc:spChg chg="add del mod">
          <ac:chgData name="Stephen Scott" userId="7d0a05fc-27ff-4f30-ba91-fd3532e3a0b7" providerId="ADAL" clId="{04B73F48-AE02-4119-B326-8989FCDD1676}" dt="2026-02-09T04:07:06.158" v="893" actId="26606"/>
          <ac:spMkLst>
            <pc:docMk/>
            <pc:sldMk cId="3546835072" sldId="274"/>
            <ac:spMk id="4" creationId="{19D83C28-503D-1803-6E58-DD906AC064D2}"/>
          </ac:spMkLst>
        </pc:spChg>
        <pc:spChg chg="add">
          <ac:chgData name="Stephen Scott" userId="7d0a05fc-27ff-4f30-ba91-fd3532e3a0b7" providerId="ADAL" clId="{04B73F48-AE02-4119-B326-8989FCDD1676}" dt="2026-02-09T04:07:06.158" v="893" actId="26606"/>
          <ac:spMkLst>
            <pc:docMk/>
            <pc:sldMk cId="3546835072" sldId="274"/>
            <ac:spMk id="10" creationId="{600DC1B0-7E1A-BD02-3F93-19E6B1B75075}"/>
          </ac:spMkLst>
        </pc:spChg>
        <pc:graphicFrameChg chg="add">
          <ac:chgData name="Stephen Scott" userId="7d0a05fc-27ff-4f30-ba91-fd3532e3a0b7" providerId="ADAL" clId="{04B73F48-AE02-4119-B326-8989FCDD1676}" dt="2026-02-09T04:07:06.158" v="893" actId="26606"/>
          <ac:graphicFrameMkLst>
            <pc:docMk/>
            <pc:sldMk cId="3546835072" sldId="274"/>
            <ac:graphicFrameMk id="6" creationId="{CE158110-2916-B3A2-EFEA-FF15CC188204}"/>
          </ac:graphicFrameMkLst>
        </pc:graphicFrameChg>
      </pc:sldChg>
      <pc:sldMasterChg chg="del delSldLayout">
        <pc:chgData name="Stephen Scott" userId="7d0a05fc-27ff-4f30-ba91-fd3532e3a0b7" providerId="ADAL" clId="{04B73F48-AE02-4119-B326-8989FCDD1676}" dt="2026-02-09T03:50:07.074" v="49" actId="26606"/>
        <pc:sldMasterMkLst>
          <pc:docMk/>
          <pc:sldMasterMk cId="2822292155" sldId="2147483648"/>
        </pc:sldMasterMkLst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2920097019" sldId="2147483649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504110956" sldId="2147483650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2616098817" sldId="2147483651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3988656084" sldId="2147483652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1100857217" sldId="2147483653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1900927131" sldId="2147483654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3780879659" sldId="2147483655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4207917139" sldId="2147483656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1314922715" sldId="2147483657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3083109242" sldId="2147483658"/>
          </pc:sldLayoutMkLst>
        </pc:sldLayoutChg>
        <pc:sldLayoutChg chg="del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2822292155" sldId="2147483648"/>
            <pc:sldLayoutMk cId="3885566113" sldId="2147483659"/>
          </pc:sldLayoutMkLst>
        </pc:sldLayoutChg>
      </pc:sldMasterChg>
      <pc:sldMasterChg chg="add addSldLayout">
        <pc:chgData name="Stephen Scott" userId="7d0a05fc-27ff-4f30-ba91-fd3532e3a0b7" providerId="ADAL" clId="{04B73F48-AE02-4119-B326-8989FCDD1676}" dt="2026-02-09T03:50:07.074" v="49" actId="26606"/>
        <pc:sldMasterMkLst>
          <pc:docMk/>
          <pc:sldMasterMk cId="379848310" sldId="2147483673"/>
        </pc:sldMasterMkLst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147898623" sldId="2147483662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746923710" sldId="2147483663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725428770" sldId="2147483664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644206290" sldId="2147483665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651601726" sldId="2147483666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285016912" sldId="2147483667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3722483069" sldId="2147483668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1832285027" sldId="2147483669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3643934070" sldId="2147483670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1769744653" sldId="2147483671"/>
          </pc:sldLayoutMkLst>
        </pc:sldLayoutChg>
        <pc:sldLayoutChg chg="add">
          <pc:chgData name="Stephen Scott" userId="7d0a05fc-27ff-4f30-ba91-fd3532e3a0b7" providerId="ADAL" clId="{04B73F48-AE02-4119-B326-8989FCDD1676}" dt="2026-02-09T03:50:07.074" v="49" actId="26606"/>
          <pc:sldLayoutMkLst>
            <pc:docMk/>
            <pc:sldMasterMk cId="379848310" sldId="2147483673"/>
            <pc:sldLayoutMk cId="1058606930" sldId="214748367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18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19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11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ata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90.png"/><Relationship Id="rId7" Type="http://schemas.openxmlformats.org/officeDocument/2006/relationships/image" Target="../media/image64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18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19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11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diagrams/_rels/drawing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90.png"/><Relationship Id="rId7" Type="http://schemas.openxmlformats.org/officeDocument/2006/relationships/image" Target="../media/image64.png"/><Relationship Id="rId2" Type="http://schemas.openxmlformats.org/officeDocument/2006/relationships/image" Target="../media/image89.svg"/><Relationship Id="rId1" Type="http://schemas.openxmlformats.org/officeDocument/2006/relationships/image" Target="../media/image8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0BD67-1EE2-43F1-B7EC-DE409AEBF92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2676D7-323C-49AA-B580-DBA576B5D2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Explore careers in software development</a:t>
          </a:r>
          <a:endParaRPr lang="en-US"/>
        </a:p>
      </dgm:t>
    </dgm:pt>
    <dgm:pt modelId="{7FECB2B8-F269-46DB-A0AC-01272C4BF5B5}" type="parTrans" cxnId="{A98D9AA3-961C-46CE-AB02-241B584FB666}">
      <dgm:prSet/>
      <dgm:spPr/>
      <dgm:t>
        <a:bodyPr/>
        <a:lstStyle/>
        <a:p>
          <a:endParaRPr lang="en-US"/>
        </a:p>
      </dgm:t>
    </dgm:pt>
    <dgm:pt modelId="{A9EFBF68-B4FF-4087-9442-912C4DF632C6}" type="sibTrans" cxnId="{A98D9AA3-961C-46CE-AB02-241B584FB6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CBA0FF-18DD-4DD6-B660-8E451E5DB1E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Explore interests and careers in analysing data</a:t>
          </a:r>
          <a:endParaRPr lang="en-US"/>
        </a:p>
      </dgm:t>
    </dgm:pt>
    <dgm:pt modelId="{4047317B-88F4-468F-BE4E-32737260F889}" type="parTrans" cxnId="{FCA3CB78-B446-48EF-B930-4D3BBA30C3EB}">
      <dgm:prSet/>
      <dgm:spPr/>
      <dgm:t>
        <a:bodyPr/>
        <a:lstStyle/>
        <a:p>
          <a:endParaRPr lang="en-US"/>
        </a:p>
      </dgm:t>
    </dgm:pt>
    <dgm:pt modelId="{2A65D870-6D11-44E7-B32C-7143303B2627}" type="sibTrans" cxnId="{FCA3CB78-B446-48EF-B930-4D3BBA30C3EB}">
      <dgm:prSet/>
      <dgm:spPr/>
      <dgm:t>
        <a:bodyPr/>
        <a:lstStyle/>
        <a:p>
          <a:endParaRPr lang="en-US"/>
        </a:p>
      </dgm:t>
    </dgm:pt>
    <dgm:pt modelId="{58533E83-7A71-4853-BA66-C173511E6217}" type="pres">
      <dgm:prSet presAssocID="{8580BD67-1EE2-43F1-B7EC-DE409AEBF92D}" presName="root" presStyleCnt="0">
        <dgm:presLayoutVars>
          <dgm:dir/>
          <dgm:resizeHandles val="exact"/>
        </dgm:presLayoutVars>
      </dgm:prSet>
      <dgm:spPr/>
    </dgm:pt>
    <dgm:pt modelId="{23CEBA57-3240-4AC8-825B-A6B5C168312D}" type="pres">
      <dgm:prSet presAssocID="{8580BD67-1EE2-43F1-B7EC-DE409AEBF92D}" presName="container" presStyleCnt="0">
        <dgm:presLayoutVars>
          <dgm:dir/>
          <dgm:resizeHandles val="exact"/>
        </dgm:presLayoutVars>
      </dgm:prSet>
      <dgm:spPr/>
    </dgm:pt>
    <dgm:pt modelId="{0049A585-9D20-4CCD-8040-A0C1A6D4C19B}" type="pres">
      <dgm:prSet presAssocID="{C82676D7-323C-49AA-B580-DBA576B5D2C1}" presName="compNode" presStyleCnt="0"/>
      <dgm:spPr/>
    </dgm:pt>
    <dgm:pt modelId="{033D4E80-05DF-441E-847F-F7A1AFE15FBE}" type="pres">
      <dgm:prSet presAssocID="{C82676D7-323C-49AA-B580-DBA576B5D2C1}" presName="iconBgRect" presStyleLbl="bgShp" presStyleIdx="0" presStyleCnt="2"/>
      <dgm:spPr/>
    </dgm:pt>
    <dgm:pt modelId="{4CD55FED-F182-4AB6-99EB-16624018CD60}" type="pres">
      <dgm:prSet presAssocID="{C82676D7-323C-49AA-B580-DBA576B5D2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A6057EF-ECBC-4510-AF25-8FD2169E3A30}" type="pres">
      <dgm:prSet presAssocID="{C82676D7-323C-49AA-B580-DBA576B5D2C1}" presName="spaceRect" presStyleCnt="0"/>
      <dgm:spPr/>
    </dgm:pt>
    <dgm:pt modelId="{5D2A312D-6381-474E-A14B-D6DE3363C39A}" type="pres">
      <dgm:prSet presAssocID="{C82676D7-323C-49AA-B580-DBA576B5D2C1}" presName="textRect" presStyleLbl="revTx" presStyleIdx="0" presStyleCnt="2">
        <dgm:presLayoutVars>
          <dgm:chMax val="1"/>
          <dgm:chPref val="1"/>
        </dgm:presLayoutVars>
      </dgm:prSet>
      <dgm:spPr/>
    </dgm:pt>
    <dgm:pt modelId="{F6655BB1-19F8-4AB6-914D-887CDF9B8C76}" type="pres">
      <dgm:prSet presAssocID="{A9EFBF68-B4FF-4087-9442-912C4DF632C6}" presName="sibTrans" presStyleLbl="sibTrans2D1" presStyleIdx="0" presStyleCnt="0"/>
      <dgm:spPr/>
    </dgm:pt>
    <dgm:pt modelId="{E63A0054-2696-4BB0-B563-F4D3FC2355E9}" type="pres">
      <dgm:prSet presAssocID="{A7CBA0FF-18DD-4DD6-B660-8E451E5DB1E2}" presName="compNode" presStyleCnt="0"/>
      <dgm:spPr/>
    </dgm:pt>
    <dgm:pt modelId="{A73F1695-A017-4955-B4A1-E0B8FD4C089D}" type="pres">
      <dgm:prSet presAssocID="{A7CBA0FF-18DD-4DD6-B660-8E451E5DB1E2}" presName="iconBgRect" presStyleLbl="bgShp" presStyleIdx="1" presStyleCnt="2"/>
      <dgm:spPr/>
    </dgm:pt>
    <dgm:pt modelId="{345DB512-6A4D-42A0-BB7B-4E0A7ABAE37F}" type="pres">
      <dgm:prSet presAssocID="{A7CBA0FF-18DD-4DD6-B660-8E451E5DB1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E84F503-0711-4682-9AE5-8F9F6989D46B}" type="pres">
      <dgm:prSet presAssocID="{A7CBA0FF-18DD-4DD6-B660-8E451E5DB1E2}" presName="spaceRect" presStyleCnt="0"/>
      <dgm:spPr/>
    </dgm:pt>
    <dgm:pt modelId="{35DCDA93-4104-4131-8692-DA0BFFFF4FBF}" type="pres">
      <dgm:prSet presAssocID="{A7CBA0FF-18DD-4DD6-B660-8E451E5DB1E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CA3CB78-B446-48EF-B930-4D3BBA30C3EB}" srcId="{8580BD67-1EE2-43F1-B7EC-DE409AEBF92D}" destId="{A7CBA0FF-18DD-4DD6-B660-8E451E5DB1E2}" srcOrd="1" destOrd="0" parTransId="{4047317B-88F4-468F-BE4E-32737260F889}" sibTransId="{2A65D870-6D11-44E7-B32C-7143303B2627}"/>
    <dgm:cxn modelId="{B535AD7C-4BF2-46F6-BF85-95A85310C465}" type="presOf" srcId="{C82676D7-323C-49AA-B580-DBA576B5D2C1}" destId="{5D2A312D-6381-474E-A14B-D6DE3363C39A}" srcOrd="0" destOrd="0" presId="urn:microsoft.com/office/officeart/2018/2/layout/IconCircleList"/>
    <dgm:cxn modelId="{A98D9AA3-961C-46CE-AB02-241B584FB666}" srcId="{8580BD67-1EE2-43F1-B7EC-DE409AEBF92D}" destId="{C82676D7-323C-49AA-B580-DBA576B5D2C1}" srcOrd="0" destOrd="0" parTransId="{7FECB2B8-F269-46DB-A0AC-01272C4BF5B5}" sibTransId="{A9EFBF68-B4FF-4087-9442-912C4DF632C6}"/>
    <dgm:cxn modelId="{7355E9AE-39FD-406D-967D-1E3C12E2ACE8}" type="presOf" srcId="{A9EFBF68-B4FF-4087-9442-912C4DF632C6}" destId="{F6655BB1-19F8-4AB6-914D-887CDF9B8C76}" srcOrd="0" destOrd="0" presId="urn:microsoft.com/office/officeart/2018/2/layout/IconCircleList"/>
    <dgm:cxn modelId="{1F4D50B3-A8B3-40FF-897D-28EF8040B635}" type="presOf" srcId="{8580BD67-1EE2-43F1-B7EC-DE409AEBF92D}" destId="{58533E83-7A71-4853-BA66-C173511E6217}" srcOrd="0" destOrd="0" presId="urn:microsoft.com/office/officeart/2018/2/layout/IconCircleList"/>
    <dgm:cxn modelId="{D2747AC2-F102-431C-9809-5B897BAFD284}" type="presOf" srcId="{A7CBA0FF-18DD-4DD6-B660-8E451E5DB1E2}" destId="{35DCDA93-4104-4131-8692-DA0BFFFF4FBF}" srcOrd="0" destOrd="0" presId="urn:microsoft.com/office/officeart/2018/2/layout/IconCircleList"/>
    <dgm:cxn modelId="{1CAAA568-0728-4632-BEC3-049D99477E04}" type="presParOf" srcId="{58533E83-7A71-4853-BA66-C173511E6217}" destId="{23CEBA57-3240-4AC8-825B-A6B5C168312D}" srcOrd="0" destOrd="0" presId="urn:microsoft.com/office/officeart/2018/2/layout/IconCircleList"/>
    <dgm:cxn modelId="{1315981E-7EEA-4F0E-9C59-0D4618A83790}" type="presParOf" srcId="{23CEBA57-3240-4AC8-825B-A6B5C168312D}" destId="{0049A585-9D20-4CCD-8040-A0C1A6D4C19B}" srcOrd="0" destOrd="0" presId="urn:microsoft.com/office/officeart/2018/2/layout/IconCircleList"/>
    <dgm:cxn modelId="{8F6A5CB8-6724-4E3A-B11B-8CA120C85852}" type="presParOf" srcId="{0049A585-9D20-4CCD-8040-A0C1A6D4C19B}" destId="{033D4E80-05DF-441E-847F-F7A1AFE15FBE}" srcOrd="0" destOrd="0" presId="urn:microsoft.com/office/officeart/2018/2/layout/IconCircleList"/>
    <dgm:cxn modelId="{04F1824E-9DFC-4742-94D4-34A14D8F3D24}" type="presParOf" srcId="{0049A585-9D20-4CCD-8040-A0C1A6D4C19B}" destId="{4CD55FED-F182-4AB6-99EB-16624018CD60}" srcOrd="1" destOrd="0" presId="urn:microsoft.com/office/officeart/2018/2/layout/IconCircleList"/>
    <dgm:cxn modelId="{8FA3B8F7-EBBF-429A-B8C4-B640F694DEAC}" type="presParOf" srcId="{0049A585-9D20-4CCD-8040-A0C1A6D4C19B}" destId="{EA6057EF-ECBC-4510-AF25-8FD2169E3A30}" srcOrd="2" destOrd="0" presId="urn:microsoft.com/office/officeart/2018/2/layout/IconCircleList"/>
    <dgm:cxn modelId="{73C64DCD-1D15-4101-87A1-6E117EC32316}" type="presParOf" srcId="{0049A585-9D20-4CCD-8040-A0C1A6D4C19B}" destId="{5D2A312D-6381-474E-A14B-D6DE3363C39A}" srcOrd="3" destOrd="0" presId="urn:microsoft.com/office/officeart/2018/2/layout/IconCircleList"/>
    <dgm:cxn modelId="{EE445682-8FA5-4867-9F10-9CEEB5F2347E}" type="presParOf" srcId="{23CEBA57-3240-4AC8-825B-A6B5C168312D}" destId="{F6655BB1-19F8-4AB6-914D-887CDF9B8C76}" srcOrd="1" destOrd="0" presId="urn:microsoft.com/office/officeart/2018/2/layout/IconCircleList"/>
    <dgm:cxn modelId="{F2DF80F5-A62A-4B93-8040-06AC8D2B1A33}" type="presParOf" srcId="{23CEBA57-3240-4AC8-825B-A6B5C168312D}" destId="{E63A0054-2696-4BB0-B563-F4D3FC2355E9}" srcOrd="2" destOrd="0" presId="urn:microsoft.com/office/officeart/2018/2/layout/IconCircleList"/>
    <dgm:cxn modelId="{B962B840-625D-48F8-9686-7B13B62CA0E7}" type="presParOf" srcId="{E63A0054-2696-4BB0-B563-F4D3FC2355E9}" destId="{A73F1695-A017-4955-B4A1-E0B8FD4C089D}" srcOrd="0" destOrd="0" presId="urn:microsoft.com/office/officeart/2018/2/layout/IconCircleList"/>
    <dgm:cxn modelId="{2D23CDD4-B433-4949-8932-53F7FEFCB0C8}" type="presParOf" srcId="{E63A0054-2696-4BB0-B563-F4D3FC2355E9}" destId="{345DB512-6A4D-42A0-BB7B-4E0A7ABAE37F}" srcOrd="1" destOrd="0" presId="urn:microsoft.com/office/officeart/2018/2/layout/IconCircleList"/>
    <dgm:cxn modelId="{B9F13100-AA2E-4EB8-B870-C6D6F139C592}" type="presParOf" srcId="{E63A0054-2696-4BB0-B563-F4D3FC2355E9}" destId="{6E84F503-0711-4682-9AE5-8F9F6989D46B}" srcOrd="2" destOrd="0" presId="urn:microsoft.com/office/officeart/2018/2/layout/IconCircleList"/>
    <dgm:cxn modelId="{17D90798-B15D-405A-843F-9B7C83F0EFC4}" type="presParOf" srcId="{E63A0054-2696-4BB0-B563-F4D3FC2355E9}" destId="{35DCDA93-4104-4131-8692-DA0BFFFF4FB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9E217E-83F4-4AC4-8285-F8E8428855F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AE819D-FCA1-4C64-8017-E90C2E3D3F5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I can describe a broad range of roles in computing</a:t>
          </a:r>
          <a:endParaRPr lang="en-US"/>
        </a:p>
      </dgm:t>
    </dgm:pt>
    <dgm:pt modelId="{0F78DA37-1487-4B39-AA07-A03EE0816CB4}" type="parTrans" cxnId="{DB7EE122-72AC-49B3-899D-9E0D70AFA589}">
      <dgm:prSet/>
      <dgm:spPr/>
      <dgm:t>
        <a:bodyPr/>
        <a:lstStyle/>
        <a:p>
          <a:endParaRPr lang="en-US"/>
        </a:p>
      </dgm:t>
    </dgm:pt>
    <dgm:pt modelId="{041E0771-BFE9-496D-87E3-103C1B90905A}" type="sibTrans" cxnId="{DB7EE122-72AC-49B3-899D-9E0D70AFA5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D4C2F67-6FA6-4AEA-AF37-2BD2C66CD2B1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I can compare users, developers, operators and management.</a:t>
          </a:r>
          <a:endParaRPr lang="en-US" dirty="0"/>
        </a:p>
      </dgm:t>
    </dgm:pt>
    <dgm:pt modelId="{AD15DD96-AF59-469D-89E9-3C3027EBDFD8}" type="parTrans" cxnId="{F32432CF-4A53-4C17-AAE1-6D33C4500E25}">
      <dgm:prSet/>
      <dgm:spPr/>
      <dgm:t>
        <a:bodyPr/>
        <a:lstStyle/>
        <a:p>
          <a:endParaRPr lang="en-US"/>
        </a:p>
      </dgm:t>
    </dgm:pt>
    <dgm:pt modelId="{51ED73B0-E3B2-4F94-8BE4-1FCD0AAD07D4}" type="sibTrans" cxnId="{F32432CF-4A53-4C17-AAE1-6D33C4500E25}">
      <dgm:prSet/>
      <dgm:spPr/>
      <dgm:t>
        <a:bodyPr/>
        <a:lstStyle/>
        <a:p>
          <a:endParaRPr lang="en-US"/>
        </a:p>
      </dgm:t>
    </dgm:pt>
    <dgm:pt modelId="{A91A5E68-55C5-414E-A572-99EE427600F8}" type="pres">
      <dgm:prSet presAssocID="{5F9E217E-83F4-4AC4-8285-F8E8428855F1}" presName="root" presStyleCnt="0">
        <dgm:presLayoutVars>
          <dgm:dir/>
          <dgm:resizeHandles val="exact"/>
        </dgm:presLayoutVars>
      </dgm:prSet>
      <dgm:spPr/>
    </dgm:pt>
    <dgm:pt modelId="{EE00E1C4-D1D1-4769-A239-E2ECDFD2032D}" type="pres">
      <dgm:prSet presAssocID="{5F9E217E-83F4-4AC4-8285-F8E8428855F1}" presName="container" presStyleCnt="0">
        <dgm:presLayoutVars>
          <dgm:dir/>
          <dgm:resizeHandles val="exact"/>
        </dgm:presLayoutVars>
      </dgm:prSet>
      <dgm:spPr/>
    </dgm:pt>
    <dgm:pt modelId="{02E93E94-4273-448D-96A6-56683C5C5B9A}" type="pres">
      <dgm:prSet presAssocID="{FAAE819D-FCA1-4C64-8017-E90C2E3D3F5A}" presName="compNode" presStyleCnt="0"/>
      <dgm:spPr/>
    </dgm:pt>
    <dgm:pt modelId="{64664B1D-C5B2-4C09-B90E-0077699E31C4}" type="pres">
      <dgm:prSet presAssocID="{FAAE819D-FCA1-4C64-8017-E90C2E3D3F5A}" presName="iconBgRect" presStyleLbl="bgShp" presStyleIdx="0" presStyleCnt="2"/>
      <dgm:spPr/>
    </dgm:pt>
    <dgm:pt modelId="{E9C6A3C9-CFF5-4AB2-8ED9-E70347648BA8}" type="pres">
      <dgm:prSet presAssocID="{FAAE819D-FCA1-4C64-8017-E90C2E3D3F5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AD7807F-F94E-483A-ADD8-F810DF50A72E}" type="pres">
      <dgm:prSet presAssocID="{FAAE819D-FCA1-4C64-8017-E90C2E3D3F5A}" presName="spaceRect" presStyleCnt="0"/>
      <dgm:spPr/>
    </dgm:pt>
    <dgm:pt modelId="{31A22B1E-E469-4B20-926B-7B0710CEF3F8}" type="pres">
      <dgm:prSet presAssocID="{FAAE819D-FCA1-4C64-8017-E90C2E3D3F5A}" presName="textRect" presStyleLbl="revTx" presStyleIdx="0" presStyleCnt="2">
        <dgm:presLayoutVars>
          <dgm:chMax val="1"/>
          <dgm:chPref val="1"/>
        </dgm:presLayoutVars>
      </dgm:prSet>
      <dgm:spPr/>
    </dgm:pt>
    <dgm:pt modelId="{6DB32071-676F-449D-9DC0-DED8BD9E42C4}" type="pres">
      <dgm:prSet presAssocID="{041E0771-BFE9-496D-87E3-103C1B90905A}" presName="sibTrans" presStyleLbl="sibTrans2D1" presStyleIdx="0" presStyleCnt="0"/>
      <dgm:spPr/>
    </dgm:pt>
    <dgm:pt modelId="{781D3CBB-9A66-4B66-A3EA-CB895776DBE9}" type="pres">
      <dgm:prSet presAssocID="{1D4C2F67-6FA6-4AEA-AF37-2BD2C66CD2B1}" presName="compNode" presStyleCnt="0"/>
      <dgm:spPr/>
    </dgm:pt>
    <dgm:pt modelId="{6F2D0ACA-7C86-4433-9B62-1440660F9847}" type="pres">
      <dgm:prSet presAssocID="{1D4C2F67-6FA6-4AEA-AF37-2BD2C66CD2B1}" presName="iconBgRect" presStyleLbl="bgShp" presStyleIdx="1" presStyleCnt="2"/>
      <dgm:spPr/>
    </dgm:pt>
    <dgm:pt modelId="{90077725-BE46-4CA9-897B-7AE26F9C0395}" type="pres">
      <dgm:prSet presAssocID="{1D4C2F67-6FA6-4AEA-AF37-2BD2C66CD2B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A8E2DBE-D040-40C7-AE96-CDA0561B946B}" type="pres">
      <dgm:prSet presAssocID="{1D4C2F67-6FA6-4AEA-AF37-2BD2C66CD2B1}" presName="spaceRect" presStyleCnt="0"/>
      <dgm:spPr/>
    </dgm:pt>
    <dgm:pt modelId="{3CF333FB-A83E-48DD-91D6-BF48D0C4404B}" type="pres">
      <dgm:prSet presAssocID="{1D4C2F67-6FA6-4AEA-AF37-2BD2C66CD2B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B7EE122-72AC-49B3-899D-9E0D70AFA589}" srcId="{5F9E217E-83F4-4AC4-8285-F8E8428855F1}" destId="{FAAE819D-FCA1-4C64-8017-E90C2E3D3F5A}" srcOrd="0" destOrd="0" parTransId="{0F78DA37-1487-4B39-AA07-A03EE0816CB4}" sibTransId="{041E0771-BFE9-496D-87E3-103C1B90905A}"/>
    <dgm:cxn modelId="{E0E5485C-0F26-4473-8282-96A3C3928C14}" type="presOf" srcId="{041E0771-BFE9-496D-87E3-103C1B90905A}" destId="{6DB32071-676F-449D-9DC0-DED8BD9E42C4}" srcOrd="0" destOrd="0" presId="urn:microsoft.com/office/officeart/2018/2/layout/IconCircleList"/>
    <dgm:cxn modelId="{85795146-0C9E-4BE4-888B-A4E16E446EAA}" type="presOf" srcId="{5F9E217E-83F4-4AC4-8285-F8E8428855F1}" destId="{A91A5E68-55C5-414E-A572-99EE427600F8}" srcOrd="0" destOrd="0" presId="urn:microsoft.com/office/officeart/2018/2/layout/IconCircleList"/>
    <dgm:cxn modelId="{94DE9658-FD18-4811-BCBC-7653F6949AEE}" type="presOf" srcId="{FAAE819D-FCA1-4C64-8017-E90C2E3D3F5A}" destId="{31A22B1E-E469-4B20-926B-7B0710CEF3F8}" srcOrd="0" destOrd="0" presId="urn:microsoft.com/office/officeart/2018/2/layout/IconCircleList"/>
    <dgm:cxn modelId="{4D10AD9B-A017-4AE0-B519-332A34C134EA}" type="presOf" srcId="{1D4C2F67-6FA6-4AEA-AF37-2BD2C66CD2B1}" destId="{3CF333FB-A83E-48DD-91D6-BF48D0C4404B}" srcOrd="0" destOrd="0" presId="urn:microsoft.com/office/officeart/2018/2/layout/IconCircleList"/>
    <dgm:cxn modelId="{F32432CF-4A53-4C17-AAE1-6D33C4500E25}" srcId="{5F9E217E-83F4-4AC4-8285-F8E8428855F1}" destId="{1D4C2F67-6FA6-4AEA-AF37-2BD2C66CD2B1}" srcOrd="1" destOrd="0" parTransId="{AD15DD96-AF59-469D-89E9-3C3027EBDFD8}" sibTransId="{51ED73B0-E3B2-4F94-8BE4-1FCD0AAD07D4}"/>
    <dgm:cxn modelId="{912637FF-3492-413D-8DA6-226EEB940826}" type="presParOf" srcId="{A91A5E68-55C5-414E-A572-99EE427600F8}" destId="{EE00E1C4-D1D1-4769-A239-E2ECDFD2032D}" srcOrd="0" destOrd="0" presId="urn:microsoft.com/office/officeart/2018/2/layout/IconCircleList"/>
    <dgm:cxn modelId="{3F7F5A65-5CF1-44F0-8FA2-D89C04F00DF8}" type="presParOf" srcId="{EE00E1C4-D1D1-4769-A239-E2ECDFD2032D}" destId="{02E93E94-4273-448D-96A6-56683C5C5B9A}" srcOrd="0" destOrd="0" presId="urn:microsoft.com/office/officeart/2018/2/layout/IconCircleList"/>
    <dgm:cxn modelId="{D8ECD940-2F5A-4085-9812-5A69B852A05D}" type="presParOf" srcId="{02E93E94-4273-448D-96A6-56683C5C5B9A}" destId="{64664B1D-C5B2-4C09-B90E-0077699E31C4}" srcOrd="0" destOrd="0" presId="urn:microsoft.com/office/officeart/2018/2/layout/IconCircleList"/>
    <dgm:cxn modelId="{1BDB99B8-1B50-4B00-855F-230A9EA90034}" type="presParOf" srcId="{02E93E94-4273-448D-96A6-56683C5C5B9A}" destId="{E9C6A3C9-CFF5-4AB2-8ED9-E70347648BA8}" srcOrd="1" destOrd="0" presId="urn:microsoft.com/office/officeart/2018/2/layout/IconCircleList"/>
    <dgm:cxn modelId="{BDD9A63A-C591-4B7E-8A95-D1139A69891C}" type="presParOf" srcId="{02E93E94-4273-448D-96A6-56683C5C5B9A}" destId="{1AD7807F-F94E-483A-ADD8-F810DF50A72E}" srcOrd="2" destOrd="0" presId="urn:microsoft.com/office/officeart/2018/2/layout/IconCircleList"/>
    <dgm:cxn modelId="{C9EAC125-C6F0-4E57-8B2A-A618EF061851}" type="presParOf" srcId="{02E93E94-4273-448D-96A6-56683C5C5B9A}" destId="{31A22B1E-E469-4B20-926B-7B0710CEF3F8}" srcOrd="3" destOrd="0" presId="urn:microsoft.com/office/officeart/2018/2/layout/IconCircleList"/>
    <dgm:cxn modelId="{7B4EB654-77B0-4D7C-BE86-73BC0A776395}" type="presParOf" srcId="{EE00E1C4-D1D1-4769-A239-E2ECDFD2032D}" destId="{6DB32071-676F-449D-9DC0-DED8BD9E42C4}" srcOrd="1" destOrd="0" presId="urn:microsoft.com/office/officeart/2018/2/layout/IconCircleList"/>
    <dgm:cxn modelId="{3084989A-CADB-4B03-AF64-D5A30F524800}" type="presParOf" srcId="{EE00E1C4-D1D1-4769-A239-E2ECDFD2032D}" destId="{781D3CBB-9A66-4B66-A3EA-CB895776DBE9}" srcOrd="2" destOrd="0" presId="urn:microsoft.com/office/officeart/2018/2/layout/IconCircleList"/>
    <dgm:cxn modelId="{81CC33D9-3AF0-4D48-A53A-512535F10037}" type="presParOf" srcId="{781D3CBB-9A66-4B66-A3EA-CB895776DBE9}" destId="{6F2D0ACA-7C86-4433-9B62-1440660F9847}" srcOrd="0" destOrd="0" presId="urn:microsoft.com/office/officeart/2018/2/layout/IconCircleList"/>
    <dgm:cxn modelId="{3EF096C9-B903-469E-84E3-7C87C5B0EB4D}" type="presParOf" srcId="{781D3CBB-9A66-4B66-A3EA-CB895776DBE9}" destId="{90077725-BE46-4CA9-897B-7AE26F9C0395}" srcOrd="1" destOrd="0" presId="urn:microsoft.com/office/officeart/2018/2/layout/IconCircleList"/>
    <dgm:cxn modelId="{3A8AAC10-EA4D-4C5C-A1C4-155860659CE4}" type="presParOf" srcId="{781D3CBB-9A66-4B66-A3EA-CB895776DBE9}" destId="{EA8E2DBE-D040-40C7-AE96-CDA0561B946B}" srcOrd="2" destOrd="0" presId="urn:microsoft.com/office/officeart/2018/2/layout/IconCircleList"/>
    <dgm:cxn modelId="{BB8CD039-6B50-4CF3-97E4-E3F20DA9658F}" type="presParOf" srcId="{781D3CBB-9A66-4B66-A3EA-CB895776DBE9}" destId="{3CF333FB-A83E-48DD-91D6-BF48D0C4404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30A828-FA35-4A4A-9C99-7EA7BFAEAD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ADE15F-ADA1-4513-93C4-9D6B15C93147}">
      <dgm:prSet/>
      <dgm:spPr/>
      <dgm:t>
        <a:bodyPr/>
        <a:lstStyle/>
        <a:p>
          <a:r>
            <a:rPr lang="en-US" b="0" i="0" baseline="0"/>
            <a:t>Information systems rely on </a:t>
          </a:r>
          <a:r>
            <a:rPr lang="en-US" b="1" i="0" baseline="0"/>
            <a:t>people and processes</a:t>
          </a:r>
          <a:endParaRPr lang="en-US"/>
        </a:p>
      </dgm:t>
    </dgm:pt>
    <dgm:pt modelId="{33EC14A9-A673-4777-A8ED-ADFC32F6627F}" type="parTrans" cxnId="{FD272F35-85C1-4CF2-9219-DEFC98A48F5A}">
      <dgm:prSet/>
      <dgm:spPr/>
      <dgm:t>
        <a:bodyPr/>
        <a:lstStyle/>
        <a:p>
          <a:endParaRPr lang="en-US"/>
        </a:p>
      </dgm:t>
    </dgm:pt>
    <dgm:pt modelId="{BEB6CCD4-E106-46A4-A287-5E1BFB24B802}" type="sibTrans" cxnId="{FD272F35-85C1-4CF2-9219-DEFC98A48F5A}">
      <dgm:prSet/>
      <dgm:spPr/>
      <dgm:t>
        <a:bodyPr/>
        <a:lstStyle/>
        <a:p>
          <a:endParaRPr lang="en-US"/>
        </a:p>
      </dgm:t>
    </dgm:pt>
    <dgm:pt modelId="{CE8F3975-D4DA-4DBB-B741-32D14E9A2A69}">
      <dgm:prSet/>
      <dgm:spPr/>
      <dgm:t>
        <a:bodyPr/>
        <a:lstStyle/>
        <a:p>
          <a:r>
            <a:rPr lang="en-US" b="0" i="0" baseline="0"/>
            <a:t>Two main groups are involved:</a:t>
          </a:r>
          <a:endParaRPr lang="en-US"/>
        </a:p>
      </dgm:t>
    </dgm:pt>
    <dgm:pt modelId="{6510D4AA-55B9-4038-B67D-CE69342250FF}" type="parTrans" cxnId="{8F5D48B4-8C2B-4C73-84E0-9959573760E0}">
      <dgm:prSet/>
      <dgm:spPr/>
      <dgm:t>
        <a:bodyPr/>
        <a:lstStyle/>
        <a:p>
          <a:endParaRPr lang="en-US"/>
        </a:p>
      </dgm:t>
    </dgm:pt>
    <dgm:pt modelId="{37617586-E23A-479B-BDB4-F5C512126F1B}" type="sibTrans" cxnId="{8F5D48B4-8C2B-4C73-84E0-9959573760E0}">
      <dgm:prSet/>
      <dgm:spPr/>
      <dgm:t>
        <a:bodyPr/>
        <a:lstStyle/>
        <a:p>
          <a:endParaRPr lang="en-US"/>
        </a:p>
      </dgm:t>
    </dgm:pt>
    <dgm:pt modelId="{871C9C86-5FCA-4AED-A9C8-669B3182269E}">
      <dgm:prSet/>
      <dgm:spPr/>
      <dgm:t>
        <a:bodyPr/>
        <a:lstStyle/>
        <a:p>
          <a:r>
            <a:rPr lang="en-US" b="1" i="0" baseline="0"/>
            <a:t>Users</a:t>
          </a:r>
          <a:endParaRPr lang="en-US"/>
        </a:p>
      </dgm:t>
    </dgm:pt>
    <dgm:pt modelId="{A26D7247-4AA3-4CAE-B907-3D885EA42400}" type="parTrans" cxnId="{2665C794-4E3E-413B-BF80-C243F9E55B66}">
      <dgm:prSet/>
      <dgm:spPr/>
      <dgm:t>
        <a:bodyPr/>
        <a:lstStyle/>
        <a:p>
          <a:endParaRPr lang="en-US"/>
        </a:p>
      </dgm:t>
    </dgm:pt>
    <dgm:pt modelId="{7F9A722E-9F62-4002-9C87-4BF68C10725B}" type="sibTrans" cxnId="{2665C794-4E3E-413B-BF80-C243F9E55B66}">
      <dgm:prSet/>
      <dgm:spPr/>
      <dgm:t>
        <a:bodyPr/>
        <a:lstStyle/>
        <a:p>
          <a:endParaRPr lang="en-US"/>
        </a:p>
      </dgm:t>
    </dgm:pt>
    <dgm:pt modelId="{50EC7D17-C722-4A33-9E67-AEE76C10EEB4}">
      <dgm:prSet/>
      <dgm:spPr/>
      <dgm:t>
        <a:bodyPr/>
        <a:lstStyle/>
        <a:p>
          <a:r>
            <a:rPr lang="en-US" b="1" i="0" baseline="0"/>
            <a:t>Technical experts</a:t>
          </a:r>
          <a:endParaRPr lang="en-US"/>
        </a:p>
      </dgm:t>
    </dgm:pt>
    <dgm:pt modelId="{9779E6C2-DA5B-496D-BEED-1F4B21DE563A}" type="parTrans" cxnId="{27877BA2-3A15-4514-92FF-AD292E30B06A}">
      <dgm:prSet/>
      <dgm:spPr/>
      <dgm:t>
        <a:bodyPr/>
        <a:lstStyle/>
        <a:p>
          <a:endParaRPr lang="en-US"/>
        </a:p>
      </dgm:t>
    </dgm:pt>
    <dgm:pt modelId="{579F60BC-5554-443C-A2D5-7AD728B2DD80}" type="sibTrans" cxnId="{27877BA2-3A15-4514-92FF-AD292E30B06A}">
      <dgm:prSet/>
      <dgm:spPr/>
      <dgm:t>
        <a:bodyPr/>
        <a:lstStyle/>
        <a:p>
          <a:endParaRPr lang="en-US"/>
        </a:p>
      </dgm:t>
    </dgm:pt>
    <dgm:pt modelId="{1E76222A-6CC3-4748-A55C-220F88B76DB9}">
      <dgm:prSet/>
      <dgm:spPr/>
      <dgm:t>
        <a:bodyPr/>
        <a:lstStyle/>
        <a:p>
          <a:r>
            <a:rPr lang="en-US" b="0" i="0" baseline="0"/>
            <a:t>People are involved in:</a:t>
          </a:r>
          <a:endParaRPr lang="en-US"/>
        </a:p>
      </dgm:t>
    </dgm:pt>
    <dgm:pt modelId="{E280DB28-0C70-4A7F-9188-012855E5182E}" type="parTrans" cxnId="{88B17437-30A5-4CD4-8797-69369BB7A9A6}">
      <dgm:prSet/>
      <dgm:spPr/>
      <dgm:t>
        <a:bodyPr/>
        <a:lstStyle/>
        <a:p>
          <a:endParaRPr lang="en-US"/>
        </a:p>
      </dgm:t>
    </dgm:pt>
    <dgm:pt modelId="{9ED2DF6B-B67E-4A49-BB29-79DDBE61E604}" type="sibTrans" cxnId="{88B17437-30A5-4CD4-8797-69369BB7A9A6}">
      <dgm:prSet/>
      <dgm:spPr/>
      <dgm:t>
        <a:bodyPr/>
        <a:lstStyle/>
        <a:p>
          <a:endParaRPr lang="en-US"/>
        </a:p>
      </dgm:t>
    </dgm:pt>
    <dgm:pt modelId="{F48F4DC9-3B02-4CDA-B086-F939CC467512}">
      <dgm:prSet/>
      <dgm:spPr/>
      <dgm:t>
        <a:bodyPr/>
        <a:lstStyle/>
        <a:p>
          <a:r>
            <a:rPr lang="en-US" b="0" i="0" baseline="0"/>
            <a:t>Development</a:t>
          </a:r>
          <a:endParaRPr lang="en-US"/>
        </a:p>
      </dgm:t>
    </dgm:pt>
    <dgm:pt modelId="{976B0CBA-7E0F-4C0C-AE77-BCD9BD97EC0A}" type="parTrans" cxnId="{E814AAD7-BE56-49DF-99B2-CE4243D2529E}">
      <dgm:prSet/>
      <dgm:spPr/>
      <dgm:t>
        <a:bodyPr/>
        <a:lstStyle/>
        <a:p>
          <a:endParaRPr lang="en-US"/>
        </a:p>
      </dgm:t>
    </dgm:pt>
    <dgm:pt modelId="{FD6819BD-2FE0-4646-9E2E-36B0AF378E73}" type="sibTrans" cxnId="{E814AAD7-BE56-49DF-99B2-CE4243D2529E}">
      <dgm:prSet/>
      <dgm:spPr/>
      <dgm:t>
        <a:bodyPr/>
        <a:lstStyle/>
        <a:p>
          <a:endParaRPr lang="en-US"/>
        </a:p>
      </dgm:t>
    </dgm:pt>
    <dgm:pt modelId="{20277DAA-DC03-4426-A9E0-763BC2D4A01C}">
      <dgm:prSet/>
      <dgm:spPr/>
      <dgm:t>
        <a:bodyPr/>
        <a:lstStyle/>
        <a:p>
          <a:r>
            <a:rPr lang="en-US" b="0" i="0" baseline="0"/>
            <a:t>Operation</a:t>
          </a:r>
          <a:endParaRPr lang="en-US"/>
        </a:p>
      </dgm:t>
    </dgm:pt>
    <dgm:pt modelId="{441C8CC9-8348-4C1F-920A-FE45E9989BB8}" type="parTrans" cxnId="{A5F5FC48-D345-49BA-B07A-05AC1E2961BD}">
      <dgm:prSet/>
      <dgm:spPr/>
      <dgm:t>
        <a:bodyPr/>
        <a:lstStyle/>
        <a:p>
          <a:endParaRPr lang="en-US"/>
        </a:p>
      </dgm:t>
    </dgm:pt>
    <dgm:pt modelId="{D7F6B317-ACA3-47BD-8B73-74F26EE3C5ED}" type="sibTrans" cxnId="{A5F5FC48-D345-49BA-B07A-05AC1E2961BD}">
      <dgm:prSet/>
      <dgm:spPr/>
      <dgm:t>
        <a:bodyPr/>
        <a:lstStyle/>
        <a:p>
          <a:endParaRPr lang="en-US"/>
        </a:p>
      </dgm:t>
    </dgm:pt>
    <dgm:pt modelId="{3B93DD1F-D8D1-4062-A53F-D91466B6DAD8}">
      <dgm:prSet/>
      <dgm:spPr/>
      <dgm:t>
        <a:bodyPr/>
        <a:lstStyle/>
        <a:p>
          <a:r>
            <a:rPr lang="en-US" b="0" i="0" baseline="0"/>
            <a:t>Management</a:t>
          </a:r>
          <a:endParaRPr lang="en-US"/>
        </a:p>
      </dgm:t>
    </dgm:pt>
    <dgm:pt modelId="{A4C70914-36EB-412E-A205-0B634A121D7F}" type="parTrans" cxnId="{CE4F5671-2197-45E8-8EC6-0819D62B642C}">
      <dgm:prSet/>
      <dgm:spPr/>
      <dgm:t>
        <a:bodyPr/>
        <a:lstStyle/>
        <a:p>
          <a:endParaRPr lang="en-US"/>
        </a:p>
      </dgm:t>
    </dgm:pt>
    <dgm:pt modelId="{138ED836-C439-4097-95E4-C7B5E70D8B02}" type="sibTrans" cxnId="{CE4F5671-2197-45E8-8EC6-0819D62B642C}">
      <dgm:prSet/>
      <dgm:spPr/>
      <dgm:t>
        <a:bodyPr/>
        <a:lstStyle/>
        <a:p>
          <a:endParaRPr lang="en-US"/>
        </a:p>
      </dgm:t>
    </dgm:pt>
    <dgm:pt modelId="{8631F621-AE91-4729-A15D-7B2D6AA83463}">
      <dgm:prSet/>
      <dgm:spPr/>
      <dgm:t>
        <a:bodyPr/>
        <a:lstStyle/>
        <a:p>
          <a:r>
            <a:rPr lang="en-US" b="0" i="0" baseline="0"/>
            <a:t>IT careers exist across many industries:</a:t>
          </a:r>
          <a:endParaRPr lang="en-US"/>
        </a:p>
      </dgm:t>
    </dgm:pt>
    <dgm:pt modelId="{4CE8CC7E-E82B-44A5-9337-36064EF9D080}" type="parTrans" cxnId="{ABCFDDD7-C3AE-4701-8EE7-78EE6C65901D}">
      <dgm:prSet/>
      <dgm:spPr/>
      <dgm:t>
        <a:bodyPr/>
        <a:lstStyle/>
        <a:p>
          <a:endParaRPr lang="en-US"/>
        </a:p>
      </dgm:t>
    </dgm:pt>
    <dgm:pt modelId="{7DEF7493-21AB-4060-A8BA-6BF05388D95D}" type="sibTrans" cxnId="{ABCFDDD7-C3AE-4701-8EE7-78EE6C65901D}">
      <dgm:prSet/>
      <dgm:spPr/>
      <dgm:t>
        <a:bodyPr/>
        <a:lstStyle/>
        <a:p>
          <a:endParaRPr lang="en-US"/>
        </a:p>
      </dgm:t>
    </dgm:pt>
    <dgm:pt modelId="{C4152238-BD52-486C-B659-E3DB63392FE9}">
      <dgm:prSet/>
      <dgm:spPr/>
      <dgm:t>
        <a:bodyPr/>
        <a:lstStyle/>
        <a:p>
          <a:r>
            <a:rPr lang="en-US" b="0" i="0" baseline="0"/>
            <a:t>Health, education, defence, agriculture, engineering, entertainment</a:t>
          </a:r>
          <a:endParaRPr lang="en-US"/>
        </a:p>
      </dgm:t>
    </dgm:pt>
    <dgm:pt modelId="{A9446023-138E-40AE-8EAF-F8AC77AFA6E9}" type="parTrans" cxnId="{C8644460-991E-43AE-AEC2-DE2EC7654EA8}">
      <dgm:prSet/>
      <dgm:spPr/>
      <dgm:t>
        <a:bodyPr/>
        <a:lstStyle/>
        <a:p>
          <a:endParaRPr lang="en-US"/>
        </a:p>
      </dgm:t>
    </dgm:pt>
    <dgm:pt modelId="{4B46711D-A185-46A1-9C5E-FCFD8BF3CEC8}" type="sibTrans" cxnId="{C8644460-991E-43AE-AEC2-DE2EC7654EA8}">
      <dgm:prSet/>
      <dgm:spPr/>
      <dgm:t>
        <a:bodyPr/>
        <a:lstStyle/>
        <a:p>
          <a:endParaRPr lang="en-US"/>
        </a:p>
      </dgm:t>
    </dgm:pt>
    <dgm:pt modelId="{5579093F-C009-42EB-85C8-6837352DBBF1}" type="pres">
      <dgm:prSet presAssocID="{8B30A828-FA35-4A4A-9C99-7EA7BFAEAD18}" presName="root" presStyleCnt="0">
        <dgm:presLayoutVars>
          <dgm:dir/>
          <dgm:resizeHandles val="exact"/>
        </dgm:presLayoutVars>
      </dgm:prSet>
      <dgm:spPr/>
    </dgm:pt>
    <dgm:pt modelId="{8A3C29D8-62AB-4781-96AC-F31ED51FD991}" type="pres">
      <dgm:prSet presAssocID="{B4ADE15F-ADA1-4513-93C4-9D6B15C93147}" presName="compNode" presStyleCnt="0"/>
      <dgm:spPr/>
    </dgm:pt>
    <dgm:pt modelId="{D96E20B8-64FE-4F95-B979-22E2CCFC71D3}" type="pres">
      <dgm:prSet presAssocID="{B4ADE15F-ADA1-4513-93C4-9D6B15C93147}" presName="bgRect" presStyleLbl="bgShp" presStyleIdx="0" presStyleCnt="4"/>
      <dgm:spPr/>
    </dgm:pt>
    <dgm:pt modelId="{68A52955-B165-49CF-AC91-D23C285F9816}" type="pres">
      <dgm:prSet presAssocID="{B4ADE15F-ADA1-4513-93C4-9D6B15C931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C6282B6-B5AC-40BF-980C-213C6B3667D6}" type="pres">
      <dgm:prSet presAssocID="{B4ADE15F-ADA1-4513-93C4-9D6B15C93147}" presName="spaceRect" presStyleCnt="0"/>
      <dgm:spPr/>
    </dgm:pt>
    <dgm:pt modelId="{F3C5DB7B-E6E2-409E-8994-070F30085D00}" type="pres">
      <dgm:prSet presAssocID="{B4ADE15F-ADA1-4513-93C4-9D6B15C93147}" presName="parTx" presStyleLbl="revTx" presStyleIdx="0" presStyleCnt="7">
        <dgm:presLayoutVars>
          <dgm:chMax val="0"/>
          <dgm:chPref val="0"/>
        </dgm:presLayoutVars>
      </dgm:prSet>
      <dgm:spPr/>
    </dgm:pt>
    <dgm:pt modelId="{FCD13C44-C005-4292-82C3-700D79D0D621}" type="pres">
      <dgm:prSet presAssocID="{BEB6CCD4-E106-46A4-A287-5E1BFB24B802}" presName="sibTrans" presStyleCnt="0"/>
      <dgm:spPr/>
    </dgm:pt>
    <dgm:pt modelId="{14BA2AE0-2BF6-441A-A599-468A59BD9DE1}" type="pres">
      <dgm:prSet presAssocID="{CE8F3975-D4DA-4DBB-B741-32D14E9A2A69}" presName="compNode" presStyleCnt="0"/>
      <dgm:spPr/>
    </dgm:pt>
    <dgm:pt modelId="{13231DA2-15E9-4C83-AB14-1B1DDD8D715F}" type="pres">
      <dgm:prSet presAssocID="{CE8F3975-D4DA-4DBB-B741-32D14E9A2A69}" presName="bgRect" presStyleLbl="bgShp" presStyleIdx="1" presStyleCnt="4"/>
      <dgm:spPr/>
    </dgm:pt>
    <dgm:pt modelId="{3C16B866-6735-4A1B-A50B-F41F454AB876}" type="pres">
      <dgm:prSet presAssocID="{CE8F3975-D4DA-4DBB-B741-32D14E9A2A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E603E5D-7EFF-44E3-B68C-3F10210B17ED}" type="pres">
      <dgm:prSet presAssocID="{CE8F3975-D4DA-4DBB-B741-32D14E9A2A69}" presName="spaceRect" presStyleCnt="0"/>
      <dgm:spPr/>
    </dgm:pt>
    <dgm:pt modelId="{83EAE4BD-8B4A-4DCF-A133-89006A33ED54}" type="pres">
      <dgm:prSet presAssocID="{CE8F3975-D4DA-4DBB-B741-32D14E9A2A69}" presName="parTx" presStyleLbl="revTx" presStyleIdx="1" presStyleCnt="7">
        <dgm:presLayoutVars>
          <dgm:chMax val="0"/>
          <dgm:chPref val="0"/>
        </dgm:presLayoutVars>
      </dgm:prSet>
      <dgm:spPr/>
    </dgm:pt>
    <dgm:pt modelId="{2708E610-7790-4E6A-B6ED-E729B93D1326}" type="pres">
      <dgm:prSet presAssocID="{CE8F3975-D4DA-4DBB-B741-32D14E9A2A69}" presName="desTx" presStyleLbl="revTx" presStyleIdx="2" presStyleCnt="7">
        <dgm:presLayoutVars/>
      </dgm:prSet>
      <dgm:spPr/>
    </dgm:pt>
    <dgm:pt modelId="{85F1FED3-6439-442F-9C63-B9CD5DF4690E}" type="pres">
      <dgm:prSet presAssocID="{37617586-E23A-479B-BDB4-F5C512126F1B}" presName="sibTrans" presStyleCnt="0"/>
      <dgm:spPr/>
    </dgm:pt>
    <dgm:pt modelId="{34421148-1B50-4D9F-A1C6-35FDD1E57796}" type="pres">
      <dgm:prSet presAssocID="{1E76222A-6CC3-4748-A55C-220F88B76DB9}" presName="compNode" presStyleCnt="0"/>
      <dgm:spPr/>
    </dgm:pt>
    <dgm:pt modelId="{7B09BA16-CA64-4700-A678-6C1FAA83B6D9}" type="pres">
      <dgm:prSet presAssocID="{1E76222A-6CC3-4748-A55C-220F88B76DB9}" presName="bgRect" presStyleLbl="bgShp" presStyleIdx="2" presStyleCnt="4"/>
      <dgm:spPr/>
    </dgm:pt>
    <dgm:pt modelId="{F5C2BC51-A916-46CE-8D0C-57737E0B31F8}" type="pres">
      <dgm:prSet presAssocID="{1E76222A-6CC3-4748-A55C-220F88B76D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0D8D126-3DAC-4DB7-9196-2ACE73C9BDFB}" type="pres">
      <dgm:prSet presAssocID="{1E76222A-6CC3-4748-A55C-220F88B76DB9}" presName="spaceRect" presStyleCnt="0"/>
      <dgm:spPr/>
    </dgm:pt>
    <dgm:pt modelId="{90863023-D93C-43ED-85C0-0DBFA71D9EDA}" type="pres">
      <dgm:prSet presAssocID="{1E76222A-6CC3-4748-A55C-220F88B76DB9}" presName="parTx" presStyleLbl="revTx" presStyleIdx="3" presStyleCnt="7">
        <dgm:presLayoutVars>
          <dgm:chMax val="0"/>
          <dgm:chPref val="0"/>
        </dgm:presLayoutVars>
      </dgm:prSet>
      <dgm:spPr/>
    </dgm:pt>
    <dgm:pt modelId="{59052C9F-95CB-418E-9FF5-C45D1184466A}" type="pres">
      <dgm:prSet presAssocID="{1E76222A-6CC3-4748-A55C-220F88B76DB9}" presName="desTx" presStyleLbl="revTx" presStyleIdx="4" presStyleCnt="7">
        <dgm:presLayoutVars/>
      </dgm:prSet>
      <dgm:spPr/>
    </dgm:pt>
    <dgm:pt modelId="{A79A85BE-7B86-47C1-A8DD-D4EE79DC5D73}" type="pres">
      <dgm:prSet presAssocID="{9ED2DF6B-B67E-4A49-BB29-79DDBE61E604}" presName="sibTrans" presStyleCnt="0"/>
      <dgm:spPr/>
    </dgm:pt>
    <dgm:pt modelId="{88E487F2-64BB-4D03-948E-856BD1A2D69C}" type="pres">
      <dgm:prSet presAssocID="{8631F621-AE91-4729-A15D-7B2D6AA83463}" presName="compNode" presStyleCnt="0"/>
      <dgm:spPr/>
    </dgm:pt>
    <dgm:pt modelId="{C965217A-0239-4D1D-A9EF-000282924FBD}" type="pres">
      <dgm:prSet presAssocID="{8631F621-AE91-4729-A15D-7B2D6AA83463}" presName="bgRect" presStyleLbl="bgShp" presStyleIdx="3" presStyleCnt="4"/>
      <dgm:spPr/>
    </dgm:pt>
    <dgm:pt modelId="{DF9E644B-D030-4339-95DC-E0F161847BCC}" type="pres">
      <dgm:prSet presAssocID="{8631F621-AE91-4729-A15D-7B2D6AA8346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B399C832-1CB5-4FB5-8AB6-FB9DA42E3E07}" type="pres">
      <dgm:prSet presAssocID="{8631F621-AE91-4729-A15D-7B2D6AA83463}" presName="spaceRect" presStyleCnt="0"/>
      <dgm:spPr/>
    </dgm:pt>
    <dgm:pt modelId="{E7534E2A-F9C3-455B-B2A6-51E8836A0EE9}" type="pres">
      <dgm:prSet presAssocID="{8631F621-AE91-4729-A15D-7B2D6AA83463}" presName="parTx" presStyleLbl="revTx" presStyleIdx="5" presStyleCnt="7">
        <dgm:presLayoutVars>
          <dgm:chMax val="0"/>
          <dgm:chPref val="0"/>
        </dgm:presLayoutVars>
      </dgm:prSet>
      <dgm:spPr/>
    </dgm:pt>
    <dgm:pt modelId="{10CB7104-8A9C-4E4E-8A77-FB2E2B6C7C04}" type="pres">
      <dgm:prSet presAssocID="{8631F621-AE91-4729-A15D-7B2D6AA83463}" presName="desTx" presStyleLbl="revTx" presStyleIdx="6" presStyleCnt="7">
        <dgm:presLayoutVars/>
      </dgm:prSet>
      <dgm:spPr/>
    </dgm:pt>
  </dgm:ptLst>
  <dgm:cxnLst>
    <dgm:cxn modelId="{77F05D03-47E9-47FF-9412-165B2C80E60E}" type="presOf" srcId="{CE8F3975-D4DA-4DBB-B741-32D14E9A2A69}" destId="{83EAE4BD-8B4A-4DCF-A133-89006A33ED54}" srcOrd="0" destOrd="0" presId="urn:microsoft.com/office/officeart/2018/2/layout/IconVerticalSolidList"/>
    <dgm:cxn modelId="{67419825-285C-4BE0-8537-2E465A73F730}" type="presOf" srcId="{B4ADE15F-ADA1-4513-93C4-9D6B15C93147}" destId="{F3C5DB7B-E6E2-409E-8994-070F30085D00}" srcOrd="0" destOrd="0" presId="urn:microsoft.com/office/officeart/2018/2/layout/IconVerticalSolidList"/>
    <dgm:cxn modelId="{FD272F35-85C1-4CF2-9219-DEFC98A48F5A}" srcId="{8B30A828-FA35-4A4A-9C99-7EA7BFAEAD18}" destId="{B4ADE15F-ADA1-4513-93C4-9D6B15C93147}" srcOrd="0" destOrd="0" parTransId="{33EC14A9-A673-4777-A8ED-ADFC32F6627F}" sibTransId="{BEB6CCD4-E106-46A4-A287-5E1BFB24B802}"/>
    <dgm:cxn modelId="{88B17437-30A5-4CD4-8797-69369BB7A9A6}" srcId="{8B30A828-FA35-4A4A-9C99-7EA7BFAEAD18}" destId="{1E76222A-6CC3-4748-A55C-220F88B76DB9}" srcOrd="2" destOrd="0" parTransId="{E280DB28-0C70-4A7F-9188-012855E5182E}" sibTransId="{9ED2DF6B-B67E-4A49-BB29-79DDBE61E604}"/>
    <dgm:cxn modelId="{C8644460-991E-43AE-AEC2-DE2EC7654EA8}" srcId="{8631F621-AE91-4729-A15D-7B2D6AA83463}" destId="{C4152238-BD52-486C-B659-E3DB63392FE9}" srcOrd="0" destOrd="0" parTransId="{A9446023-138E-40AE-8EAF-F8AC77AFA6E9}" sibTransId="{4B46711D-A185-46A1-9C5E-FCFD8BF3CEC8}"/>
    <dgm:cxn modelId="{D7208863-CFDC-401F-B8CA-EBAEC2D1CD03}" type="presOf" srcId="{3B93DD1F-D8D1-4062-A53F-D91466B6DAD8}" destId="{59052C9F-95CB-418E-9FF5-C45D1184466A}" srcOrd="0" destOrd="2" presId="urn:microsoft.com/office/officeart/2018/2/layout/IconVerticalSolidList"/>
    <dgm:cxn modelId="{A5F5FC48-D345-49BA-B07A-05AC1E2961BD}" srcId="{1E76222A-6CC3-4748-A55C-220F88B76DB9}" destId="{20277DAA-DC03-4426-A9E0-763BC2D4A01C}" srcOrd="1" destOrd="0" parTransId="{441C8CC9-8348-4C1F-920A-FE45E9989BB8}" sibTransId="{D7F6B317-ACA3-47BD-8B73-74F26EE3C5ED}"/>
    <dgm:cxn modelId="{F4B1874C-3AF8-4B6C-AA72-C22C56AD16B5}" type="presOf" srcId="{F48F4DC9-3B02-4CDA-B086-F939CC467512}" destId="{59052C9F-95CB-418E-9FF5-C45D1184466A}" srcOrd="0" destOrd="0" presId="urn:microsoft.com/office/officeart/2018/2/layout/IconVerticalSolidList"/>
    <dgm:cxn modelId="{CE4F5671-2197-45E8-8EC6-0819D62B642C}" srcId="{1E76222A-6CC3-4748-A55C-220F88B76DB9}" destId="{3B93DD1F-D8D1-4062-A53F-D91466B6DAD8}" srcOrd="2" destOrd="0" parTransId="{A4C70914-36EB-412E-A205-0B634A121D7F}" sibTransId="{138ED836-C439-4097-95E4-C7B5E70D8B02}"/>
    <dgm:cxn modelId="{CF11567D-56C7-4ED5-B055-E2658209760B}" type="presOf" srcId="{1E76222A-6CC3-4748-A55C-220F88B76DB9}" destId="{90863023-D93C-43ED-85C0-0DBFA71D9EDA}" srcOrd="0" destOrd="0" presId="urn:microsoft.com/office/officeart/2018/2/layout/IconVerticalSolidList"/>
    <dgm:cxn modelId="{85DB2683-CEB9-47C3-92F1-2C65136B04F4}" type="presOf" srcId="{8631F621-AE91-4729-A15D-7B2D6AA83463}" destId="{E7534E2A-F9C3-455B-B2A6-51E8836A0EE9}" srcOrd="0" destOrd="0" presId="urn:microsoft.com/office/officeart/2018/2/layout/IconVerticalSolidList"/>
    <dgm:cxn modelId="{B460B889-EF33-4D63-BC77-10F9DF1A4897}" type="presOf" srcId="{C4152238-BD52-486C-B659-E3DB63392FE9}" destId="{10CB7104-8A9C-4E4E-8A77-FB2E2B6C7C04}" srcOrd="0" destOrd="0" presId="urn:microsoft.com/office/officeart/2018/2/layout/IconVerticalSolidList"/>
    <dgm:cxn modelId="{2665C794-4E3E-413B-BF80-C243F9E55B66}" srcId="{CE8F3975-D4DA-4DBB-B741-32D14E9A2A69}" destId="{871C9C86-5FCA-4AED-A9C8-669B3182269E}" srcOrd="0" destOrd="0" parTransId="{A26D7247-4AA3-4CAE-B907-3D885EA42400}" sibTransId="{7F9A722E-9F62-4002-9C87-4BF68C10725B}"/>
    <dgm:cxn modelId="{A7CBAA9D-76B3-4492-89AA-B0747B55F363}" type="presOf" srcId="{50EC7D17-C722-4A33-9E67-AEE76C10EEB4}" destId="{2708E610-7790-4E6A-B6ED-E729B93D1326}" srcOrd="0" destOrd="1" presId="urn:microsoft.com/office/officeart/2018/2/layout/IconVerticalSolidList"/>
    <dgm:cxn modelId="{27877BA2-3A15-4514-92FF-AD292E30B06A}" srcId="{CE8F3975-D4DA-4DBB-B741-32D14E9A2A69}" destId="{50EC7D17-C722-4A33-9E67-AEE76C10EEB4}" srcOrd="1" destOrd="0" parTransId="{9779E6C2-DA5B-496D-BEED-1F4B21DE563A}" sibTransId="{579F60BC-5554-443C-A2D5-7AD728B2DD80}"/>
    <dgm:cxn modelId="{5939CDA7-760C-42E5-B9D5-2B4E8BAC4DF9}" type="presOf" srcId="{20277DAA-DC03-4426-A9E0-763BC2D4A01C}" destId="{59052C9F-95CB-418E-9FF5-C45D1184466A}" srcOrd="0" destOrd="1" presId="urn:microsoft.com/office/officeart/2018/2/layout/IconVerticalSolidList"/>
    <dgm:cxn modelId="{8F5D48B4-8C2B-4C73-84E0-9959573760E0}" srcId="{8B30A828-FA35-4A4A-9C99-7EA7BFAEAD18}" destId="{CE8F3975-D4DA-4DBB-B741-32D14E9A2A69}" srcOrd="1" destOrd="0" parTransId="{6510D4AA-55B9-4038-B67D-CE69342250FF}" sibTransId="{37617586-E23A-479B-BDB4-F5C512126F1B}"/>
    <dgm:cxn modelId="{E8C203C1-5D37-4AF8-A88D-E4BD946C78A4}" type="presOf" srcId="{8B30A828-FA35-4A4A-9C99-7EA7BFAEAD18}" destId="{5579093F-C009-42EB-85C8-6837352DBBF1}" srcOrd="0" destOrd="0" presId="urn:microsoft.com/office/officeart/2018/2/layout/IconVerticalSolidList"/>
    <dgm:cxn modelId="{3A2167C8-7384-4A4D-AD57-7A9E4DD1BC76}" type="presOf" srcId="{871C9C86-5FCA-4AED-A9C8-669B3182269E}" destId="{2708E610-7790-4E6A-B6ED-E729B93D1326}" srcOrd="0" destOrd="0" presId="urn:microsoft.com/office/officeart/2018/2/layout/IconVerticalSolidList"/>
    <dgm:cxn modelId="{E814AAD7-BE56-49DF-99B2-CE4243D2529E}" srcId="{1E76222A-6CC3-4748-A55C-220F88B76DB9}" destId="{F48F4DC9-3B02-4CDA-B086-F939CC467512}" srcOrd="0" destOrd="0" parTransId="{976B0CBA-7E0F-4C0C-AE77-BCD9BD97EC0A}" sibTransId="{FD6819BD-2FE0-4646-9E2E-36B0AF378E73}"/>
    <dgm:cxn modelId="{ABCFDDD7-C3AE-4701-8EE7-78EE6C65901D}" srcId="{8B30A828-FA35-4A4A-9C99-7EA7BFAEAD18}" destId="{8631F621-AE91-4729-A15D-7B2D6AA83463}" srcOrd="3" destOrd="0" parTransId="{4CE8CC7E-E82B-44A5-9337-36064EF9D080}" sibTransId="{7DEF7493-21AB-4060-A8BA-6BF05388D95D}"/>
    <dgm:cxn modelId="{4CB0D3C1-01B0-4EF9-BABE-FAA0B3E58ADC}" type="presParOf" srcId="{5579093F-C009-42EB-85C8-6837352DBBF1}" destId="{8A3C29D8-62AB-4781-96AC-F31ED51FD991}" srcOrd="0" destOrd="0" presId="urn:microsoft.com/office/officeart/2018/2/layout/IconVerticalSolidList"/>
    <dgm:cxn modelId="{C7871F29-83C5-4A9B-8605-406ADBF55C5F}" type="presParOf" srcId="{8A3C29D8-62AB-4781-96AC-F31ED51FD991}" destId="{D96E20B8-64FE-4F95-B979-22E2CCFC71D3}" srcOrd="0" destOrd="0" presId="urn:microsoft.com/office/officeart/2018/2/layout/IconVerticalSolidList"/>
    <dgm:cxn modelId="{0EE9126B-9CFD-418C-A1D0-6F8B1DFE7F16}" type="presParOf" srcId="{8A3C29D8-62AB-4781-96AC-F31ED51FD991}" destId="{68A52955-B165-49CF-AC91-D23C285F9816}" srcOrd="1" destOrd="0" presId="urn:microsoft.com/office/officeart/2018/2/layout/IconVerticalSolidList"/>
    <dgm:cxn modelId="{57D927D8-9AB9-4D91-80F2-E1DC0AE5C461}" type="presParOf" srcId="{8A3C29D8-62AB-4781-96AC-F31ED51FD991}" destId="{9C6282B6-B5AC-40BF-980C-213C6B3667D6}" srcOrd="2" destOrd="0" presId="urn:microsoft.com/office/officeart/2018/2/layout/IconVerticalSolidList"/>
    <dgm:cxn modelId="{C2E6677E-9C61-4F32-B3B6-1EBA5FDEFA38}" type="presParOf" srcId="{8A3C29D8-62AB-4781-96AC-F31ED51FD991}" destId="{F3C5DB7B-E6E2-409E-8994-070F30085D00}" srcOrd="3" destOrd="0" presId="urn:microsoft.com/office/officeart/2018/2/layout/IconVerticalSolidList"/>
    <dgm:cxn modelId="{D3CA0054-0174-4331-B88C-E386031E231B}" type="presParOf" srcId="{5579093F-C009-42EB-85C8-6837352DBBF1}" destId="{FCD13C44-C005-4292-82C3-700D79D0D621}" srcOrd="1" destOrd="0" presId="urn:microsoft.com/office/officeart/2018/2/layout/IconVerticalSolidList"/>
    <dgm:cxn modelId="{D035E145-F649-4B00-B45C-0A0809986AEC}" type="presParOf" srcId="{5579093F-C009-42EB-85C8-6837352DBBF1}" destId="{14BA2AE0-2BF6-441A-A599-468A59BD9DE1}" srcOrd="2" destOrd="0" presId="urn:microsoft.com/office/officeart/2018/2/layout/IconVerticalSolidList"/>
    <dgm:cxn modelId="{8768D54A-C246-4009-84AF-B3BE56BB6A7B}" type="presParOf" srcId="{14BA2AE0-2BF6-441A-A599-468A59BD9DE1}" destId="{13231DA2-15E9-4C83-AB14-1B1DDD8D715F}" srcOrd="0" destOrd="0" presId="urn:microsoft.com/office/officeart/2018/2/layout/IconVerticalSolidList"/>
    <dgm:cxn modelId="{E6FF8418-40B1-444B-9FA4-B2100146B1CE}" type="presParOf" srcId="{14BA2AE0-2BF6-441A-A599-468A59BD9DE1}" destId="{3C16B866-6735-4A1B-A50B-F41F454AB876}" srcOrd="1" destOrd="0" presId="urn:microsoft.com/office/officeart/2018/2/layout/IconVerticalSolidList"/>
    <dgm:cxn modelId="{0662AD53-FE59-45C6-91FE-976D88D881FC}" type="presParOf" srcId="{14BA2AE0-2BF6-441A-A599-468A59BD9DE1}" destId="{AE603E5D-7EFF-44E3-B68C-3F10210B17ED}" srcOrd="2" destOrd="0" presId="urn:microsoft.com/office/officeart/2018/2/layout/IconVerticalSolidList"/>
    <dgm:cxn modelId="{0AB59381-9E9A-434B-9542-284B8D855430}" type="presParOf" srcId="{14BA2AE0-2BF6-441A-A599-468A59BD9DE1}" destId="{83EAE4BD-8B4A-4DCF-A133-89006A33ED54}" srcOrd="3" destOrd="0" presId="urn:microsoft.com/office/officeart/2018/2/layout/IconVerticalSolidList"/>
    <dgm:cxn modelId="{EA6538AB-CFAA-4D59-8591-6BD254907F55}" type="presParOf" srcId="{14BA2AE0-2BF6-441A-A599-468A59BD9DE1}" destId="{2708E610-7790-4E6A-B6ED-E729B93D1326}" srcOrd="4" destOrd="0" presId="urn:microsoft.com/office/officeart/2018/2/layout/IconVerticalSolidList"/>
    <dgm:cxn modelId="{0DD1453C-A886-433B-B327-BC47FFF9DF13}" type="presParOf" srcId="{5579093F-C009-42EB-85C8-6837352DBBF1}" destId="{85F1FED3-6439-442F-9C63-B9CD5DF4690E}" srcOrd="3" destOrd="0" presId="urn:microsoft.com/office/officeart/2018/2/layout/IconVerticalSolidList"/>
    <dgm:cxn modelId="{99612090-7917-4599-B6A7-B8451E609E22}" type="presParOf" srcId="{5579093F-C009-42EB-85C8-6837352DBBF1}" destId="{34421148-1B50-4D9F-A1C6-35FDD1E57796}" srcOrd="4" destOrd="0" presId="urn:microsoft.com/office/officeart/2018/2/layout/IconVerticalSolidList"/>
    <dgm:cxn modelId="{18C86A78-443D-4D25-AE36-F9946BCA001D}" type="presParOf" srcId="{34421148-1B50-4D9F-A1C6-35FDD1E57796}" destId="{7B09BA16-CA64-4700-A678-6C1FAA83B6D9}" srcOrd="0" destOrd="0" presId="urn:microsoft.com/office/officeart/2018/2/layout/IconVerticalSolidList"/>
    <dgm:cxn modelId="{D8115265-305D-4978-A27B-03F3E1D0D47B}" type="presParOf" srcId="{34421148-1B50-4D9F-A1C6-35FDD1E57796}" destId="{F5C2BC51-A916-46CE-8D0C-57737E0B31F8}" srcOrd="1" destOrd="0" presId="urn:microsoft.com/office/officeart/2018/2/layout/IconVerticalSolidList"/>
    <dgm:cxn modelId="{5C06C15B-AE79-42B6-973A-DBD25DC6706D}" type="presParOf" srcId="{34421148-1B50-4D9F-A1C6-35FDD1E57796}" destId="{E0D8D126-3DAC-4DB7-9196-2ACE73C9BDFB}" srcOrd="2" destOrd="0" presId="urn:microsoft.com/office/officeart/2018/2/layout/IconVerticalSolidList"/>
    <dgm:cxn modelId="{6827DF5D-C18B-4D3F-A45A-0CCAC32C127B}" type="presParOf" srcId="{34421148-1B50-4D9F-A1C6-35FDD1E57796}" destId="{90863023-D93C-43ED-85C0-0DBFA71D9EDA}" srcOrd="3" destOrd="0" presId="urn:microsoft.com/office/officeart/2018/2/layout/IconVerticalSolidList"/>
    <dgm:cxn modelId="{5E2CFA6F-EA0A-4AD1-8FF3-4B38E673FC1C}" type="presParOf" srcId="{34421148-1B50-4D9F-A1C6-35FDD1E57796}" destId="{59052C9F-95CB-418E-9FF5-C45D1184466A}" srcOrd="4" destOrd="0" presId="urn:microsoft.com/office/officeart/2018/2/layout/IconVerticalSolidList"/>
    <dgm:cxn modelId="{90F2E8C6-3B41-4976-B819-235562FF3B93}" type="presParOf" srcId="{5579093F-C009-42EB-85C8-6837352DBBF1}" destId="{A79A85BE-7B86-47C1-A8DD-D4EE79DC5D73}" srcOrd="5" destOrd="0" presId="urn:microsoft.com/office/officeart/2018/2/layout/IconVerticalSolidList"/>
    <dgm:cxn modelId="{532DA206-CBE7-432B-BEBF-956D74F6F14D}" type="presParOf" srcId="{5579093F-C009-42EB-85C8-6837352DBBF1}" destId="{88E487F2-64BB-4D03-948E-856BD1A2D69C}" srcOrd="6" destOrd="0" presId="urn:microsoft.com/office/officeart/2018/2/layout/IconVerticalSolidList"/>
    <dgm:cxn modelId="{B620D00A-1EAD-4D71-A120-992051079D30}" type="presParOf" srcId="{88E487F2-64BB-4D03-948E-856BD1A2D69C}" destId="{C965217A-0239-4D1D-A9EF-000282924FBD}" srcOrd="0" destOrd="0" presId="urn:microsoft.com/office/officeart/2018/2/layout/IconVerticalSolidList"/>
    <dgm:cxn modelId="{0FBD2FD3-52F9-4090-B3A8-8554F8BC4862}" type="presParOf" srcId="{88E487F2-64BB-4D03-948E-856BD1A2D69C}" destId="{DF9E644B-D030-4339-95DC-E0F161847BCC}" srcOrd="1" destOrd="0" presId="urn:microsoft.com/office/officeart/2018/2/layout/IconVerticalSolidList"/>
    <dgm:cxn modelId="{D2F1460C-848E-4C2E-8FE2-1778D835EA62}" type="presParOf" srcId="{88E487F2-64BB-4D03-948E-856BD1A2D69C}" destId="{B399C832-1CB5-4FB5-8AB6-FB9DA42E3E07}" srcOrd="2" destOrd="0" presId="urn:microsoft.com/office/officeart/2018/2/layout/IconVerticalSolidList"/>
    <dgm:cxn modelId="{57547209-5FC9-4A97-85E2-01CB8D15C1A3}" type="presParOf" srcId="{88E487F2-64BB-4D03-948E-856BD1A2D69C}" destId="{E7534E2A-F9C3-455B-B2A6-51E8836A0EE9}" srcOrd="3" destOrd="0" presId="urn:microsoft.com/office/officeart/2018/2/layout/IconVerticalSolidList"/>
    <dgm:cxn modelId="{D504869D-58C1-4109-ABA8-56B5B08B2817}" type="presParOf" srcId="{88E487F2-64BB-4D03-948E-856BD1A2D69C}" destId="{10CB7104-8A9C-4E4E-8A77-FB2E2B6C7C0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B74B40-8AE4-423A-9F75-14ADC0754C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2A1339-8704-4F94-8445-8868AB160165}">
      <dgm:prSet/>
      <dgm:spPr/>
      <dgm:t>
        <a:bodyPr/>
        <a:lstStyle/>
        <a:p>
          <a:r>
            <a:rPr lang="en-US" b="0" i="0" baseline="0"/>
            <a:t>Users are the people who </a:t>
          </a:r>
          <a:r>
            <a:rPr lang="en-US" b="1" i="0" baseline="0"/>
            <a:t>use the system daily</a:t>
          </a:r>
          <a:endParaRPr lang="en-US"/>
        </a:p>
      </dgm:t>
    </dgm:pt>
    <dgm:pt modelId="{600C8CF1-CB02-40FF-81BE-91298F7ECC78}" type="parTrans" cxnId="{75B39E9C-B5FA-4ECB-A72F-D709D8C900E4}">
      <dgm:prSet/>
      <dgm:spPr/>
      <dgm:t>
        <a:bodyPr/>
        <a:lstStyle/>
        <a:p>
          <a:endParaRPr lang="en-US"/>
        </a:p>
      </dgm:t>
    </dgm:pt>
    <dgm:pt modelId="{22A3BD8D-4E73-4E66-858C-A023CF00BBC4}" type="sibTrans" cxnId="{75B39E9C-B5FA-4ECB-A72F-D709D8C900E4}">
      <dgm:prSet/>
      <dgm:spPr/>
      <dgm:t>
        <a:bodyPr/>
        <a:lstStyle/>
        <a:p>
          <a:endParaRPr lang="en-US"/>
        </a:p>
      </dgm:t>
    </dgm:pt>
    <dgm:pt modelId="{AB100066-DF6A-4AB8-8E14-6983EDE4F50A}">
      <dgm:prSet/>
      <dgm:spPr/>
      <dgm:t>
        <a:bodyPr/>
        <a:lstStyle/>
        <a:p>
          <a:r>
            <a:rPr lang="en-US" b="0" i="0" baseline="0"/>
            <a:t>Successful systems are designed with </a:t>
          </a:r>
          <a:r>
            <a:rPr lang="en-US" b="1" i="0" baseline="0"/>
            <a:t>user needs in mind</a:t>
          </a:r>
          <a:endParaRPr lang="en-US"/>
        </a:p>
      </dgm:t>
    </dgm:pt>
    <dgm:pt modelId="{ECC2F935-FF0E-490E-BAD8-BA644F5E04C4}" type="parTrans" cxnId="{0C277ACD-D145-4667-B163-1E8AFFEBC37A}">
      <dgm:prSet/>
      <dgm:spPr/>
      <dgm:t>
        <a:bodyPr/>
        <a:lstStyle/>
        <a:p>
          <a:endParaRPr lang="en-US"/>
        </a:p>
      </dgm:t>
    </dgm:pt>
    <dgm:pt modelId="{631C7C79-DE49-4E45-AD06-34FE54380FEF}" type="sibTrans" cxnId="{0C277ACD-D145-4667-B163-1E8AFFEBC37A}">
      <dgm:prSet/>
      <dgm:spPr/>
      <dgm:t>
        <a:bodyPr/>
        <a:lstStyle/>
        <a:p>
          <a:endParaRPr lang="en-US"/>
        </a:p>
      </dgm:t>
    </dgm:pt>
    <dgm:pt modelId="{5567381D-1BE0-466D-AC9B-5EE715D3A648}">
      <dgm:prSet/>
      <dgm:spPr/>
      <dgm:t>
        <a:bodyPr/>
        <a:lstStyle/>
        <a:p>
          <a:r>
            <a:rPr lang="en-US" b="0" i="0" baseline="0"/>
            <a:t>Systems should be:</a:t>
          </a:r>
          <a:endParaRPr lang="en-US"/>
        </a:p>
      </dgm:t>
    </dgm:pt>
    <dgm:pt modelId="{CAF64369-2D7F-48A2-80DD-47367710E034}" type="parTrans" cxnId="{DA0F2B9E-AC57-4376-8A76-28C540AE3B38}">
      <dgm:prSet/>
      <dgm:spPr/>
      <dgm:t>
        <a:bodyPr/>
        <a:lstStyle/>
        <a:p>
          <a:endParaRPr lang="en-US"/>
        </a:p>
      </dgm:t>
    </dgm:pt>
    <dgm:pt modelId="{C4253098-3E37-4516-875D-5115B76B67B7}" type="sibTrans" cxnId="{DA0F2B9E-AC57-4376-8A76-28C540AE3B38}">
      <dgm:prSet/>
      <dgm:spPr/>
      <dgm:t>
        <a:bodyPr/>
        <a:lstStyle/>
        <a:p>
          <a:endParaRPr lang="en-US"/>
        </a:p>
      </dgm:t>
    </dgm:pt>
    <dgm:pt modelId="{A1DBFC31-4245-46BF-A451-001FED638621}">
      <dgm:prSet/>
      <dgm:spPr/>
      <dgm:t>
        <a:bodyPr/>
        <a:lstStyle/>
        <a:p>
          <a:r>
            <a:rPr lang="en-US" b="0" i="0" baseline="0"/>
            <a:t>Easy to use</a:t>
          </a:r>
          <a:endParaRPr lang="en-US"/>
        </a:p>
      </dgm:t>
    </dgm:pt>
    <dgm:pt modelId="{0DDD7240-501B-48BD-96B4-468F36BC3ABA}" type="parTrans" cxnId="{CCD10A2E-07BD-415D-95E5-DAB431865D56}">
      <dgm:prSet/>
      <dgm:spPr/>
      <dgm:t>
        <a:bodyPr/>
        <a:lstStyle/>
        <a:p>
          <a:endParaRPr lang="en-US"/>
        </a:p>
      </dgm:t>
    </dgm:pt>
    <dgm:pt modelId="{12DA8E0A-CE44-4495-ADC9-D6AE10DEBF9E}" type="sibTrans" cxnId="{CCD10A2E-07BD-415D-95E5-DAB431865D56}">
      <dgm:prSet/>
      <dgm:spPr/>
      <dgm:t>
        <a:bodyPr/>
        <a:lstStyle/>
        <a:p>
          <a:endParaRPr lang="en-US"/>
        </a:p>
      </dgm:t>
    </dgm:pt>
    <dgm:pt modelId="{90DC3F15-37C7-4BDA-BF19-B7901038AFB3}">
      <dgm:prSet/>
      <dgm:spPr/>
      <dgm:t>
        <a:bodyPr/>
        <a:lstStyle/>
        <a:p>
          <a:r>
            <a:rPr lang="en-US" b="0" i="0" baseline="0"/>
            <a:t>Logical</a:t>
          </a:r>
          <a:endParaRPr lang="en-US"/>
        </a:p>
      </dgm:t>
    </dgm:pt>
    <dgm:pt modelId="{4901475C-0712-4B78-8D48-262E9EA014E9}" type="parTrans" cxnId="{D982DF77-925B-4EE9-BF0E-D2230BDE9EDA}">
      <dgm:prSet/>
      <dgm:spPr/>
      <dgm:t>
        <a:bodyPr/>
        <a:lstStyle/>
        <a:p>
          <a:endParaRPr lang="en-US"/>
        </a:p>
      </dgm:t>
    </dgm:pt>
    <dgm:pt modelId="{4E9EA1D2-D31A-4BB0-B945-00088B8651E8}" type="sibTrans" cxnId="{D982DF77-925B-4EE9-BF0E-D2230BDE9EDA}">
      <dgm:prSet/>
      <dgm:spPr/>
      <dgm:t>
        <a:bodyPr/>
        <a:lstStyle/>
        <a:p>
          <a:endParaRPr lang="en-US"/>
        </a:p>
      </dgm:t>
    </dgm:pt>
    <dgm:pt modelId="{68F2EF49-9419-4767-8C82-0858F7B72784}">
      <dgm:prSet/>
      <dgm:spPr/>
      <dgm:t>
        <a:bodyPr/>
        <a:lstStyle/>
        <a:p>
          <a:r>
            <a:rPr lang="en-US" b="0" i="0" baseline="0"/>
            <a:t>Intuitive</a:t>
          </a:r>
          <a:endParaRPr lang="en-US"/>
        </a:p>
      </dgm:t>
    </dgm:pt>
    <dgm:pt modelId="{24D77B88-0DC1-43A9-AD8D-7B18CA99FAA3}" type="parTrans" cxnId="{8E0C9BD6-EB88-40D0-A4D2-F2740E7FC3A7}">
      <dgm:prSet/>
      <dgm:spPr/>
      <dgm:t>
        <a:bodyPr/>
        <a:lstStyle/>
        <a:p>
          <a:endParaRPr lang="en-US"/>
        </a:p>
      </dgm:t>
    </dgm:pt>
    <dgm:pt modelId="{5492BC4F-0B83-45BA-B84B-7F5056252941}" type="sibTrans" cxnId="{8E0C9BD6-EB88-40D0-A4D2-F2740E7FC3A7}">
      <dgm:prSet/>
      <dgm:spPr/>
      <dgm:t>
        <a:bodyPr/>
        <a:lstStyle/>
        <a:p>
          <a:endParaRPr lang="en-US"/>
        </a:p>
      </dgm:t>
    </dgm:pt>
    <dgm:pt modelId="{A88E8423-CABB-4F64-A409-C89225F34133}">
      <dgm:prSet/>
      <dgm:spPr/>
      <dgm:t>
        <a:bodyPr/>
        <a:lstStyle/>
        <a:p>
          <a:r>
            <a:rPr lang="en-US" b="0" i="0" baseline="0"/>
            <a:t>User processes are supported by:</a:t>
          </a:r>
          <a:endParaRPr lang="en-US"/>
        </a:p>
      </dgm:t>
    </dgm:pt>
    <dgm:pt modelId="{DAD95B5A-7653-459F-8ABF-E72752DC0751}" type="parTrans" cxnId="{784EFCF2-E50E-4E75-8432-8BAB598D19D1}">
      <dgm:prSet/>
      <dgm:spPr/>
      <dgm:t>
        <a:bodyPr/>
        <a:lstStyle/>
        <a:p>
          <a:endParaRPr lang="en-US"/>
        </a:p>
      </dgm:t>
    </dgm:pt>
    <dgm:pt modelId="{029041C0-216C-4881-B60F-DF8ABB0475AC}" type="sibTrans" cxnId="{784EFCF2-E50E-4E75-8432-8BAB598D19D1}">
      <dgm:prSet/>
      <dgm:spPr/>
      <dgm:t>
        <a:bodyPr/>
        <a:lstStyle/>
        <a:p>
          <a:endParaRPr lang="en-US"/>
        </a:p>
      </dgm:t>
    </dgm:pt>
    <dgm:pt modelId="{5FD21F86-988C-4098-BAA5-F31C110EF932}">
      <dgm:prSet/>
      <dgm:spPr/>
      <dgm:t>
        <a:bodyPr/>
        <a:lstStyle/>
        <a:p>
          <a:r>
            <a:rPr lang="en-US" b="0" i="0" baseline="0"/>
            <a:t>Clear interfaces</a:t>
          </a:r>
          <a:endParaRPr lang="en-US"/>
        </a:p>
      </dgm:t>
    </dgm:pt>
    <dgm:pt modelId="{E0D31B54-F11C-41DC-898B-CD520B45E7A7}" type="parTrans" cxnId="{9CD2C801-9AA2-427F-9F5E-919FC6280DC9}">
      <dgm:prSet/>
      <dgm:spPr/>
      <dgm:t>
        <a:bodyPr/>
        <a:lstStyle/>
        <a:p>
          <a:endParaRPr lang="en-US"/>
        </a:p>
      </dgm:t>
    </dgm:pt>
    <dgm:pt modelId="{283B4D50-DE4A-4A23-A581-4D2E1A280DB9}" type="sibTrans" cxnId="{9CD2C801-9AA2-427F-9F5E-919FC6280DC9}">
      <dgm:prSet/>
      <dgm:spPr/>
      <dgm:t>
        <a:bodyPr/>
        <a:lstStyle/>
        <a:p>
          <a:endParaRPr lang="en-US"/>
        </a:p>
      </dgm:t>
    </dgm:pt>
    <dgm:pt modelId="{F8D6AB98-2B36-41F8-8598-BB8D0A12B870}">
      <dgm:prSet/>
      <dgm:spPr/>
      <dgm:t>
        <a:bodyPr/>
        <a:lstStyle/>
        <a:p>
          <a:r>
            <a:rPr lang="en-US" b="0" i="0" baseline="0"/>
            <a:t>Documentation (e.g. user manuals)</a:t>
          </a:r>
          <a:endParaRPr lang="en-US"/>
        </a:p>
      </dgm:t>
    </dgm:pt>
    <dgm:pt modelId="{0133094D-BEC2-4A4B-948B-4C6754D3994C}" type="parTrans" cxnId="{41591431-9BE0-4C57-9B14-179E635F7A79}">
      <dgm:prSet/>
      <dgm:spPr/>
      <dgm:t>
        <a:bodyPr/>
        <a:lstStyle/>
        <a:p>
          <a:endParaRPr lang="en-US"/>
        </a:p>
      </dgm:t>
    </dgm:pt>
    <dgm:pt modelId="{0CDDAF60-8D3D-428F-9C67-A706B06CFE48}" type="sibTrans" cxnId="{41591431-9BE0-4C57-9B14-179E635F7A79}">
      <dgm:prSet/>
      <dgm:spPr/>
      <dgm:t>
        <a:bodyPr/>
        <a:lstStyle/>
        <a:p>
          <a:endParaRPr lang="en-US"/>
        </a:p>
      </dgm:t>
    </dgm:pt>
    <dgm:pt modelId="{5BEE7430-5B64-423E-A864-CFBA34A56399}">
      <dgm:prSet/>
      <dgm:spPr/>
      <dgm:t>
        <a:bodyPr/>
        <a:lstStyle/>
        <a:p>
          <a:r>
            <a:rPr lang="en-US" b="0" i="0" baseline="0"/>
            <a:t>Example user tasks:</a:t>
          </a:r>
          <a:endParaRPr lang="en-US"/>
        </a:p>
      </dgm:t>
    </dgm:pt>
    <dgm:pt modelId="{5668BA82-79EE-4A5E-BE9D-F20F12D338C9}" type="parTrans" cxnId="{A06F305E-A949-4B8D-B7A3-CBC4330F92D4}">
      <dgm:prSet/>
      <dgm:spPr/>
      <dgm:t>
        <a:bodyPr/>
        <a:lstStyle/>
        <a:p>
          <a:endParaRPr lang="en-US"/>
        </a:p>
      </dgm:t>
    </dgm:pt>
    <dgm:pt modelId="{00CA7507-2B7C-446E-A2A3-5904D7F47C34}" type="sibTrans" cxnId="{A06F305E-A949-4B8D-B7A3-CBC4330F92D4}">
      <dgm:prSet/>
      <dgm:spPr/>
      <dgm:t>
        <a:bodyPr/>
        <a:lstStyle/>
        <a:p>
          <a:endParaRPr lang="en-US"/>
        </a:p>
      </dgm:t>
    </dgm:pt>
    <dgm:pt modelId="{770F02B4-D156-4E09-ABB0-B1E847AC9EED}">
      <dgm:prSet/>
      <dgm:spPr/>
      <dgm:t>
        <a:bodyPr/>
        <a:lstStyle/>
        <a:p>
          <a:r>
            <a:rPr lang="en-US" b="0" i="0" baseline="0"/>
            <a:t>Logging in</a:t>
          </a:r>
          <a:endParaRPr lang="en-US"/>
        </a:p>
      </dgm:t>
    </dgm:pt>
    <dgm:pt modelId="{6ABAD00D-03B8-4359-96D5-2E214FDA2B04}" type="parTrans" cxnId="{1DE4C3EF-4C11-43BE-860A-FE1F2BC9C37A}">
      <dgm:prSet/>
      <dgm:spPr/>
      <dgm:t>
        <a:bodyPr/>
        <a:lstStyle/>
        <a:p>
          <a:endParaRPr lang="en-US"/>
        </a:p>
      </dgm:t>
    </dgm:pt>
    <dgm:pt modelId="{15064B58-CF75-4574-84AD-D8769F9CAC5D}" type="sibTrans" cxnId="{1DE4C3EF-4C11-43BE-860A-FE1F2BC9C37A}">
      <dgm:prSet/>
      <dgm:spPr/>
      <dgm:t>
        <a:bodyPr/>
        <a:lstStyle/>
        <a:p>
          <a:endParaRPr lang="en-US"/>
        </a:p>
      </dgm:t>
    </dgm:pt>
    <dgm:pt modelId="{B0E9F1A9-9AC2-42F1-BCDC-30B68372F9C4}">
      <dgm:prSet/>
      <dgm:spPr/>
      <dgm:t>
        <a:bodyPr/>
        <a:lstStyle/>
        <a:p>
          <a:r>
            <a:rPr lang="en-US" b="0" i="0" baseline="0"/>
            <a:t>Uploading files</a:t>
          </a:r>
          <a:endParaRPr lang="en-US"/>
        </a:p>
      </dgm:t>
    </dgm:pt>
    <dgm:pt modelId="{169FA218-492C-4C0C-BCD9-07BAB7850136}" type="parTrans" cxnId="{527547B6-23D3-43EA-8211-F1876AC4C695}">
      <dgm:prSet/>
      <dgm:spPr/>
      <dgm:t>
        <a:bodyPr/>
        <a:lstStyle/>
        <a:p>
          <a:endParaRPr lang="en-US"/>
        </a:p>
      </dgm:t>
    </dgm:pt>
    <dgm:pt modelId="{465A3296-86A8-4867-8CAF-97E1BF14A489}" type="sibTrans" cxnId="{527547B6-23D3-43EA-8211-F1876AC4C695}">
      <dgm:prSet/>
      <dgm:spPr/>
      <dgm:t>
        <a:bodyPr/>
        <a:lstStyle/>
        <a:p>
          <a:endParaRPr lang="en-US"/>
        </a:p>
      </dgm:t>
    </dgm:pt>
    <dgm:pt modelId="{7B219C74-AED4-43FF-97F0-0B6ADD957973}">
      <dgm:prSet/>
      <dgm:spPr/>
      <dgm:t>
        <a:bodyPr/>
        <a:lstStyle/>
        <a:p>
          <a:r>
            <a:rPr lang="en-US" b="0" i="0" baseline="0"/>
            <a:t>Searching</a:t>
          </a:r>
          <a:endParaRPr lang="en-US"/>
        </a:p>
      </dgm:t>
    </dgm:pt>
    <dgm:pt modelId="{5692972E-86A8-474E-9AD8-1704EDA3746D}" type="parTrans" cxnId="{F5298945-0A03-4F89-A821-A2AC6B6CDEAF}">
      <dgm:prSet/>
      <dgm:spPr/>
      <dgm:t>
        <a:bodyPr/>
        <a:lstStyle/>
        <a:p>
          <a:endParaRPr lang="en-US"/>
        </a:p>
      </dgm:t>
    </dgm:pt>
    <dgm:pt modelId="{AB93434E-47F1-439C-8A99-F08C1F32ADCC}" type="sibTrans" cxnId="{F5298945-0A03-4F89-A821-A2AC6B6CDEAF}">
      <dgm:prSet/>
      <dgm:spPr/>
      <dgm:t>
        <a:bodyPr/>
        <a:lstStyle/>
        <a:p>
          <a:endParaRPr lang="en-US"/>
        </a:p>
      </dgm:t>
    </dgm:pt>
    <dgm:pt modelId="{A61124E9-11DE-4768-875B-BD63CDAA26A9}">
      <dgm:prSet/>
      <dgm:spPr/>
      <dgm:t>
        <a:bodyPr/>
        <a:lstStyle/>
        <a:p>
          <a:r>
            <a:rPr lang="en-US" b="0" i="0" baseline="0"/>
            <a:t>Navigating menus</a:t>
          </a:r>
          <a:endParaRPr lang="en-US"/>
        </a:p>
      </dgm:t>
    </dgm:pt>
    <dgm:pt modelId="{54E19CED-2375-41C8-9093-3ACA72FE15B1}" type="parTrans" cxnId="{849B9F0B-EC8D-4021-B72B-88CD78950937}">
      <dgm:prSet/>
      <dgm:spPr/>
      <dgm:t>
        <a:bodyPr/>
        <a:lstStyle/>
        <a:p>
          <a:endParaRPr lang="en-US"/>
        </a:p>
      </dgm:t>
    </dgm:pt>
    <dgm:pt modelId="{658D9484-3BE7-4621-BC28-CD5BC5A027B8}" type="sibTrans" cxnId="{849B9F0B-EC8D-4021-B72B-88CD78950937}">
      <dgm:prSet/>
      <dgm:spPr/>
      <dgm:t>
        <a:bodyPr/>
        <a:lstStyle/>
        <a:p>
          <a:endParaRPr lang="en-US"/>
        </a:p>
      </dgm:t>
    </dgm:pt>
    <dgm:pt modelId="{BB55E9A4-67AA-44CC-99B7-A7496EDCCEF1}" type="pres">
      <dgm:prSet presAssocID="{30B74B40-8AE4-423A-9F75-14ADC0754C69}" presName="root" presStyleCnt="0">
        <dgm:presLayoutVars>
          <dgm:dir/>
          <dgm:resizeHandles val="exact"/>
        </dgm:presLayoutVars>
      </dgm:prSet>
      <dgm:spPr/>
    </dgm:pt>
    <dgm:pt modelId="{0A916D83-BE35-4451-9C05-99E4F8B0229A}" type="pres">
      <dgm:prSet presAssocID="{3E2A1339-8704-4F94-8445-8868AB160165}" presName="compNode" presStyleCnt="0"/>
      <dgm:spPr/>
    </dgm:pt>
    <dgm:pt modelId="{32F35CA4-7546-40F0-9F5A-F0E5F7EA8491}" type="pres">
      <dgm:prSet presAssocID="{3E2A1339-8704-4F94-8445-8868AB160165}" presName="bgRect" presStyleLbl="bgShp" presStyleIdx="0" presStyleCnt="5"/>
      <dgm:spPr/>
    </dgm:pt>
    <dgm:pt modelId="{2A2D4150-4EBF-43E9-9C72-6023267E6CFC}" type="pres">
      <dgm:prSet presAssocID="{3E2A1339-8704-4F94-8445-8868AB16016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EA3D5D2-5187-4989-A3CD-5A924C9674BD}" type="pres">
      <dgm:prSet presAssocID="{3E2A1339-8704-4F94-8445-8868AB160165}" presName="spaceRect" presStyleCnt="0"/>
      <dgm:spPr/>
    </dgm:pt>
    <dgm:pt modelId="{F7E6D69F-8B86-4A3E-B87F-825068D6D274}" type="pres">
      <dgm:prSet presAssocID="{3E2A1339-8704-4F94-8445-8868AB160165}" presName="parTx" presStyleLbl="revTx" presStyleIdx="0" presStyleCnt="8">
        <dgm:presLayoutVars>
          <dgm:chMax val="0"/>
          <dgm:chPref val="0"/>
        </dgm:presLayoutVars>
      </dgm:prSet>
      <dgm:spPr/>
    </dgm:pt>
    <dgm:pt modelId="{D33A4E31-0E92-42AC-B57A-1BD8EA5BBF90}" type="pres">
      <dgm:prSet presAssocID="{22A3BD8D-4E73-4E66-858C-A023CF00BBC4}" presName="sibTrans" presStyleCnt="0"/>
      <dgm:spPr/>
    </dgm:pt>
    <dgm:pt modelId="{52F178EB-F65E-454F-909D-1818EA475034}" type="pres">
      <dgm:prSet presAssocID="{AB100066-DF6A-4AB8-8E14-6983EDE4F50A}" presName="compNode" presStyleCnt="0"/>
      <dgm:spPr/>
    </dgm:pt>
    <dgm:pt modelId="{FC06144F-57A4-4B01-8FC7-97CE99B74B22}" type="pres">
      <dgm:prSet presAssocID="{AB100066-DF6A-4AB8-8E14-6983EDE4F50A}" presName="bgRect" presStyleLbl="bgShp" presStyleIdx="1" presStyleCnt="5"/>
      <dgm:spPr/>
    </dgm:pt>
    <dgm:pt modelId="{7BDD899D-644B-4584-91EB-40D9B7459AF4}" type="pres">
      <dgm:prSet presAssocID="{AB100066-DF6A-4AB8-8E14-6983EDE4F5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5556458-6F30-4B59-908E-2207202648FD}" type="pres">
      <dgm:prSet presAssocID="{AB100066-DF6A-4AB8-8E14-6983EDE4F50A}" presName="spaceRect" presStyleCnt="0"/>
      <dgm:spPr/>
    </dgm:pt>
    <dgm:pt modelId="{A9C714F6-3F36-4D6E-B481-11DC02ADAD9D}" type="pres">
      <dgm:prSet presAssocID="{AB100066-DF6A-4AB8-8E14-6983EDE4F50A}" presName="parTx" presStyleLbl="revTx" presStyleIdx="1" presStyleCnt="8">
        <dgm:presLayoutVars>
          <dgm:chMax val="0"/>
          <dgm:chPref val="0"/>
        </dgm:presLayoutVars>
      </dgm:prSet>
      <dgm:spPr/>
    </dgm:pt>
    <dgm:pt modelId="{192AFF74-7081-42D2-BCCA-B0BF35F4360C}" type="pres">
      <dgm:prSet presAssocID="{631C7C79-DE49-4E45-AD06-34FE54380FEF}" presName="sibTrans" presStyleCnt="0"/>
      <dgm:spPr/>
    </dgm:pt>
    <dgm:pt modelId="{51A98BA5-0E42-4233-B4BF-3D44A07FFA5C}" type="pres">
      <dgm:prSet presAssocID="{5567381D-1BE0-466D-AC9B-5EE715D3A648}" presName="compNode" presStyleCnt="0"/>
      <dgm:spPr/>
    </dgm:pt>
    <dgm:pt modelId="{035E0943-846C-43F7-B18F-3EDDF7937D90}" type="pres">
      <dgm:prSet presAssocID="{5567381D-1BE0-466D-AC9B-5EE715D3A648}" presName="bgRect" presStyleLbl="bgShp" presStyleIdx="2" presStyleCnt="5"/>
      <dgm:spPr/>
    </dgm:pt>
    <dgm:pt modelId="{879B465F-17A0-40BB-8A2F-F93D1CB3E39B}" type="pres">
      <dgm:prSet presAssocID="{5567381D-1BE0-466D-AC9B-5EE715D3A64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8271F32-7951-4558-AE35-2863BB18886B}" type="pres">
      <dgm:prSet presAssocID="{5567381D-1BE0-466D-AC9B-5EE715D3A648}" presName="spaceRect" presStyleCnt="0"/>
      <dgm:spPr/>
    </dgm:pt>
    <dgm:pt modelId="{76AF85FD-1A5B-4529-97A4-45F39FD0F3F1}" type="pres">
      <dgm:prSet presAssocID="{5567381D-1BE0-466D-AC9B-5EE715D3A648}" presName="parTx" presStyleLbl="revTx" presStyleIdx="2" presStyleCnt="8">
        <dgm:presLayoutVars>
          <dgm:chMax val="0"/>
          <dgm:chPref val="0"/>
        </dgm:presLayoutVars>
      </dgm:prSet>
      <dgm:spPr/>
    </dgm:pt>
    <dgm:pt modelId="{C13F73A4-4914-49F9-9DB4-84EF442624DF}" type="pres">
      <dgm:prSet presAssocID="{5567381D-1BE0-466D-AC9B-5EE715D3A648}" presName="desTx" presStyleLbl="revTx" presStyleIdx="3" presStyleCnt="8">
        <dgm:presLayoutVars/>
      </dgm:prSet>
      <dgm:spPr/>
    </dgm:pt>
    <dgm:pt modelId="{16ABF8FD-D2E0-4EA0-960B-2334BB08F5F8}" type="pres">
      <dgm:prSet presAssocID="{C4253098-3E37-4516-875D-5115B76B67B7}" presName="sibTrans" presStyleCnt="0"/>
      <dgm:spPr/>
    </dgm:pt>
    <dgm:pt modelId="{7FC664A9-6C0F-45BB-8757-57C9C7A98CBC}" type="pres">
      <dgm:prSet presAssocID="{A88E8423-CABB-4F64-A409-C89225F34133}" presName="compNode" presStyleCnt="0"/>
      <dgm:spPr/>
    </dgm:pt>
    <dgm:pt modelId="{321DF429-139C-4372-870D-13AA10DEB6BB}" type="pres">
      <dgm:prSet presAssocID="{A88E8423-CABB-4F64-A409-C89225F34133}" presName="bgRect" presStyleLbl="bgShp" presStyleIdx="3" presStyleCnt="5"/>
      <dgm:spPr/>
    </dgm:pt>
    <dgm:pt modelId="{11401BCA-7108-4A82-93B9-D41EFE956487}" type="pres">
      <dgm:prSet presAssocID="{A88E8423-CABB-4F64-A409-C89225F341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1FAAF22-C509-4381-BCB1-9C04FAB23021}" type="pres">
      <dgm:prSet presAssocID="{A88E8423-CABB-4F64-A409-C89225F34133}" presName="spaceRect" presStyleCnt="0"/>
      <dgm:spPr/>
    </dgm:pt>
    <dgm:pt modelId="{0DA59DEA-398C-4C0B-9A0A-E28949F18D5E}" type="pres">
      <dgm:prSet presAssocID="{A88E8423-CABB-4F64-A409-C89225F34133}" presName="parTx" presStyleLbl="revTx" presStyleIdx="4" presStyleCnt="8">
        <dgm:presLayoutVars>
          <dgm:chMax val="0"/>
          <dgm:chPref val="0"/>
        </dgm:presLayoutVars>
      </dgm:prSet>
      <dgm:spPr/>
    </dgm:pt>
    <dgm:pt modelId="{6D5AF809-6A73-4C21-B360-6AFA3C119734}" type="pres">
      <dgm:prSet presAssocID="{A88E8423-CABB-4F64-A409-C89225F34133}" presName="desTx" presStyleLbl="revTx" presStyleIdx="5" presStyleCnt="8">
        <dgm:presLayoutVars/>
      </dgm:prSet>
      <dgm:spPr/>
    </dgm:pt>
    <dgm:pt modelId="{8D32218F-32BB-4DBC-80D9-2939920406B0}" type="pres">
      <dgm:prSet presAssocID="{029041C0-216C-4881-B60F-DF8ABB0475AC}" presName="sibTrans" presStyleCnt="0"/>
      <dgm:spPr/>
    </dgm:pt>
    <dgm:pt modelId="{4CD90FB5-4DA3-4A9C-921B-DFF6CCCDF61B}" type="pres">
      <dgm:prSet presAssocID="{5BEE7430-5B64-423E-A864-CFBA34A56399}" presName="compNode" presStyleCnt="0"/>
      <dgm:spPr/>
    </dgm:pt>
    <dgm:pt modelId="{1D94B370-05D1-4B37-9E47-D0F7BCA337B5}" type="pres">
      <dgm:prSet presAssocID="{5BEE7430-5B64-423E-A864-CFBA34A56399}" presName="bgRect" presStyleLbl="bgShp" presStyleIdx="4" presStyleCnt="5"/>
      <dgm:spPr/>
    </dgm:pt>
    <dgm:pt modelId="{349435A5-8DBC-49FA-88AA-66ECE905B14C}" type="pres">
      <dgm:prSet presAssocID="{5BEE7430-5B64-423E-A864-CFBA34A5639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7F12B86-7F6C-4CFC-A06D-4080A057A6B3}" type="pres">
      <dgm:prSet presAssocID="{5BEE7430-5B64-423E-A864-CFBA34A56399}" presName="spaceRect" presStyleCnt="0"/>
      <dgm:spPr/>
    </dgm:pt>
    <dgm:pt modelId="{AB32637F-B358-41E0-9AFB-EDA9B651C181}" type="pres">
      <dgm:prSet presAssocID="{5BEE7430-5B64-423E-A864-CFBA34A56399}" presName="parTx" presStyleLbl="revTx" presStyleIdx="6" presStyleCnt="8">
        <dgm:presLayoutVars>
          <dgm:chMax val="0"/>
          <dgm:chPref val="0"/>
        </dgm:presLayoutVars>
      </dgm:prSet>
      <dgm:spPr/>
    </dgm:pt>
    <dgm:pt modelId="{E581B822-29BA-42A6-AE87-8713ED3281DF}" type="pres">
      <dgm:prSet presAssocID="{5BEE7430-5B64-423E-A864-CFBA34A56399}" presName="desTx" presStyleLbl="revTx" presStyleIdx="7" presStyleCnt="8">
        <dgm:presLayoutVars/>
      </dgm:prSet>
      <dgm:spPr/>
    </dgm:pt>
  </dgm:ptLst>
  <dgm:cxnLst>
    <dgm:cxn modelId="{9CD2C801-9AA2-427F-9F5E-919FC6280DC9}" srcId="{A88E8423-CABB-4F64-A409-C89225F34133}" destId="{5FD21F86-988C-4098-BAA5-F31C110EF932}" srcOrd="0" destOrd="0" parTransId="{E0D31B54-F11C-41DC-898B-CD520B45E7A7}" sibTransId="{283B4D50-DE4A-4A23-A581-4D2E1A280DB9}"/>
    <dgm:cxn modelId="{81F27008-5379-44DE-A27B-B26B5BEE7CC3}" type="presOf" srcId="{5567381D-1BE0-466D-AC9B-5EE715D3A648}" destId="{76AF85FD-1A5B-4529-97A4-45F39FD0F3F1}" srcOrd="0" destOrd="0" presId="urn:microsoft.com/office/officeart/2018/2/layout/IconVerticalSolidList"/>
    <dgm:cxn modelId="{849B9F0B-EC8D-4021-B72B-88CD78950937}" srcId="{5BEE7430-5B64-423E-A864-CFBA34A56399}" destId="{A61124E9-11DE-4768-875B-BD63CDAA26A9}" srcOrd="3" destOrd="0" parTransId="{54E19CED-2375-41C8-9093-3ACA72FE15B1}" sibTransId="{658D9484-3BE7-4621-BC28-CD5BC5A027B8}"/>
    <dgm:cxn modelId="{84C3D20E-35A2-42CB-B376-2AFDDC04CEA4}" type="presOf" srcId="{A61124E9-11DE-4768-875B-BD63CDAA26A9}" destId="{E581B822-29BA-42A6-AE87-8713ED3281DF}" srcOrd="0" destOrd="3" presId="urn:microsoft.com/office/officeart/2018/2/layout/IconVerticalSolidList"/>
    <dgm:cxn modelId="{CCD10A2E-07BD-415D-95E5-DAB431865D56}" srcId="{5567381D-1BE0-466D-AC9B-5EE715D3A648}" destId="{A1DBFC31-4245-46BF-A451-001FED638621}" srcOrd="0" destOrd="0" parTransId="{0DDD7240-501B-48BD-96B4-468F36BC3ABA}" sibTransId="{12DA8E0A-CE44-4495-ADC9-D6AE10DEBF9E}"/>
    <dgm:cxn modelId="{41591431-9BE0-4C57-9B14-179E635F7A79}" srcId="{A88E8423-CABB-4F64-A409-C89225F34133}" destId="{F8D6AB98-2B36-41F8-8598-BB8D0A12B870}" srcOrd="1" destOrd="0" parTransId="{0133094D-BEC2-4A4B-948B-4C6754D3994C}" sibTransId="{0CDDAF60-8D3D-428F-9C67-A706B06CFE48}"/>
    <dgm:cxn modelId="{CB24D534-C66D-4DC3-A70C-5CDCDD728AB6}" type="presOf" srcId="{AB100066-DF6A-4AB8-8E14-6983EDE4F50A}" destId="{A9C714F6-3F36-4D6E-B481-11DC02ADAD9D}" srcOrd="0" destOrd="0" presId="urn:microsoft.com/office/officeart/2018/2/layout/IconVerticalSolidList"/>
    <dgm:cxn modelId="{CBD9E03F-3451-4C8C-90B8-123979D63E3E}" type="presOf" srcId="{5FD21F86-988C-4098-BAA5-F31C110EF932}" destId="{6D5AF809-6A73-4C21-B360-6AFA3C119734}" srcOrd="0" destOrd="0" presId="urn:microsoft.com/office/officeart/2018/2/layout/IconVerticalSolidList"/>
    <dgm:cxn modelId="{A06F305E-A949-4B8D-B7A3-CBC4330F92D4}" srcId="{30B74B40-8AE4-423A-9F75-14ADC0754C69}" destId="{5BEE7430-5B64-423E-A864-CFBA34A56399}" srcOrd="4" destOrd="0" parTransId="{5668BA82-79EE-4A5E-BE9D-F20F12D338C9}" sibTransId="{00CA7507-2B7C-446E-A2A3-5904D7F47C34}"/>
    <dgm:cxn modelId="{F5298945-0A03-4F89-A821-A2AC6B6CDEAF}" srcId="{5BEE7430-5B64-423E-A864-CFBA34A56399}" destId="{7B219C74-AED4-43FF-97F0-0B6ADD957973}" srcOrd="2" destOrd="0" parTransId="{5692972E-86A8-474E-9AD8-1704EDA3746D}" sibTransId="{AB93434E-47F1-439C-8A99-F08C1F32ADCC}"/>
    <dgm:cxn modelId="{718BF66C-E98B-4009-8F9F-8CAADEF58AD2}" type="presOf" srcId="{F8D6AB98-2B36-41F8-8598-BB8D0A12B870}" destId="{6D5AF809-6A73-4C21-B360-6AFA3C119734}" srcOrd="0" destOrd="1" presId="urn:microsoft.com/office/officeart/2018/2/layout/IconVerticalSolidList"/>
    <dgm:cxn modelId="{C1653170-777E-47D9-B9D3-69D5CC284029}" type="presOf" srcId="{7B219C74-AED4-43FF-97F0-0B6ADD957973}" destId="{E581B822-29BA-42A6-AE87-8713ED3281DF}" srcOrd="0" destOrd="2" presId="urn:microsoft.com/office/officeart/2018/2/layout/IconVerticalSolidList"/>
    <dgm:cxn modelId="{C9485053-8A04-4434-83B6-93B27CC5A3ED}" type="presOf" srcId="{770F02B4-D156-4E09-ABB0-B1E847AC9EED}" destId="{E581B822-29BA-42A6-AE87-8713ED3281DF}" srcOrd="0" destOrd="0" presId="urn:microsoft.com/office/officeart/2018/2/layout/IconVerticalSolidList"/>
    <dgm:cxn modelId="{D982DF77-925B-4EE9-BF0E-D2230BDE9EDA}" srcId="{5567381D-1BE0-466D-AC9B-5EE715D3A648}" destId="{90DC3F15-37C7-4BDA-BF19-B7901038AFB3}" srcOrd="1" destOrd="0" parTransId="{4901475C-0712-4B78-8D48-262E9EA014E9}" sibTransId="{4E9EA1D2-D31A-4BB0-B945-00088B8651E8}"/>
    <dgm:cxn modelId="{75B39E9C-B5FA-4ECB-A72F-D709D8C900E4}" srcId="{30B74B40-8AE4-423A-9F75-14ADC0754C69}" destId="{3E2A1339-8704-4F94-8445-8868AB160165}" srcOrd="0" destOrd="0" parTransId="{600C8CF1-CB02-40FF-81BE-91298F7ECC78}" sibTransId="{22A3BD8D-4E73-4E66-858C-A023CF00BBC4}"/>
    <dgm:cxn modelId="{DA0F2B9E-AC57-4376-8A76-28C540AE3B38}" srcId="{30B74B40-8AE4-423A-9F75-14ADC0754C69}" destId="{5567381D-1BE0-466D-AC9B-5EE715D3A648}" srcOrd="2" destOrd="0" parTransId="{CAF64369-2D7F-48A2-80DD-47367710E034}" sibTransId="{C4253098-3E37-4516-875D-5115B76B67B7}"/>
    <dgm:cxn modelId="{527547B6-23D3-43EA-8211-F1876AC4C695}" srcId="{5BEE7430-5B64-423E-A864-CFBA34A56399}" destId="{B0E9F1A9-9AC2-42F1-BCDC-30B68372F9C4}" srcOrd="1" destOrd="0" parTransId="{169FA218-492C-4C0C-BCD9-07BAB7850136}" sibTransId="{465A3296-86A8-4867-8CAF-97E1BF14A489}"/>
    <dgm:cxn modelId="{0C277ACD-D145-4667-B163-1E8AFFEBC37A}" srcId="{30B74B40-8AE4-423A-9F75-14ADC0754C69}" destId="{AB100066-DF6A-4AB8-8E14-6983EDE4F50A}" srcOrd="1" destOrd="0" parTransId="{ECC2F935-FF0E-490E-BAD8-BA644F5E04C4}" sibTransId="{631C7C79-DE49-4E45-AD06-34FE54380FEF}"/>
    <dgm:cxn modelId="{27C6F5D1-210A-4302-BD07-6BB03F96A9B0}" type="presOf" srcId="{A1DBFC31-4245-46BF-A451-001FED638621}" destId="{C13F73A4-4914-49F9-9DB4-84EF442624DF}" srcOrd="0" destOrd="0" presId="urn:microsoft.com/office/officeart/2018/2/layout/IconVerticalSolidList"/>
    <dgm:cxn modelId="{57B56CD2-78D6-494C-996B-31B7B064A8CE}" type="presOf" srcId="{30B74B40-8AE4-423A-9F75-14ADC0754C69}" destId="{BB55E9A4-67AA-44CC-99B7-A7496EDCCEF1}" srcOrd="0" destOrd="0" presId="urn:microsoft.com/office/officeart/2018/2/layout/IconVerticalSolidList"/>
    <dgm:cxn modelId="{D69D96D4-B067-4C5F-A499-131F1C252DDA}" type="presOf" srcId="{A88E8423-CABB-4F64-A409-C89225F34133}" destId="{0DA59DEA-398C-4C0B-9A0A-E28949F18D5E}" srcOrd="0" destOrd="0" presId="urn:microsoft.com/office/officeart/2018/2/layout/IconVerticalSolidList"/>
    <dgm:cxn modelId="{8E0C9BD6-EB88-40D0-A4D2-F2740E7FC3A7}" srcId="{5567381D-1BE0-466D-AC9B-5EE715D3A648}" destId="{68F2EF49-9419-4767-8C82-0858F7B72784}" srcOrd="2" destOrd="0" parTransId="{24D77B88-0DC1-43A9-AD8D-7B18CA99FAA3}" sibTransId="{5492BC4F-0B83-45BA-B84B-7F5056252941}"/>
    <dgm:cxn modelId="{3BECDBE2-E88D-46CA-AFDA-BF145E3FEAAB}" type="presOf" srcId="{3E2A1339-8704-4F94-8445-8868AB160165}" destId="{F7E6D69F-8B86-4A3E-B87F-825068D6D274}" srcOrd="0" destOrd="0" presId="urn:microsoft.com/office/officeart/2018/2/layout/IconVerticalSolidList"/>
    <dgm:cxn modelId="{E3F9F9EB-8FE6-4312-964A-FE9E6FE13059}" type="presOf" srcId="{5BEE7430-5B64-423E-A864-CFBA34A56399}" destId="{AB32637F-B358-41E0-9AFB-EDA9B651C181}" srcOrd="0" destOrd="0" presId="urn:microsoft.com/office/officeart/2018/2/layout/IconVerticalSolidList"/>
    <dgm:cxn modelId="{1DE4C3EF-4C11-43BE-860A-FE1F2BC9C37A}" srcId="{5BEE7430-5B64-423E-A864-CFBA34A56399}" destId="{770F02B4-D156-4E09-ABB0-B1E847AC9EED}" srcOrd="0" destOrd="0" parTransId="{6ABAD00D-03B8-4359-96D5-2E214FDA2B04}" sibTransId="{15064B58-CF75-4574-84AD-D8769F9CAC5D}"/>
    <dgm:cxn modelId="{784EFCF2-E50E-4E75-8432-8BAB598D19D1}" srcId="{30B74B40-8AE4-423A-9F75-14ADC0754C69}" destId="{A88E8423-CABB-4F64-A409-C89225F34133}" srcOrd="3" destOrd="0" parTransId="{DAD95B5A-7653-459F-8ABF-E72752DC0751}" sibTransId="{029041C0-216C-4881-B60F-DF8ABB0475AC}"/>
    <dgm:cxn modelId="{716188F7-F0FD-46DD-AAB3-A5F76E4E2BC3}" type="presOf" srcId="{90DC3F15-37C7-4BDA-BF19-B7901038AFB3}" destId="{C13F73A4-4914-49F9-9DB4-84EF442624DF}" srcOrd="0" destOrd="1" presId="urn:microsoft.com/office/officeart/2018/2/layout/IconVerticalSolidList"/>
    <dgm:cxn modelId="{B00EF7FA-A936-404C-B5F7-218CBD6B7D4D}" type="presOf" srcId="{68F2EF49-9419-4767-8C82-0858F7B72784}" destId="{C13F73A4-4914-49F9-9DB4-84EF442624DF}" srcOrd="0" destOrd="2" presId="urn:microsoft.com/office/officeart/2018/2/layout/IconVerticalSolidList"/>
    <dgm:cxn modelId="{657406FC-711D-4394-A85C-609CED46CB3A}" type="presOf" srcId="{B0E9F1A9-9AC2-42F1-BCDC-30B68372F9C4}" destId="{E581B822-29BA-42A6-AE87-8713ED3281DF}" srcOrd="0" destOrd="1" presId="urn:microsoft.com/office/officeart/2018/2/layout/IconVerticalSolidList"/>
    <dgm:cxn modelId="{59BEA7DC-3BD5-4576-BD52-2548D059BA41}" type="presParOf" srcId="{BB55E9A4-67AA-44CC-99B7-A7496EDCCEF1}" destId="{0A916D83-BE35-4451-9C05-99E4F8B0229A}" srcOrd="0" destOrd="0" presId="urn:microsoft.com/office/officeart/2018/2/layout/IconVerticalSolidList"/>
    <dgm:cxn modelId="{F33767F9-5B69-4679-8A11-9AC333FCF66A}" type="presParOf" srcId="{0A916D83-BE35-4451-9C05-99E4F8B0229A}" destId="{32F35CA4-7546-40F0-9F5A-F0E5F7EA8491}" srcOrd="0" destOrd="0" presId="urn:microsoft.com/office/officeart/2018/2/layout/IconVerticalSolidList"/>
    <dgm:cxn modelId="{42C45EA8-45AB-4C82-A5D9-5AAEE284672B}" type="presParOf" srcId="{0A916D83-BE35-4451-9C05-99E4F8B0229A}" destId="{2A2D4150-4EBF-43E9-9C72-6023267E6CFC}" srcOrd="1" destOrd="0" presId="urn:microsoft.com/office/officeart/2018/2/layout/IconVerticalSolidList"/>
    <dgm:cxn modelId="{62F4D264-56D0-4F08-8924-CEFE3F1CF0BF}" type="presParOf" srcId="{0A916D83-BE35-4451-9C05-99E4F8B0229A}" destId="{CEA3D5D2-5187-4989-A3CD-5A924C9674BD}" srcOrd="2" destOrd="0" presId="urn:microsoft.com/office/officeart/2018/2/layout/IconVerticalSolidList"/>
    <dgm:cxn modelId="{2718D580-77BA-49DD-9830-C573A73480FA}" type="presParOf" srcId="{0A916D83-BE35-4451-9C05-99E4F8B0229A}" destId="{F7E6D69F-8B86-4A3E-B87F-825068D6D274}" srcOrd="3" destOrd="0" presId="urn:microsoft.com/office/officeart/2018/2/layout/IconVerticalSolidList"/>
    <dgm:cxn modelId="{0E59C090-B008-411C-BAC1-4ACC7B130E2E}" type="presParOf" srcId="{BB55E9A4-67AA-44CC-99B7-A7496EDCCEF1}" destId="{D33A4E31-0E92-42AC-B57A-1BD8EA5BBF90}" srcOrd="1" destOrd="0" presId="urn:microsoft.com/office/officeart/2018/2/layout/IconVerticalSolidList"/>
    <dgm:cxn modelId="{E9DE915B-DDC5-44D1-9EA7-F88AF8CAFCCC}" type="presParOf" srcId="{BB55E9A4-67AA-44CC-99B7-A7496EDCCEF1}" destId="{52F178EB-F65E-454F-909D-1818EA475034}" srcOrd="2" destOrd="0" presId="urn:microsoft.com/office/officeart/2018/2/layout/IconVerticalSolidList"/>
    <dgm:cxn modelId="{4BA288BC-E051-4AD1-845C-1A9A0D5E6F1C}" type="presParOf" srcId="{52F178EB-F65E-454F-909D-1818EA475034}" destId="{FC06144F-57A4-4B01-8FC7-97CE99B74B22}" srcOrd="0" destOrd="0" presId="urn:microsoft.com/office/officeart/2018/2/layout/IconVerticalSolidList"/>
    <dgm:cxn modelId="{66BF706F-D8D7-48ED-817B-31D1AD7376FB}" type="presParOf" srcId="{52F178EB-F65E-454F-909D-1818EA475034}" destId="{7BDD899D-644B-4584-91EB-40D9B7459AF4}" srcOrd="1" destOrd="0" presId="urn:microsoft.com/office/officeart/2018/2/layout/IconVerticalSolidList"/>
    <dgm:cxn modelId="{66FF679E-16DB-47CF-BC05-CDC5B8289340}" type="presParOf" srcId="{52F178EB-F65E-454F-909D-1818EA475034}" destId="{35556458-6F30-4B59-908E-2207202648FD}" srcOrd="2" destOrd="0" presId="urn:microsoft.com/office/officeart/2018/2/layout/IconVerticalSolidList"/>
    <dgm:cxn modelId="{0F055A8B-A5B9-46E3-B727-1309E62F701C}" type="presParOf" srcId="{52F178EB-F65E-454F-909D-1818EA475034}" destId="{A9C714F6-3F36-4D6E-B481-11DC02ADAD9D}" srcOrd="3" destOrd="0" presId="urn:microsoft.com/office/officeart/2018/2/layout/IconVerticalSolidList"/>
    <dgm:cxn modelId="{396DAE6D-ED69-40E1-B976-797FB644ABBD}" type="presParOf" srcId="{BB55E9A4-67AA-44CC-99B7-A7496EDCCEF1}" destId="{192AFF74-7081-42D2-BCCA-B0BF35F4360C}" srcOrd="3" destOrd="0" presId="urn:microsoft.com/office/officeart/2018/2/layout/IconVerticalSolidList"/>
    <dgm:cxn modelId="{1D3B1D56-846C-4E3B-9E2A-4E47DEC07221}" type="presParOf" srcId="{BB55E9A4-67AA-44CC-99B7-A7496EDCCEF1}" destId="{51A98BA5-0E42-4233-B4BF-3D44A07FFA5C}" srcOrd="4" destOrd="0" presId="urn:microsoft.com/office/officeart/2018/2/layout/IconVerticalSolidList"/>
    <dgm:cxn modelId="{81A667EE-503D-441E-8054-A085D47D0DEA}" type="presParOf" srcId="{51A98BA5-0E42-4233-B4BF-3D44A07FFA5C}" destId="{035E0943-846C-43F7-B18F-3EDDF7937D90}" srcOrd="0" destOrd="0" presId="urn:microsoft.com/office/officeart/2018/2/layout/IconVerticalSolidList"/>
    <dgm:cxn modelId="{DB68299B-F413-427F-86B7-44F29A3DEA25}" type="presParOf" srcId="{51A98BA5-0E42-4233-B4BF-3D44A07FFA5C}" destId="{879B465F-17A0-40BB-8A2F-F93D1CB3E39B}" srcOrd="1" destOrd="0" presId="urn:microsoft.com/office/officeart/2018/2/layout/IconVerticalSolidList"/>
    <dgm:cxn modelId="{B7284E48-E097-43E9-885F-9134487E4E07}" type="presParOf" srcId="{51A98BA5-0E42-4233-B4BF-3D44A07FFA5C}" destId="{F8271F32-7951-4558-AE35-2863BB18886B}" srcOrd="2" destOrd="0" presId="urn:microsoft.com/office/officeart/2018/2/layout/IconVerticalSolidList"/>
    <dgm:cxn modelId="{BD835190-25B5-4CAD-834B-AA7CC6612567}" type="presParOf" srcId="{51A98BA5-0E42-4233-B4BF-3D44A07FFA5C}" destId="{76AF85FD-1A5B-4529-97A4-45F39FD0F3F1}" srcOrd="3" destOrd="0" presId="urn:microsoft.com/office/officeart/2018/2/layout/IconVerticalSolidList"/>
    <dgm:cxn modelId="{DFDDA86B-81DF-4D00-8996-18271AB940F2}" type="presParOf" srcId="{51A98BA5-0E42-4233-B4BF-3D44A07FFA5C}" destId="{C13F73A4-4914-49F9-9DB4-84EF442624DF}" srcOrd="4" destOrd="0" presId="urn:microsoft.com/office/officeart/2018/2/layout/IconVerticalSolidList"/>
    <dgm:cxn modelId="{E855F485-CB91-4551-A569-448461A16727}" type="presParOf" srcId="{BB55E9A4-67AA-44CC-99B7-A7496EDCCEF1}" destId="{16ABF8FD-D2E0-4EA0-960B-2334BB08F5F8}" srcOrd="5" destOrd="0" presId="urn:microsoft.com/office/officeart/2018/2/layout/IconVerticalSolidList"/>
    <dgm:cxn modelId="{260AC944-1CCC-4A52-ACBC-BB7AD70E79DD}" type="presParOf" srcId="{BB55E9A4-67AA-44CC-99B7-A7496EDCCEF1}" destId="{7FC664A9-6C0F-45BB-8757-57C9C7A98CBC}" srcOrd="6" destOrd="0" presId="urn:microsoft.com/office/officeart/2018/2/layout/IconVerticalSolidList"/>
    <dgm:cxn modelId="{682DDB7A-1A51-4FC7-9FD9-9D714FF27670}" type="presParOf" srcId="{7FC664A9-6C0F-45BB-8757-57C9C7A98CBC}" destId="{321DF429-139C-4372-870D-13AA10DEB6BB}" srcOrd="0" destOrd="0" presId="urn:microsoft.com/office/officeart/2018/2/layout/IconVerticalSolidList"/>
    <dgm:cxn modelId="{D4D5CFB9-AB6D-43DF-9617-5DA656521291}" type="presParOf" srcId="{7FC664A9-6C0F-45BB-8757-57C9C7A98CBC}" destId="{11401BCA-7108-4A82-93B9-D41EFE956487}" srcOrd="1" destOrd="0" presId="urn:microsoft.com/office/officeart/2018/2/layout/IconVerticalSolidList"/>
    <dgm:cxn modelId="{09777DCE-CFD5-4143-BCD9-F3EAEA0B2C4E}" type="presParOf" srcId="{7FC664A9-6C0F-45BB-8757-57C9C7A98CBC}" destId="{91FAAF22-C509-4381-BCB1-9C04FAB23021}" srcOrd="2" destOrd="0" presId="urn:microsoft.com/office/officeart/2018/2/layout/IconVerticalSolidList"/>
    <dgm:cxn modelId="{A18199E0-F22C-487E-A710-C9494B0FB8B8}" type="presParOf" srcId="{7FC664A9-6C0F-45BB-8757-57C9C7A98CBC}" destId="{0DA59DEA-398C-4C0B-9A0A-E28949F18D5E}" srcOrd="3" destOrd="0" presId="urn:microsoft.com/office/officeart/2018/2/layout/IconVerticalSolidList"/>
    <dgm:cxn modelId="{FFDF123B-4C47-44D2-AD96-7946E9FFD91E}" type="presParOf" srcId="{7FC664A9-6C0F-45BB-8757-57C9C7A98CBC}" destId="{6D5AF809-6A73-4C21-B360-6AFA3C119734}" srcOrd="4" destOrd="0" presId="urn:microsoft.com/office/officeart/2018/2/layout/IconVerticalSolidList"/>
    <dgm:cxn modelId="{90673ADD-626C-4D5E-B8AC-5F6043000731}" type="presParOf" srcId="{BB55E9A4-67AA-44CC-99B7-A7496EDCCEF1}" destId="{8D32218F-32BB-4DBC-80D9-2939920406B0}" srcOrd="7" destOrd="0" presId="urn:microsoft.com/office/officeart/2018/2/layout/IconVerticalSolidList"/>
    <dgm:cxn modelId="{ADBEC233-AFFE-4AD3-9018-5086F3BD92D1}" type="presParOf" srcId="{BB55E9A4-67AA-44CC-99B7-A7496EDCCEF1}" destId="{4CD90FB5-4DA3-4A9C-921B-DFF6CCCDF61B}" srcOrd="8" destOrd="0" presId="urn:microsoft.com/office/officeart/2018/2/layout/IconVerticalSolidList"/>
    <dgm:cxn modelId="{C25A0549-7DC1-4263-91A8-E33AA6C21AD5}" type="presParOf" srcId="{4CD90FB5-4DA3-4A9C-921B-DFF6CCCDF61B}" destId="{1D94B370-05D1-4B37-9E47-D0F7BCA337B5}" srcOrd="0" destOrd="0" presId="urn:microsoft.com/office/officeart/2018/2/layout/IconVerticalSolidList"/>
    <dgm:cxn modelId="{93DA3E6B-E41B-47DF-BE2C-C3C7A55C31B2}" type="presParOf" srcId="{4CD90FB5-4DA3-4A9C-921B-DFF6CCCDF61B}" destId="{349435A5-8DBC-49FA-88AA-66ECE905B14C}" srcOrd="1" destOrd="0" presId="urn:microsoft.com/office/officeart/2018/2/layout/IconVerticalSolidList"/>
    <dgm:cxn modelId="{ABDEEA9C-77BE-41A0-9CE3-B759BC30C54C}" type="presParOf" srcId="{4CD90FB5-4DA3-4A9C-921B-DFF6CCCDF61B}" destId="{57F12B86-7F6C-4CFC-A06D-4080A057A6B3}" srcOrd="2" destOrd="0" presId="urn:microsoft.com/office/officeart/2018/2/layout/IconVerticalSolidList"/>
    <dgm:cxn modelId="{2E600D0A-2EC1-4001-ACB5-E20F40047FF4}" type="presParOf" srcId="{4CD90FB5-4DA3-4A9C-921B-DFF6CCCDF61B}" destId="{AB32637F-B358-41E0-9AFB-EDA9B651C181}" srcOrd="3" destOrd="0" presId="urn:microsoft.com/office/officeart/2018/2/layout/IconVerticalSolidList"/>
    <dgm:cxn modelId="{A8FAB680-D505-4D12-8C5E-1CE9A978FE31}" type="presParOf" srcId="{4CD90FB5-4DA3-4A9C-921B-DFF6CCCDF61B}" destId="{E581B822-29BA-42A6-AE87-8713ED3281D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64A767-9877-48E3-9813-F5C8A74BDD4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ED6087-59A1-4D70-92CA-095AA0B92C76}">
      <dgm:prSet/>
      <dgm:spPr/>
      <dgm:t>
        <a:bodyPr/>
        <a:lstStyle/>
        <a:p>
          <a:r>
            <a:rPr lang="en-US" b="0" i="0" baseline="0"/>
            <a:t>Developers design and build information systems</a:t>
          </a:r>
          <a:endParaRPr lang="en-US"/>
        </a:p>
      </dgm:t>
    </dgm:pt>
    <dgm:pt modelId="{9B528F95-4B33-46E8-9CD2-07C51AC5144F}" type="parTrans" cxnId="{038C3569-B8DC-43FB-99DE-02C02142421A}">
      <dgm:prSet/>
      <dgm:spPr/>
      <dgm:t>
        <a:bodyPr/>
        <a:lstStyle/>
        <a:p>
          <a:endParaRPr lang="en-US"/>
        </a:p>
      </dgm:t>
    </dgm:pt>
    <dgm:pt modelId="{77C1BBB3-817D-46EF-BEA6-926F16ECE17B}" type="sibTrans" cxnId="{038C3569-B8DC-43FB-99DE-02C02142421A}">
      <dgm:prSet/>
      <dgm:spPr/>
      <dgm:t>
        <a:bodyPr/>
        <a:lstStyle/>
        <a:p>
          <a:endParaRPr lang="en-US"/>
        </a:p>
      </dgm:t>
    </dgm:pt>
    <dgm:pt modelId="{62907077-DFE0-4A67-8BA2-6BF57AA98E6D}">
      <dgm:prSet/>
      <dgm:spPr/>
      <dgm:t>
        <a:bodyPr/>
        <a:lstStyle/>
        <a:p>
          <a:r>
            <a:rPr lang="en-US" b="0" i="0" baseline="0"/>
            <a:t>They turn user needs into </a:t>
          </a:r>
          <a:r>
            <a:rPr lang="en-US" b="1" i="0" baseline="0"/>
            <a:t>working software</a:t>
          </a:r>
          <a:endParaRPr lang="en-US"/>
        </a:p>
      </dgm:t>
    </dgm:pt>
    <dgm:pt modelId="{2F1F9B13-D3FA-4550-9F0C-95CD47A9E4AE}" type="parTrans" cxnId="{8FDCFE9F-FAD7-4B4B-87E8-78107D1ED229}">
      <dgm:prSet/>
      <dgm:spPr/>
      <dgm:t>
        <a:bodyPr/>
        <a:lstStyle/>
        <a:p>
          <a:endParaRPr lang="en-US"/>
        </a:p>
      </dgm:t>
    </dgm:pt>
    <dgm:pt modelId="{902994FB-C80D-4102-A1D9-3F99BAAA7136}" type="sibTrans" cxnId="{8FDCFE9F-FAD7-4B4B-87E8-78107D1ED229}">
      <dgm:prSet/>
      <dgm:spPr/>
      <dgm:t>
        <a:bodyPr/>
        <a:lstStyle/>
        <a:p>
          <a:endParaRPr lang="en-US"/>
        </a:p>
      </dgm:t>
    </dgm:pt>
    <dgm:pt modelId="{1310DDB4-67F7-4242-87F2-BA38DBBED31F}">
      <dgm:prSet/>
      <dgm:spPr/>
      <dgm:t>
        <a:bodyPr/>
        <a:lstStyle/>
        <a:p>
          <a:r>
            <a:rPr lang="en-US" b="0" i="0" baseline="0"/>
            <a:t>Common developer roles include:</a:t>
          </a:r>
          <a:endParaRPr lang="en-US"/>
        </a:p>
      </dgm:t>
    </dgm:pt>
    <dgm:pt modelId="{9380CC30-9729-4AE2-8CF9-A8EA5ACA3658}" type="parTrans" cxnId="{953D226C-CB7F-4775-BFF0-20822C98BCB2}">
      <dgm:prSet/>
      <dgm:spPr/>
      <dgm:t>
        <a:bodyPr/>
        <a:lstStyle/>
        <a:p>
          <a:endParaRPr lang="en-US"/>
        </a:p>
      </dgm:t>
    </dgm:pt>
    <dgm:pt modelId="{3654BC37-EB9B-41CD-B46F-FF41C0462554}" type="sibTrans" cxnId="{953D226C-CB7F-4775-BFF0-20822C98BCB2}">
      <dgm:prSet/>
      <dgm:spPr/>
      <dgm:t>
        <a:bodyPr/>
        <a:lstStyle/>
        <a:p>
          <a:endParaRPr lang="en-US"/>
        </a:p>
      </dgm:t>
    </dgm:pt>
    <dgm:pt modelId="{9D78F96D-F3A1-4A21-8A40-C29907DF6755}">
      <dgm:prSet/>
      <dgm:spPr/>
      <dgm:t>
        <a:bodyPr/>
        <a:lstStyle/>
        <a:p>
          <a:r>
            <a:rPr lang="en-US" b="0" i="0" baseline="0"/>
            <a:t>Computer scientists</a:t>
          </a:r>
          <a:endParaRPr lang="en-US"/>
        </a:p>
      </dgm:t>
    </dgm:pt>
    <dgm:pt modelId="{0D2EA121-EBCD-4682-B5D1-D943F42C1CBD}" type="parTrans" cxnId="{16CE6551-E7C2-41B2-A01D-44D496980BC8}">
      <dgm:prSet/>
      <dgm:spPr/>
      <dgm:t>
        <a:bodyPr/>
        <a:lstStyle/>
        <a:p>
          <a:endParaRPr lang="en-US"/>
        </a:p>
      </dgm:t>
    </dgm:pt>
    <dgm:pt modelId="{37EB0B39-D10B-458B-B208-8D2603A413C6}" type="sibTrans" cxnId="{16CE6551-E7C2-41B2-A01D-44D496980BC8}">
      <dgm:prSet/>
      <dgm:spPr/>
      <dgm:t>
        <a:bodyPr/>
        <a:lstStyle/>
        <a:p>
          <a:endParaRPr lang="en-US"/>
        </a:p>
      </dgm:t>
    </dgm:pt>
    <dgm:pt modelId="{02AB5CFB-BAE0-4509-BB5D-D52D1C1950EE}">
      <dgm:prSet/>
      <dgm:spPr/>
      <dgm:t>
        <a:bodyPr/>
        <a:lstStyle/>
        <a:p>
          <a:r>
            <a:rPr lang="en-US" b="0" i="0" baseline="0"/>
            <a:t>Programmers</a:t>
          </a:r>
          <a:endParaRPr lang="en-US"/>
        </a:p>
      </dgm:t>
    </dgm:pt>
    <dgm:pt modelId="{871D69DD-29D3-43B7-9193-134ACEFF9DF3}" type="parTrans" cxnId="{03308FA4-A1B5-4EB5-AF72-5DBB99743DA6}">
      <dgm:prSet/>
      <dgm:spPr/>
      <dgm:t>
        <a:bodyPr/>
        <a:lstStyle/>
        <a:p>
          <a:endParaRPr lang="en-US"/>
        </a:p>
      </dgm:t>
    </dgm:pt>
    <dgm:pt modelId="{7453535C-5467-4C98-85D5-44451AB0C12C}" type="sibTrans" cxnId="{03308FA4-A1B5-4EB5-AF72-5DBB99743DA6}">
      <dgm:prSet/>
      <dgm:spPr/>
      <dgm:t>
        <a:bodyPr/>
        <a:lstStyle/>
        <a:p>
          <a:endParaRPr lang="en-US"/>
        </a:p>
      </dgm:t>
    </dgm:pt>
    <dgm:pt modelId="{58ABC5C6-DD60-4E55-8B8F-20D120C90428}">
      <dgm:prSet/>
      <dgm:spPr/>
      <dgm:t>
        <a:bodyPr/>
        <a:lstStyle/>
        <a:p>
          <a:r>
            <a:rPr lang="en-US" b="0" i="0" baseline="0"/>
            <a:t>Software engineers</a:t>
          </a:r>
          <a:endParaRPr lang="en-US"/>
        </a:p>
      </dgm:t>
    </dgm:pt>
    <dgm:pt modelId="{8976FA9A-2480-400E-88F3-F2306E9C206A}" type="parTrans" cxnId="{EDC54FC8-3666-4DEF-900D-FA3B86B3DE13}">
      <dgm:prSet/>
      <dgm:spPr/>
      <dgm:t>
        <a:bodyPr/>
        <a:lstStyle/>
        <a:p>
          <a:endParaRPr lang="en-US"/>
        </a:p>
      </dgm:t>
    </dgm:pt>
    <dgm:pt modelId="{50B38242-5BFE-41AE-AA31-25B5DF420378}" type="sibTrans" cxnId="{EDC54FC8-3666-4DEF-900D-FA3B86B3DE13}">
      <dgm:prSet/>
      <dgm:spPr/>
      <dgm:t>
        <a:bodyPr/>
        <a:lstStyle/>
        <a:p>
          <a:endParaRPr lang="en-US"/>
        </a:p>
      </dgm:t>
    </dgm:pt>
    <dgm:pt modelId="{150AAFCA-95DB-40ED-98F7-7FB392793795}">
      <dgm:prSet/>
      <dgm:spPr/>
      <dgm:t>
        <a:bodyPr/>
        <a:lstStyle/>
        <a:p>
          <a:r>
            <a:rPr lang="en-US" b="0" i="0" baseline="0"/>
            <a:t>These roles usually require </a:t>
          </a:r>
          <a:r>
            <a:rPr lang="en-US" b="1" i="0" baseline="0"/>
            <a:t>tertiary study</a:t>
          </a:r>
          <a:endParaRPr lang="en-US"/>
        </a:p>
      </dgm:t>
    </dgm:pt>
    <dgm:pt modelId="{AF206341-322F-446E-AEA7-64CB72416004}" type="parTrans" cxnId="{17147465-C9A3-4629-9D2D-641E7308051E}">
      <dgm:prSet/>
      <dgm:spPr/>
      <dgm:t>
        <a:bodyPr/>
        <a:lstStyle/>
        <a:p>
          <a:endParaRPr lang="en-US"/>
        </a:p>
      </dgm:t>
    </dgm:pt>
    <dgm:pt modelId="{F52CBDAC-53AD-49DB-9B41-15CD9EBF028E}" type="sibTrans" cxnId="{17147465-C9A3-4629-9D2D-641E7308051E}">
      <dgm:prSet/>
      <dgm:spPr/>
      <dgm:t>
        <a:bodyPr/>
        <a:lstStyle/>
        <a:p>
          <a:endParaRPr lang="en-US"/>
        </a:p>
      </dgm:t>
    </dgm:pt>
    <dgm:pt modelId="{7FB9989B-49BD-43A4-8F4E-9479E701030B}">
      <dgm:prSet/>
      <dgm:spPr/>
      <dgm:t>
        <a:bodyPr/>
        <a:lstStyle/>
        <a:p>
          <a:r>
            <a:rPr lang="en-US" b="0" i="0" baseline="0"/>
            <a:t>Developers focus on:</a:t>
          </a:r>
          <a:endParaRPr lang="en-US"/>
        </a:p>
      </dgm:t>
    </dgm:pt>
    <dgm:pt modelId="{2ADD8486-7FF9-42F5-A8CB-813972CCA5E0}" type="parTrans" cxnId="{2A8381A5-3CA3-4D2A-A122-9F71791F50D2}">
      <dgm:prSet/>
      <dgm:spPr/>
      <dgm:t>
        <a:bodyPr/>
        <a:lstStyle/>
        <a:p>
          <a:endParaRPr lang="en-US"/>
        </a:p>
      </dgm:t>
    </dgm:pt>
    <dgm:pt modelId="{B1934C33-5221-4BDE-B036-3ACE7DFFC0F4}" type="sibTrans" cxnId="{2A8381A5-3CA3-4D2A-A122-9F71791F50D2}">
      <dgm:prSet/>
      <dgm:spPr/>
      <dgm:t>
        <a:bodyPr/>
        <a:lstStyle/>
        <a:p>
          <a:endParaRPr lang="en-US"/>
        </a:p>
      </dgm:t>
    </dgm:pt>
    <dgm:pt modelId="{F0E7F63C-09AD-4845-A3BD-839BE6745578}">
      <dgm:prSet/>
      <dgm:spPr/>
      <dgm:t>
        <a:bodyPr/>
        <a:lstStyle/>
        <a:p>
          <a:r>
            <a:rPr lang="en-US" b="0" i="0" baseline="0"/>
            <a:t>Coding</a:t>
          </a:r>
          <a:endParaRPr lang="en-US"/>
        </a:p>
      </dgm:t>
    </dgm:pt>
    <dgm:pt modelId="{B7A06EE0-A5A0-45A0-BCF7-AD3623F23CD2}" type="parTrans" cxnId="{477F9B93-6C0E-46F4-BCF6-D60B02D4047C}">
      <dgm:prSet/>
      <dgm:spPr/>
      <dgm:t>
        <a:bodyPr/>
        <a:lstStyle/>
        <a:p>
          <a:endParaRPr lang="en-US"/>
        </a:p>
      </dgm:t>
    </dgm:pt>
    <dgm:pt modelId="{CB552C46-54BA-4701-B570-90163CE5F119}" type="sibTrans" cxnId="{477F9B93-6C0E-46F4-BCF6-D60B02D4047C}">
      <dgm:prSet/>
      <dgm:spPr/>
      <dgm:t>
        <a:bodyPr/>
        <a:lstStyle/>
        <a:p>
          <a:endParaRPr lang="en-US"/>
        </a:p>
      </dgm:t>
    </dgm:pt>
    <dgm:pt modelId="{C1F46C39-B6B0-4220-897A-83F91E7B9D5B}">
      <dgm:prSet/>
      <dgm:spPr/>
      <dgm:t>
        <a:bodyPr/>
        <a:lstStyle/>
        <a:p>
          <a:r>
            <a:rPr lang="en-US" b="0" i="0" baseline="0"/>
            <a:t>Testing</a:t>
          </a:r>
          <a:endParaRPr lang="en-US"/>
        </a:p>
      </dgm:t>
    </dgm:pt>
    <dgm:pt modelId="{6B96A09E-80B0-4A37-A1EC-0985FC59C010}" type="parTrans" cxnId="{2519ED1E-3582-44BC-B4DF-178D5A318DA1}">
      <dgm:prSet/>
      <dgm:spPr/>
      <dgm:t>
        <a:bodyPr/>
        <a:lstStyle/>
        <a:p>
          <a:endParaRPr lang="en-US"/>
        </a:p>
      </dgm:t>
    </dgm:pt>
    <dgm:pt modelId="{D16B9F2E-EAD3-42FC-883B-A2905947C438}" type="sibTrans" cxnId="{2519ED1E-3582-44BC-B4DF-178D5A318DA1}">
      <dgm:prSet/>
      <dgm:spPr/>
      <dgm:t>
        <a:bodyPr/>
        <a:lstStyle/>
        <a:p>
          <a:endParaRPr lang="en-US"/>
        </a:p>
      </dgm:t>
    </dgm:pt>
    <dgm:pt modelId="{155634AC-B1BA-439E-87BA-7833F66C241D}">
      <dgm:prSet/>
      <dgm:spPr/>
      <dgm:t>
        <a:bodyPr/>
        <a:lstStyle/>
        <a:p>
          <a:r>
            <a:rPr lang="en-US" b="0" i="0" baseline="0"/>
            <a:t>Problem-solving</a:t>
          </a:r>
          <a:endParaRPr lang="en-US"/>
        </a:p>
      </dgm:t>
    </dgm:pt>
    <dgm:pt modelId="{E52D4CF9-D515-451D-824F-E091156C17D8}" type="parTrans" cxnId="{D55B6C9B-1F07-4769-8752-389FDDC07D70}">
      <dgm:prSet/>
      <dgm:spPr/>
      <dgm:t>
        <a:bodyPr/>
        <a:lstStyle/>
        <a:p>
          <a:endParaRPr lang="en-US"/>
        </a:p>
      </dgm:t>
    </dgm:pt>
    <dgm:pt modelId="{EDCF0218-A75A-4F30-9FE7-C31514370875}" type="sibTrans" cxnId="{D55B6C9B-1F07-4769-8752-389FDDC07D70}">
      <dgm:prSet/>
      <dgm:spPr/>
      <dgm:t>
        <a:bodyPr/>
        <a:lstStyle/>
        <a:p>
          <a:endParaRPr lang="en-US"/>
        </a:p>
      </dgm:t>
    </dgm:pt>
    <dgm:pt modelId="{BC04B7B1-E688-4903-B150-39E332223D10}">
      <dgm:prSet/>
      <dgm:spPr/>
      <dgm:t>
        <a:bodyPr/>
        <a:lstStyle/>
        <a:p>
          <a:r>
            <a:rPr lang="en-US" b="0" i="0" baseline="0"/>
            <a:t>Improving systems</a:t>
          </a:r>
          <a:endParaRPr lang="en-US"/>
        </a:p>
      </dgm:t>
    </dgm:pt>
    <dgm:pt modelId="{D8631F02-0197-41E5-8238-0F52F1FCBFD9}" type="parTrans" cxnId="{D0BA24EA-AA5D-42C2-976A-C7DACD3CAC8A}">
      <dgm:prSet/>
      <dgm:spPr/>
      <dgm:t>
        <a:bodyPr/>
        <a:lstStyle/>
        <a:p>
          <a:endParaRPr lang="en-US"/>
        </a:p>
      </dgm:t>
    </dgm:pt>
    <dgm:pt modelId="{75AF8989-726D-4D9D-83B8-FE183F24FFA0}" type="sibTrans" cxnId="{D0BA24EA-AA5D-42C2-976A-C7DACD3CAC8A}">
      <dgm:prSet/>
      <dgm:spPr/>
      <dgm:t>
        <a:bodyPr/>
        <a:lstStyle/>
        <a:p>
          <a:endParaRPr lang="en-US"/>
        </a:p>
      </dgm:t>
    </dgm:pt>
    <dgm:pt modelId="{06B7AF1A-70AB-48F1-BE44-978D401DB6C9}" type="pres">
      <dgm:prSet presAssocID="{B664A767-9877-48E3-9813-F5C8A74BDD48}" presName="linear" presStyleCnt="0">
        <dgm:presLayoutVars>
          <dgm:dir/>
          <dgm:animLvl val="lvl"/>
          <dgm:resizeHandles val="exact"/>
        </dgm:presLayoutVars>
      </dgm:prSet>
      <dgm:spPr/>
    </dgm:pt>
    <dgm:pt modelId="{05438365-B379-4FC1-8AE7-B95E18B41F95}" type="pres">
      <dgm:prSet presAssocID="{41ED6087-59A1-4D70-92CA-095AA0B92C76}" presName="parentLin" presStyleCnt="0"/>
      <dgm:spPr/>
    </dgm:pt>
    <dgm:pt modelId="{82576D71-956C-4EBC-818F-D3BC3FA16C25}" type="pres">
      <dgm:prSet presAssocID="{41ED6087-59A1-4D70-92CA-095AA0B92C76}" presName="parentLeftMargin" presStyleLbl="node1" presStyleIdx="0" presStyleCnt="5"/>
      <dgm:spPr/>
    </dgm:pt>
    <dgm:pt modelId="{0059A56D-B653-4460-AE2B-B63FBB04E7E5}" type="pres">
      <dgm:prSet presAssocID="{41ED6087-59A1-4D70-92CA-095AA0B92C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852F08B-9591-4C00-A1E9-DA542755101F}" type="pres">
      <dgm:prSet presAssocID="{41ED6087-59A1-4D70-92CA-095AA0B92C76}" presName="negativeSpace" presStyleCnt="0"/>
      <dgm:spPr/>
    </dgm:pt>
    <dgm:pt modelId="{C62F2C12-C4A7-4DFA-B7B4-77E72CD44ABD}" type="pres">
      <dgm:prSet presAssocID="{41ED6087-59A1-4D70-92CA-095AA0B92C76}" presName="childText" presStyleLbl="conFgAcc1" presStyleIdx="0" presStyleCnt="5">
        <dgm:presLayoutVars>
          <dgm:bulletEnabled val="1"/>
        </dgm:presLayoutVars>
      </dgm:prSet>
      <dgm:spPr/>
    </dgm:pt>
    <dgm:pt modelId="{A7C66CF2-5268-46AE-9E88-BEED44241CC0}" type="pres">
      <dgm:prSet presAssocID="{77C1BBB3-817D-46EF-BEA6-926F16ECE17B}" presName="spaceBetweenRectangles" presStyleCnt="0"/>
      <dgm:spPr/>
    </dgm:pt>
    <dgm:pt modelId="{9A7888E6-CBAB-471E-B04D-F82C939B14FD}" type="pres">
      <dgm:prSet presAssocID="{62907077-DFE0-4A67-8BA2-6BF57AA98E6D}" presName="parentLin" presStyleCnt="0"/>
      <dgm:spPr/>
    </dgm:pt>
    <dgm:pt modelId="{878B389B-AC9F-4284-9FE7-2DF247804669}" type="pres">
      <dgm:prSet presAssocID="{62907077-DFE0-4A67-8BA2-6BF57AA98E6D}" presName="parentLeftMargin" presStyleLbl="node1" presStyleIdx="0" presStyleCnt="5"/>
      <dgm:spPr/>
    </dgm:pt>
    <dgm:pt modelId="{DB9C0A61-E595-4FCB-B7F3-A13B34A96E4D}" type="pres">
      <dgm:prSet presAssocID="{62907077-DFE0-4A67-8BA2-6BF57AA98E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6859358-C226-4803-B2CD-79BF27DB867E}" type="pres">
      <dgm:prSet presAssocID="{62907077-DFE0-4A67-8BA2-6BF57AA98E6D}" presName="negativeSpace" presStyleCnt="0"/>
      <dgm:spPr/>
    </dgm:pt>
    <dgm:pt modelId="{06420E99-C52B-4A76-97BC-49708DC7B41D}" type="pres">
      <dgm:prSet presAssocID="{62907077-DFE0-4A67-8BA2-6BF57AA98E6D}" presName="childText" presStyleLbl="conFgAcc1" presStyleIdx="1" presStyleCnt="5">
        <dgm:presLayoutVars>
          <dgm:bulletEnabled val="1"/>
        </dgm:presLayoutVars>
      </dgm:prSet>
      <dgm:spPr/>
    </dgm:pt>
    <dgm:pt modelId="{E4D4C4AE-E51B-4322-A9ED-C61A1DEBD76E}" type="pres">
      <dgm:prSet presAssocID="{902994FB-C80D-4102-A1D9-3F99BAAA7136}" presName="spaceBetweenRectangles" presStyleCnt="0"/>
      <dgm:spPr/>
    </dgm:pt>
    <dgm:pt modelId="{165E7B82-CE9B-4FDC-8D0E-F60C31F9A126}" type="pres">
      <dgm:prSet presAssocID="{1310DDB4-67F7-4242-87F2-BA38DBBED31F}" presName="parentLin" presStyleCnt="0"/>
      <dgm:spPr/>
    </dgm:pt>
    <dgm:pt modelId="{97CE5087-E82F-4D40-8275-33540A775A5B}" type="pres">
      <dgm:prSet presAssocID="{1310DDB4-67F7-4242-87F2-BA38DBBED31F}" presName="parentLeftMargin" presStyleLbl="node1" presStyleIdx="1" presStyleCnt="5"/>
      <dgm:spPr/>
    </dgm:pt>
    <dgm:pt modelId="{C61222E4-A31F-404A-994C-BFF6BD34A291}" type="pres">
      <dgm:prSet presAssocID="{1310DDB4-67F7-4242-87F2-BA38DBBED3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4358675-964B-423D-84A4-12739104538A}" type="pres">
      <dgm:prSet presAssocID="{1310DDB4-67F7-4242-87F2-BA38DBBED31F}" presName="negativeSpace" presStyleCnt="0"/>
      <dgm:spPr/>
    </dgm:pt>
    <dgm:pt modelId="{C35A483E-29F2-4AC8-9767-2512DDB23390}" type="pres">
      <dgm:prSet presAssocID="{1310DDB4-67F7-4242-87F2-BA38DBBED31F}" presName="childText" presStyleLbl="conFgAcc1" presStyleIdx="2" presStyleCnt="5">
        <dgm:presLayoutVars>
          <dgm:bulletEnabled val="1"/>
        </dgm:presLayoutVars>
      </dgm:prSet>
      <dgm:spPr/>
    </dgm:pt>
    <dgm:pt modelId="{A452FF67-76DF-4831-882C-ADF16EA0EF40}" type="pres">
      <dgm:prSet presAssocID="{3654BC37-EB9B-41CD-B46F-FF41C0462554}" presName="spaceBetweenRectangles" presStyleCnt="0"/>
      <dgm:spPr/>
    </dgm:pt>
    <dgm:pt modelId="{21E0096E-A125-4EBB-AB89-F8FC04B0D280}" type="pres">
      <dgm:prSet presAssocID="{150AAFCA-95DB-40ED-98F7-7FB392793795}" presName="parentLin" presStyleCnt="0"/>
      <dgm:spPr/>
    </dgm:pt>
    <dgm:pt modelId="{C52B4FB8-7B00-442D-B9FE-6EB800DB11EC}" type="pres">
      <dgm:prSet presAssocID="{150AAFCA-95DB-40ED-98F7-7FB392793795}" presName="parentLeftMargin" presStyleLbl="node1" presStyleIdx="2" presStyleCnt="5"/>
      <dgm:spPr/>
    </dgm:pt>
    <dgm:pt modelId="{8DD33626-F6B8-4DB3-B589-46C086671F0A}" type="pres">
      <dgm:prSet presAssocID="{150AAFCA-95DB-40ED-98F7-7FB39279379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4E74E3D-DEFF-4310-9ACC-08713DD4A967}" type="pres">
      <dgm:prSet presAssocID="{150AAFCA-95DB-40ED-98F7-7FB392793795}" presName="negativeSpace" presStyleCnt="0"/>
      <dgm:spPr/>
    </dgm:pt>
    <dgm:pt modelId="{365F56ED-79AF-4401-BBBB-982C2920C0CF}" type="pres">
      <dgm:prSet presAssocID="{150AAFCA-95DB-40ED-98F7-7FB392793795}" presName="childText" presStyleLbl="conFgAcc1" presStyleIdx="3" presStyleCnt="5">
        <dgm:presLayoutVars>
          <dgm:bulletEnabled val="1"/>
        </dgm:presLayoutVars>
      </dgm:prSet>
      <dgm:spPr/>
    </dgm:pt>
    <dgm:pt modelId="{EE488CAD-149A-40F9-AEDC-1167E9E468E5}" type="pres">
      <dgm:prSet presAssocID="{F52CBDAC-53AD-49DB-9B41-15CD9EBF028E}" presName="spaceBetweenRectangles" presStyleCnt="0"/>
      <dgm:spPr/>
    </dgm:pt>
    <dgm:pt modelId="{6D4D71C0-32B2-485A-B060-81EA0E7866F8}" type="pres">
      <dgm:prSet presAssocID="{7FB9989B-49BD-43A4-8F4E-9479E701030B}" presName="parentLin" presStyleCnt="0"/>
      <dgm:spPr/>
    </dgm:pt>
    <dgm:pt modelId="{CBDC98EA-8AED-4AD0-A782-D94AC6A07D9B}" type="pres">
      <dgm:prSet presAssocID="{7FB9989B-49BD-43A4-8F4E-9479E701030B}" presName="parentLeftMargin" presStyleLbl="node1" presStyleIdx="3" presStyleCnt="5"/>
      <dgm:spPr/>
    </dgm:pt>
    <dgm:pt modelId="{FD3DD215-C5C3-4552-A168-718B8BE803B7}" type="pres">
      <dgm:prSet presAssocID="{7FB9989B-49BD-43A4-8F4E-9479E701030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0738247-D81E-4E96-B949-4AD7F70CE02E}" type="pres">
      <dgm:prSet presAssocID="{7FB9989B-49BD-43A4-8F4E-9479E701030B}" presName="negativeSpace" presStyleCnt="0"/>
      <dgm:spPr/>
    </dgm:pt>
    <dgm:pt modelId="{A24207E8-76BE-4C7B-A4EF-3BD896BAE144}" type="pres">
      <dgm:prSet presAssocID="{7FB9989B-49BD-43A4-8F4E-9479E701030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519ED1E-3582-44BC-B4DF-178D5A318DA1}" srcId="{7FB9989B-49BD-43A4-8F4E-9479E701030B}" destId="{C1F46C39-B6B0-4220-897A-83F91E7B9D5B}" srcOrd="1" destOrd="0" parTransId="{6B96A09E-80B0-4A37-A1EC-0985FC59C010}" sibTransId="{D16B9F2E-EAD3-42FC-883B-A2905947C438}"/>
    <dgm:cxn modelId="{E0632936-F5C9-4373-B8E0-141F8098E00D}" type="presOf" srcId="{58ABC5C6-DD60-4E55-8B8F-20D120C90428}" destId="{C35A483E-29F2-4AC8-9767-2512DDB23390}" srcOrd="0" destOrd="2" presId="urn:microsoft.com/office/officeart/2005/8/layout/list1"/>
    <dgm:cxn modelId="{B96A993A-61F7-436A-B053-9E7E94E906A0}" type="presOf" srcId="{C1F46C39-B6B0-4220-897A-83F91E7B9D5B}" destId="{A24207E8-76BE-4C7B-A4EF-3BD896BAE144}" srcOrd="0" destOrd="1" presId="urn:microsoft.com/office/officeart/2005/8/layout/list1"/>
    <dgm:cxn modelId="{17147465-C9A3-4629-9D2D-641E7308051E}" srcId="{B664A767-9877-48E3-9813-F5C8A74BDD48}" destId="{150AAFCA-95DB-40ED-98F7-7FB392793795}" srcOrd="3" destOrd="0" parTransId="{AF206341-322F-446E-AEA7-64CB72416004}" sibTransId="{F52CBDAC-53AD-49DB-9B41-15CD9EBF028E}"/>
    <dgm:cxn modelId="{038C3569-B8DC-43FB-99DE-02C02142421A}" srcId="{B664A767-9877-48E3-9813-F5C8A74BDD48}" destId="{41ED6087-59A1-4D70-92CA-095AA0B92C76}" srcOrd="0" destOrd="0" parTransId="{9B528F95-4B33-46E8-9CD2-07C51AC5144F}" sibTransId="{77C1BBB3-817D-46EF-BEA6-926F16ECE17B}"/>
    <dgm:cxn modelId="{E089004A-C1EC-48D1-8E4D-80BFB79CFD5C}" type="presOf" srcId="{7FB9989B-49BD-43A4-8F4E-9479E701030B}" destId="{FD3DD215-C5C3-4552-A168-718B8BE803B7}" srcOrd="1" destOrd="0" presId="urn:microsoft.com/office/officeart/2005/8/layout/list1"/>
    <dgm:cxn modelId="{953D226C-CB7F-4775-BFF0-20822C98BCB2}" srcId="{B664A767-9877-48E3-9813-F5C8A74BDD48}" destId="{1310DDB4-67F7-4242-87F2-BA38DBBED31F}" srcOrd="2" destOrd="0" parTransId="{9380CC30-9729-4AE2-8CF9-A8EA5ACA3658}" sibTransId="{3654BC37-EB9B-41CD-B46F-FF41C0462554}"/>
    <dgm:cxn modelId="{855A7C4E-D06E-4DCD-B13B-9D3F3D070B59}" type="presOf" srcId="{9D78F96D-F3A1-4A21-8A40-C29907DF6755}" destId="{C35A483E-29F2-4AC8-9767-2512DDB23390}" srcOrd="0" destOrd="0" presId="urn:microsoft.com/office/officeart/2005/8/layout/list1"/>
    <dgm:cxn modelId="{16CE6551-E7C2-41B2-A01D-44D496980BC8}" srcId="{1310DDB4-67F7-4242-87F2-BA38DBBED31F}" destId="{9D78F96D-F3A1-4A21-8A40-C29907DF6755}" srcOrd="0" destOrd="0" parTransId="{0D2EA121-EBCD-4682-B5D1-D943F42C1CBD}" sibTransId="{37EB0B39-D10B-458B-B208-8D2603A413C6}"/>
    <dgm:cxn modelId="{BBEBA154-D28E-484A-9061-CB98BC2A0255}" type="presOf" srcId="{41ED6087-59A1-4D70-92CA-095AA0B92C76}" destId="{82576D71-956C-4EBC-818F-D3BC3FA16C25}" srcOrd="0" destOrd="0" presId="urn:microsoft.com/office/officeart/2005/8/layout/list1"/>
    <dgm:cxn modelId="{193F1757-6F93-4D5E-9F0B-6280F2DA552E}" type="presOf" srcId="{62907077-DFE0-4A67-8BA2-6BF57AA98E6D}" destId="{878B389B-AC9F-4284-9FE7-2DF247804669}" srcOrd="0" destOrd="0" presId="urn:microsoft.com/office/officeart/2005/8/layout/list1"/>
    <dgm:cxn modelId="{86529F81-2396-4940-9AAE-993031E59E4B}" type="presOf" srcId="{02AB5CFB-BAE0-4509-BB5D-D52D1C1950EE}" destId="{C35A483E-29F2-4AC8-9767-2512DDB23390}" srcOrd="0" destOrd="1" presId="urn:microsoft.com/office/officeart/2005/8/layout/list1"/>
    <dgm:cxn modelId="{3BB65B85-9347-4844-9B29-D9A7B3BE5B8D}" type="presOf" srcId="{7FB9989B-49BD-43A4-8F4E-9479E701030B}" destId="{CBDC98EA-8AED-4AD0-A782-D94AC6A07D9B}" srcOrd="0" destOrd="0" presId="urn:microsoft.com/office/officeart/2005/8/layout/list1"/>
    <dgm:cxn modelId="{A093A285-ED2D-4ED3-B5E0-F8A748D06F0D}" type="presOf" srcId="{1310DDB4-67F7-4242-87F2-BA38DBBED31F}" destId="{97CE5087-E82F-4D40-8275-33540A775A5B}" srcOrd="0" destOrd="0" presId="urn:microsoft.com/office/officeart/2005/8/layout/list1"/>
    <dgm:cxn modelId="{477F9B93-6C0E-46F4-BCF6-D60B02D4047C}" srcId="{7FB9989B-49BD-43A4-8F4E-9479E701030B}" destId="{F0E7F63C-09AD-4845-A3BD-839BE6745578}" srcOrd="0" destOrd="0" parTransId="{B7A06EE0-A5A0-45A0-BCF7-AD3623F23CD2}" sibTransId="{CB552C46-54BA-4701-B570-90163CE5F119}"/>
    <dgm:cxn modelId="{D55B6C9B-1F07-4769-8752-389FDDC07D70}" srcId="{7FB9989B-49BD-43A4-8F4E-9479E701030B}" destId="{155634AC-B1BA-439E-87BA-7833F66C241D}" srcOrd="2" destOrd="0" parTransId="{E52D4CF9-D515-451D-824F-E091156C17D8}" sibTransId="{EDCF0218-A75A-4F30-9FE7-C31514370875}"/>
    <dgm:cxn modelId="{8FDCFE9F-FAD7-4B4B-87E8-78107D1ED229}" srcId="{B664A767-9877-48E3-9813-F5C8A74BDD48}" destId="{62907077-DFE0-4A67-8BA2-6BF57AA98E6D}" srcOrd="1" destOrd="0" parTransId="{2F1F9B13-D3FA-4550-9F0C-95CD47A9E4AE}" sibTransId="{902994FB-C80D-4102-A1D9-3F99BAAA7136}"/>
    <dgm:cxn modelId="{CA5F3EA2-FB4E-4EA3-97B0-F845E9CD398B}" type="presOf" srcId="{41ED6087-59A1-4D70-92CA-095AA0B92C76}" destId="{0059A56D-B653-4460-AE2B-B63FBB04E7E5}" srcOrd="1" destOrd="0" presId="urn:microsoft.com/office/officeart/2005/8/layout/list1"/>
    <dgm:cxn modelId="{03308FA4-A1B5-4EB5-AF72-5DBB99743DA6}" srcId="{1310DDB4-67F7-4242-87F2-BA38DBBED31F}" destId="{02AB5CFB-BAE0-4509-BB5D-D52D1C1950EE}" srcOrd="1" destOrd="0" parTransId="{871D69DD-29D3-43B7-9193-134ACEFF9DF3}" sibTransId="{7453535C-5467-4C98-85D5-44451AB0C12C}"/>
    <dgm:cxn modelId="{2A8381A5-3CA3-4D2A-A122-9F71791F50D2}" srcId="{B664A767-9877-48E3-9813-F5C8A74BDD48}" destId="{7FB9989B-49BD-43A4-8F4E-9479E701030B}" srcOrd="4" destOrd="0" parTransId="{2ADD8486-7FF9-42F5-A8CB-813972CCA5E0}" sibTransId="{B1934C33-5221-4BDE-B036-3ACE7DFFC0F4}"/>
    <dgm:cxn modelId="{066A2AAB-6C49-42B2-B3CD-2220ADC275B0}" type="presOf" srcId="{150AAFCA-95DB-40ED-98F7-7FB392793795}" destId="{C52B4FB8-7B00-442D-B9FE-6EB800DB11EC}" srcOrd="0" destOrd="0" presId="urn:microsoft.com/office/officeart/2005/8/layout/list1"/>
    <dgm:cxn modelId="{EDC54FC8-3666-4DEF-900D-FA3B86B3DE13}" srcId="{1310DDB4-67F7-4242-87F2-BA38DBBED31F}" destId="{58ABC5C6-DD60-4E55-8B8F-20D120C90428}" srcOrd="2" destOrd="0" parTransId="{8976FA9A-2480-400E-88F3-F2306E9C206A}" sibTransId="{50B38242-5BFE-41AE-AA31-25B5DF420378}"/>
    <dgm:cxn modelId="{C1A5BFCB-9276-4426-AE1C-9E16A9ECB201}" type="presOf" srcId="{BC04B7B1-E688-4903-B150-39E332223D10}" destId="{A24207E8-76BE-4C7B-A4EF-3BD896BAE144}" srcOrd="0" destOrd="3" presId="urn:microsoft.com/office/officeart/2005/8/layout/list1"/>
    <dgm:cxn modelId="{7D584ED5-1D71-482C-904C-6D5EE3239FD1}" type="presOf" srcId="{155634AC-B1BA-439E-87BA-7833F66C241D}" destId="{A24207E8-76BE-4C7B-A4EF-3BD896BAE144}" srcOrd="0" destOrd="2" presId="urn:microsoft.com/office/officeart/2005/8/layout/list1"/>
    <dgm:cxn modelId="{8581A2D6-A4A2-46DC-B7F0-5D2B80A5B580}" type="presOf" srcId="{1310DDB4-67F7-4242-87F2-BA38DBBED31F}" destId="{C61222E4-A31F-404A-994C-BFF6BD34A291}" srcOrd="1" destOrd="0" presId="urn:microsoft.com/office/officeart/2005/8/layout/list1"/>
    <dgm:cxn modelId="{ED1615E5-D5F0-45C4-8980-9B03DEF569C7}" type="presOf" srcId="{150AAFCA-95DB-40ED-98F7-7FB392793795}" destId="{8DD33626-F6B8-4DB3-B589-46C086671F0A}" srcOrd="1" destOrd="0" presId="urn:microsoft.com/office/officeart/2005/8/layout/list1"/>
    <dgm:cxn modelId="{D0BA24EA-AA5D-42C2-976A-C7DACD3CAC8A}" srcId="{7FB9989B-49BD-43A4-8F4E-9479E701030B}" destId="{BC04B7B1-E688-4903-B150-39E332223D10}" srcOrd="3" destOrd="0" parTransId="{D8631F02-0197-41E5-8238-0F52F1FCBFD9}" sibTransId="{75AF8989-726D-4D9D-83B8-FE183F24FFA0}"/>
    <dgm:cxn modelId="{EDB6B0EB-10DB-4CE0-88FB-082CD4C36E0C}" type="presOf" srcId="{62907077-DFE0-4A67-8BA2-6BF57AA98E6D}" destId="{DB9C0A61-E595-4FCB-B7F3-A13B34A96E4D}" srcOrd="1" destOrd="0" presId="urn:microsoft.com/office/officeart/2005/8/layout/list1"/>
    <dgm:cxn modelId="{283282F3-7CCA-49C1-A063-A9EAEDFA360F}" type="presOf" srcId="{F0E7F63C-09AD-4845-A3BD-839BE6745578}" destId="{A24207E8-76BE-4C7B-A4EF-3BD896BAE144}" srcOrd="0" destOrd="0" presId="urn:microsoft.com/office/officeart/2005/8/layout/list1"/>
    <dgm:cxn modelId="{1F0AFBFF-1588-4072-862A-194551C20552}" type="presOf" srcId="{B664A767-9877-48E3-9813-F5C8A74BDD48}" destId="{06B7AF1A-70AB-48F1-BE44-978D401DB6C9}" srcOrd="0" destOrd="0" presId="urn:microsoft.com/office/officeart/2005/8/layout/list1"/>
    <dgm:cxn modelId="{7091A5F0-DB70-4500-85DD-7EFE1D4883D4}" type="presParOf" srcId="{06B7AF1A-70AB-48F1-BE44-978D401DB6C9}" destId="{05438365-B379-4FC1-8AE7-B95E18B41F95}" srcOrd="0" destOrd="0" presId="urn:microsoft.com/office/officeart/2005/8/layout/list1"/>
    <dgm:cxn modelId="{A66D910E-089F-4B77-87E5-736D164D8C0E}" type="presParOf" srcId="{05438365-B379-4FC1-8AE7-B95E18B41F95}" destId="{82576D71-956C-4EBC-818F-D3BC3FA16C25}" srcOrd="0" destOrd="0" presId="urn:microsoft.com/office/officeart/2005/8/layout/list1"/>
    <dgm:cxn modelId="{ABE7A9EC-BFEE-448C-BB4B-80FE611021EE}" type="presParOf" srcId="{05438365-B379-4FC1-8AE7-B95E18B41F95}" destId="{0059A56D-B653-4460-AE2B-B63FBB04E7E5}" srcOrd="1" destOrd="0" presId="urn:microsoft.com/office/officeart/2005/8/layout/list1"/>
    <dgm:cxn modelId="{BEE00F3D-35C9-4A4C-A1F2-D7BE545B41EE}" type="presParOf" srcId="{06B7AF1A-70AB-48F1-BE44-978D401DB6C9}" destId="{6852F08B-9591-4C00-A1E9-DA542755101F}" srcOrd="1" destOrd="0" presId="urn:microsoft.com/office/officeart/2005/8/layout/list1"/>
    <dgm:cxn modelId="{29D79F72-806F-4892-85B2-A14998710CA9}" type="presParOf" srcId="{06B7AF1A-70AB-48F1-BE44-978D401DB6C9}" destId="{C62F2C12-C4A7-4DFA-B7B4-77E72CD44ABD}" srcOrd="2" destOrd="0" presId="urn:microsoft.com/office/officeart/2005/8/layout/list1"/>
    <dgm:cxn modelId="{F6E65B1E-58FD-4ADB-BC6F-D5BCB3F55E79}" type="presParOf" srcId="{06B7AF1A-70AB-48F1-BE44-978D401DB6C9}" destId="{A7C66CF2-5268-46AE-9E88-BEED44241CC0}" srcOrd="3" destOrd="0" presId="urn:microsoft.com/office/officeart/2005/8/layout/list1"/>
    <dgm:cxn modelId="{0596C768-2265-4E74-83AD-5DB2E8D3FFF5}" type="presParOf" srcId="{06B7AF1A-70AB-48F1-BE44-978D401DB6C9}" destId="{9A7888E6-CBAB-471E-B04D-F82C939B14FD}" srcOrd="4" destOrd="0" presId="urn:microsoft.com/office/officeart/2005/8/layout/list1"/>
    <dgm:cxn modelId="{4E084345-0A86-4F60-8438-9BBE3808021A}" type="presParOf" srcId="{9A7888E6-CBAB-471E-B04D-F82C939B14FD}" destId="{878B389B-AC9F-4284-9FE7-2DF247804669}" srcOrd="0" destOrd="0" presId="urn:microsoft.com/office/officeart/2005/8/layout/list1"/>
    <dgm:cxn modelId="{12F094E1-08B2-497A-AC90-01238EB24DF1}" type="presParOf" srcId="{9A7888E6-CBAB-471E-B04D-F82C939B14FD}" destId="{DB9C0A61-E595-4FCB-B7F3-A13B34A96E4D}" srcOrd="1" destOrd="0" presId="urn:microsoft.com/office/officeart/2005/8/layout/list1"/>
    <dgm:cxn modelId="{40C23B8B-1A56-4774-A03B-6B02CC5BFC1C}" type="presParOf" srcId="{06B7AF1A-70AB-48F1-BE44-978D401DB6C9}" destId="{B6859358-C226-4803-B2CD-79BF27DB867E}" srcOrd="5" destOrd="0" presId="urn:microsoft.com/office/officeart/2005/8/layout/list1"/>
    <dgm:cxn modelId="{D31BC859-FB0D-426F-9EC2-648D59A1EF35}" type="presParOf" srcId="{06B7AF1A-70AB-48F1-BE44-978D401DB6C9}" destId="{06420E99-C52B-4A76-97BC-49708DC7B41D}" srcOrd="6" destOrd="0" presId="urn:microsoft.com/office/officeart/2005/8/layout/list1"/>
    <dgm:cxn modelId="{01AEAF46-0A6D-492A-BA85-6703A226F94F}" type="presParOf" srcId="{06B7AF1A-70AB-48F1-BE44-978D401DB6C9}" destId="{E4D4C4AE-E51B-4322-A9ED-C61A1DEBD76E}" srcOrd="7" destOrd="0" presId="urn:microsoft.com/office/officeart/2005/8/layout/list1"/>
    <dgm:cxn modelId="{154AD825-6D15-40C1-8868-6218A5E48F00}" type="presParOf" srcId="{06B7AF1A-70AB-48F1-BE44-978D401DB6C9}" destId="{165E7B82-CE9B-4FDC-8D0E-F60C31F9A126}" srcOrd="8" destOrd="0" presId="urn:microsoft.com/office/officeart/2005/8/layout/list1"/>
    <dgm:cxn modelId="{339E38D1-A66F-4423-A4DE-96A5AA86680C}" type="presParOf" srcId="{165E7B82-CE9B-4FDC-8D0E-F60C31F9A126}" destId="{97CE5087-E82F-4D40-8275-33540A775A5B}" srcOrd="0" destOrd="0" presId="urn:microsoft.com/office/officeart/2005/8/layout/list1"/>
    <dgm:cxn modelId="{244C2578-C275-4973-A958-B4104571C4C5}" type="presParOf" srcId="{165E7B82-CE9B-4FDC-8D0E-F60C31F9A126}" destId="{C61222E4-A31F-404A-994C-BFF6BD34A291}" srcOrd="1" destOrd="0" presId="urn:microsoft.com/office/officeart/2005/8/layout/list1"/>
    <dgm:cxn modelId="{997F8024-9050-4328-82EE-98AB3E4AFEE1}" type="presParOf" srcId="{06B7AF1A-70AB-48F1-BE44-978D401DB6C9}" destId="{B4358675-964B-423D-84A4-12739104538A}" srcOrd="9" destOrd="0" presId="urn:microsoft.com/office/officeart/2005/8/layout/list1"/>
    <dgm:cxn modelId="{8B705ACA-EE10-4342-8AAD-9CC6A48E175C}" type="presParOf" srcId="{06B7AF1A-70AB-48F1-BE44-978D401DB6C9}" destId="{C35A483E-29F2-4AC8-9767-2512DDB23390}" srcOrd="10" destOrd="0" presId="urn:microsoft.com/office/officeart/2005/8/layout/list1"/>
    <dgm:cxn modelId="{1A2FA753-9F6D-4F7B-8ABB-9970CF43F730}" type="presParOf" srcId="{06B7AF1A-70AB-48F1-BE44-978D401DB6C9}" destId="{A452FF67-76DF-4831-882C-ADF16EA0EF40}" srcOrd="11" destOrd="0" presId="urn:microsoft.com/office/officeart/2005/8/layout/list1"/>
    <dgm:cxn modelId="{56BB61EB-A367-4820-B96E-070E58A30849}" type="presParOf" srcId="{06B7AF1A-70AB-48F1-BE44-978D401DB6C9}" destId="{21E0096E-A125-4EBB-AB89-F8FC04B0D280}" srcOrd="12" destOrd="0" presId="urn:microsoft.com/office/officeart/2005/8/layout/list1"/>
    <dgm:cxn modelId="{9ED2CAEA-4007-44B2-97D6-FBF78322B255}" type="presParOf" srcId="{21E0096E-A125-4EBB-AB89-F8FC04B0D280}" destId="{C52B4FB8-7B00-442D-B9FE-6EB800DB11EC}" srcOrd="0" destOrd="0" presId="urn:microsoft.com/office/officeart/2005/8/layout/list1"/>
    <dgm:cxn modelId="{BB160938-2E1E-4F44-9C86-B593E3CADBA6}" type="presParOf" srcId="{21E0096E-A125-4EBB-AB89-F8FC04B0D280}" destId="{8DD33626-F6B8-4DB3-B589-46C086671F0A}" srcOrd="1" destOrd="0" presId="urn:microsoft.com/office/officeart/2005/8/layout/list1"/>
    <dgm:cxn modelId="{FEA9FC38-CEF3-4582-A497-62DF273B0F04}" type="presParOf" srcId="{06B7AF1A-70AB-48F1-BE44-978D401DB6C9}" destId="{34E74E3D-DEFF-4310-9ACC-08713DD4A967}" srcOrd="13" destOrd="0" presId="urn:microsoft.com/office/officeart/2005/8/layout/list1"/>
    <dgm:cxn modelId="{B423B560-6AA8-4331-B86B-7FD263BE80B9}" type="presParOf" srcId="{06B7AF1A-70AB-48F1-BE44-978D401DB6C9}" destId="{365F56ED-79AF-4401-BBBB-982C2920C0CF}" srcOrd="14" destOrd="0" presId="urn:microsoft.com/office/officeart/2005/8/layout/list1"/>
    <dgm:cxn modelId="{538480D4-3848-4E0D-A94F-59C669F049A8}" type="presParOf" srcId="{06B7AF1A-70AB-48F1-BE44-978D401DB6C9}" destId="{EE488CAD-149A-40F9-AEDC-1167E9E468E5}" srcOrd="15" destOrd="0" presId="urn:microsoft.com/office/officeart/2005/8/layout/list1"/>
    <dgm:cxn modelId="{0BAC206F-49AA-4079-94E0-5E7A4629E997}" type="presParOf" srcId="{06B7AF1A-70AB-48F1-BE44-978D401DB6C9}" destId="{6D4D71C0-32B2-485A-B060-81EA0E7866F8}" srcOrd="16" destOrd="0" presId="urn:microsoft.com/office/officeart/2005/8/layout/list1"/>
    <dgm:cxn modelId="{2A020DF5-B0E8-48C4-9FDC-D22F94ED7D9A}" type="presParOf" srcId="{6D4D71C0-32B2-485A-B060-81EA0E7866F8}" destId="{CBDC98EA-8AED-4AD0-A782-D94AC6A07D9B}" srcOrd="0" destOrd="0" presId="urn:microsoft.com/office/officeart/2005/8/layout/list1"/>
    <dgm:cxn modelId="{957BC4DD-E231-4CCF-90E5-D01A3D819D36}" type="presParOf" srcId="{6D4D71C0-32B2-485A-B060-81EA0E7866F8}" destId="{FD3DD215-C5C3-4552-A168-718B8BE803B7}" srcOrd="1" destOrd="0" presId="urn:microsoft.com/office/officeart/2005/8/layout/list1"/>
    <dgm:cxn modelId="{CC1EA8EF-3D56-4CEE-B9F6-E09BA4FC02A0}" type="presParOf" srcId="{06B7AF1A-70AB-48F1-BE44-978D401DB6C9}" destId="{10738247-D81E-4E96-B949-4AD7F70CE02E}" srcOrd="17" destOrd="0" presId="urn:microsoft.com/office/officeart/2005/8/layout/list1"/>
    <dgm:cxn modelId="{8F10B5BE-F42E-48C3-927F-0E41F2A95DC0}" type="presParOf" srcId="{06B7AF1A-70AB-48F1-BE44-978D401DB6C9}" destId="{A24207E8-76BE-4C7B-A4EF-3BD896BAE14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08A2F3-3DA3-4335-B7A4-E817CBA287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66DC0E-F7E0-461E-B6C2-4DA1ED2A8408}">
      <dgm:prSet/>
      <dgm:spPr/>
      <dgm:t>
        <a:bodyPr/>
        <a:lstStyle/>
        <a:p>
          <a:r>
            <a:rPr lang="en-GB"/>
            <a:t>Design new hardware and software technologies</a:t>
          </a:r>
          <a:endParaRPr lang="en-US"/>
        </a:p>
      </dgm:t>
    </dgm:pt>
    <dgm:pt modelId="{8196613C-8883-4113-ADC1-78C85A376BF8}" type="parTrans" cxnId="{7D7D45A5-B087-406B-BD83-5956A3E313EB}">
      <dgm:prSet/>
      <dgm:spPr/>
      <dgm:t>
        <a:bodyPr/>
        <a:lstStyle/>
        <a:p>
          <a:endParaRPr lang="en-US"/>
        </a:p>
      </dgm:t>
    </dgm:pt>
    <dgm:pt modelId="{D9226F2D-5161-464B-B60B-A12BCFA9C05F}" type="sibTrans" cxnId="{7D7D45A5-B087-406B-BD83-5956A3E313EB}">
      <dgm:prSet/>
      <dgm:spPr/>
      <dgm:t>
        <a:bodyPr/>
        <a:lstStyle/>
        <a:p>
          <a:endParaRPr lang="en-US"/>
        </a:p>
      </dgm:t>
    </dgm:pt>
    <dgm:pt modelId="{1647B307-3ECF-4AEF-8316-6DBAC0DE4986}">
      <dgm:prSet/>
      <dgm:spPr/>
      <dgm:t>
        <a:bodyPr/>
        <a:lstStyle/>
        <a:p>
          <a:r>
            <a:rPr lang="en-GB"/>
            <a:t>Work in areas such as:</a:t>
          </a:r>
          <a:endParaRPr lang="en-US"/>
        </a:p>
      </dgm:t>
    </dgm:pt>
    <dgm:pt modelId="{7B683371-417B-4088-8065-1799ACD5461C}" type="parTrans" cxnId="{228D1594-B00D-4387-892D-3CF0F8416D5E}">
      <dgm:prSet/>
      <dgm:spPr/>
      <dgm:t>
        <a:bodyPr/>
        <a:lstStyle/>
        <a:p>
          <a:endParaRPr lang="en-US"/>
        </a:p>
      </dgm:t>
    </dgm:pt>
    <dgm:pt modelId="{55F41C63-9399-4CE9-AA02-E8C29946A928}" type="sibTrans" cxnId="{228D1594-B00D-4387-892D-3CF0F8416D5E}">
      <dgm:prSet/>
      <dgm:spPr/>
      <dgm:t>
        <a:bodyPr/>
        <a:lstStyle/>
        <a:p>
          <a:endParaRPr lang="en-US"/>
        </a:p>
      </dgm:t>
    </dgm:pt>
    <dgm:pt modelId="{E8F48CA1-6C58-4A5E-957B-7ABA2B7AC154}">
      <dgm:prSet/>
      <dgm:spPr/>
      <dgm:t>
        <a:bodyPr/>
        <a:lstStyle/>
        <a:p>
          <a:r>
            <a:rPr lang="en-GB"/>
            <a:t>Security</a:t>
          </a:r>
          <a:endParaRPr lang="en-US"/>
        </a:p>
      </dgm:t>
    </dgm:pt>
    <dgm:pt modelId="{C1F8FC07-A9BB-48CB-8272-DBCD0F90EB8A}" type="parTrans" cxnId="{1FEEABCC-CB5C-4785-A763-00C44EF2D904}">
      <dgm:prSet/>
      <dgm:spPr/>
      <dgm:t>
        <a:bodyPr/>
        <a:lstStyle/>
        <a:p>
          <a:endParaRPr lang="en-US"/>
        </a:p>
      </dgm:t>
    </dgm:pt>
    <dgm:pt modelId="{78B4EE42-1BBC-4500-9CB7-3547AD054637}" type="sibTrans" cxnId="{1FEEABCC-CB5C-4785-A763-00C44EF2D904}">
      <dgm:prSet/>
      <dgm:spPr/>
      <dgm:t>
        <a:bodyPr/>
        <a:lstStyle/>
        <a:p>
          <a:endParaRPr lang="en-US"/>
        </a:p>
      </dgm:t>
    </dgm:pt>
    <dgm:pt modelId="{F4362697-DB16-46C2-8ED4-1A1B7715F19C}">
      <dgm:prSet/>
      <dgm:spPr/>
      <dgm:t>
        <a:bodyPr/>
        <a:lstStyle/>
        <a:p>
          <a:r>
            <a:rPr lang="en-GB"/>
            <a:t>Robotics</a:t>
          </a:r>
          <a:endParaRPr lang="en-US"/>
        </a:p>
      </dgm:t>
    </dgm:pt>
    <dgm:pt modelId="{B8DE0846-305E-4F24-846A-E907D49151B1}" type="parTrans" cxnId="{D73F9D14-E3DB-4C93-91F4-D965DDBB920E}">
      <dgm:prSet/>
      <dgm:spPr/>
      <dgm:t>
        <a:bodyPr/>
        <a:lstStyle/>
        <a:p>
          <a:endParaRPr lang="en-US"/>
        </a:p>
      </dgm:t>
    </dgm:pt>
    <dgm:pt modelId="{95F8E8F5-D3EB-4E32-9FF3-18B1D31F2D38}" type="sibTrans" cxnId="{D73F9D14-E3DB-4C93-91F4-D965DDBB920E}">
      <dgm:prSet/>
      <dgm:spPr/>
      <dgm:t>
        <a:bodyPr/>
        <a:lstStyle/>
        <a:p>
          <a:endParaRPr lang="en-US"/>
        </a:p>
      </dgm:t>
    </dgm:pt>
    <dgm:pt modelId="{E9440247-A92B-4AD6-848D-3993625ABBF5}">
      <dgm:prSet/>
      <dgm:spPr/>
      <dgm:t>
        <a:bodyPr/>
        <a:lstStyle/>
        <a:p>
          <a:r>
            <a:rPr lang="en-GB"/>
            <a:t>AI</a:t>
          </a:r>
          <a:endParaRPr lang="en-US"/>
        </a:p>
      </dgm:t>
    </dgm:pt>
    <dgm:pt modelId="{BD3EB13B-E46C-48DF-A5AB-9F3462C2DE27}" type="parTrans" cxnId="{20078C0A-6DF6-4D08-90FA-FB60B744E0E5}">
      <dgm:prSet/>
      <dgm:spPr/>
      <dgm:t>
        <a:bodyPr/>
        <a:lstStyle/>
        <a:p>
          <a:endParaRPr lang="en-US"/>
        </a:p>
      </dgm:t>
    </dgm:pt>
    <dgm:pt modelId="{A74142DE-7903-4A79-9753-886E468E39AB}" type="sibTrans" cxnId="{20078C0A-6DF6-4D08-90FA-FB60B744E0E5}">
      <dgm:prSet/>
      <dgm:spPr/>
      <dgm:t>
        <a:bodyPr/>
        <a:lstStyle/>
        <a:p>
          <a:endParaRPr lang="en-US"/>
        </a:p>
      </dgm:t>
    </dgm:pt>
    <dgm:pt modelId="{9A21D2A3-FDB5-46B5-B069-675A1AB59BA6}">
      <dgm:prSet/>
      <dgm:spPr/>
      <dgm:t>
        <a:bodyPr/>
        <a:lstStyle/>
        <a:p>
          <a:r>
            <a:rPr lang="en-GB"/>
            <a:t>Medical research</a:t>
          </a:r>
          <a:endParaRPr lang="en-US"/>
        </a:p>
      </dgm:t>
    </dgm:pt>
    <dgm:pt modelId="{7E9FAD61-41B0-4F15-AC2A-5D89B30850E6}" type="parTrans" cxnId="{A9A25735-56C2-451B-BECA-05E11170664A}">
      <dgm:prSet/>
      <dgm:spPr/>
      <dgm:t>
        <a:bodyPr/>
        <a:lstStyle/>
        <a:p>
          <a:endParaRPr lang="en-US"/>
        </a:p>
      </dgm:t>
    </dgm:pt>
    <dgm:pt modelId="{8922C8F6-8DD7-4C18-B5DD-669371B64ECD}" type="sibTrans" cxnId="{A9A25735-56C2-451B-BECA-05E11170664A}">
      <dgm:prSet/>
      <dgm:spPr/>
      <dgm:t>
        <a:bodyPr/>
        <a:lstStyle/>
        <a:p>
          <a:endParaRPr lang="en-US"/>
        </a:p>
      </dgm:t>
    </dgm:pt>
    <dgm:pt modelId="{CDDE4F34-E259-49A0-B1F5-7449262B1A2D}">
      <dgm:prSet/>
      <dgm:spPr/>
      <dgm:t>
        <a:bodyPr/>
        <a:lstStyle/>
        <a:p>
          <a:r>
            <a:rPr lang="en-GB"/>
            <a:t>Require strong theoretical knowledge</a:t>
          </a:r>
          <a:endParaRPr lang="en-US"/>
        </a:p>
      </dgm:t>
    </dgm:pt>
    <dgm:pt modelId="{B50EC56A-FB22-4B26-A33C-5FA7AC8EC62A}" type="parTrans" cxnId="{0813BCB2-0E4C-4211-BB7F-7FAFD26CAC20}">
      <dgm:prSet/>
      <dgm:spPr/>
      <dgm:t>
        <a:bodyPr/>
        <a:lstStyle/>
        <a:p>
          <a:endParaRPr lang="en-US"/>
        </a:p>
      </dgm:t>
    </dgm:pt>
    <dgm:pt modelId="{A8FF597E-0910-453C-93E2-FE4BCDB15E0B}" type="sibTrans" cxnId="{0813BCB2-0E4C-4211-BB7F-7FAFD26CAC20}">
      <dgm:prSet/>
      <dgm:spPr/>
      <dgm:t>
        <a:bodyPr/>
        <a:lstStyle/>
        <a:p>
          <a:endParaRPr lang="en-US"/>
        </a:p>
      </dgm:t>
    </dgm:pt>
    <dgm:pt modelId="{4BA34C9B-37DB-4519-BFBA-E78F1F80F830}">
      <dgm:prSet/>
      <dgm:spPr/>
      <dgm:t>
        <a:bodyPr/>
        <a:lstStyle/>
        <a:p>
          <a:r>
            <a:rPr lang="en-GB"/>
            <a:t>Typically have computer science or engineering degrees</a:t>
          </a:r>
          <a:endParaRPr lang="en-US"/>
        </a:p>
      </dgm:t>
    </dgm:pt>
    <dgm:pt modelId="{F2FF6D5B-EC8A-4C25-8480-E7EEED51D499}" type="parTrans" cxnId="{3B042A2B-51AC-4103-8F51-1643E1AEDDD4}">
      <dgm:prSet/>
      <dgm:spPr/>
      <dgm:t>
        <a:bodyPr/>
        <a:lstStyle/>
        <a:p>
          <a:endParaRPr lang="en-US"/>
        </a:p>
      </dgm:t>
    </dgm:pt>
    <dgm:pt modelId="{F16B98DF-9EFE-42B6-9BAF-7F2399C14AD8}" type="sibTrans" cxnId="{3B042A2B-51AC-4103-8F51-1643E1AEDDD4}">
      <dgm:prSet/>
      <dgm:spPr/>
      <dgm:t>
        <a:bodyPr/>
        <a:lstStyle/>
        <a:p>
          <a:endParaRPr lang="en-US"/>
        </a:p>
      </dgm:t>
    </dgm:pt>
    <dgm:pt modelId="{5F6EE907-FDA3-448C-85FE-719CB582EBAD}" type="pres">
      <dgm:prSet presAssocID="{4108A2F3-3DA3-4335-B7A4-E817CBA287AC}" presName="root" presStyleCnt="0">
        <dgm:presLayoutVars>
          <dgm:dir/>
          <dgm:resizeHandles val="exact"/>
        </dgm:presLayoutVars>
      </dgm:prSet>
      <dgm:spPr/>
    </dgm:pt>
    <dgm:pt modelId="{1B479248-E8AC-4BC7-9E4D-00110E00E8B9}" type="pres">
      <dgm:prSet presAssocID="{9D66DC0E-F7E0-461E-B6C2-4DA1ED2A8408}" presName="compNode" presStyleCnt="0"/>
      <dgm:spPr/>
    </dgm:pt>
    <dgm:pt modelId="{FBD899A3-84E3-41AF-8480-43685FC1D421}" type="pres">
      <dgm:prSet presAssocID="{9D66DC0E-F7E0-461E-B6C2-4DA1ED2A8408}" presName="bgRect" presStyleLbl="bgShp" presStyleIdx="0" presStyleCnt="4"/>
      <dgm:spPr/>
    </dgm:pt>
    <dgm:pt modelId="{3BA5F104-70EB-4122-99D6-4207044A9A51}" type="pres">
      <dgm:prSet presAssocID="{9D66DC0E-F7E0-461E-B6C2-4DA1ED2A840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96E4CDC-B51D-4E40-B731-13D45BE680CF}" type="pres">
      <dgm:prSet presAssocID="{9D66DC0E-F7E0-461E-B6C2-4DA1ED2A8408}" presName="spaceRect" presStyleCnt="0"/>
      <dgm:spPr/>
    </dgm:pt>
    <dgm:pt modelId="{219F6FE4-0C4D-49DB-9658-D40ED4DECE6F}" type="pres">
      <dgm:prSet presAssocID="{9D66DC0E-F7E0-461E-B6C2-4DA1ED2A8408}" presName="parTx" presStyleLbl="revTx" presStyleIdx="0" presStyleCnt="5">
        <dgm:presLayoutVars>
          <dgm:chMax val="0"/>
          <dgm:chPref val="0"/>
        </dgm:presLayoutVars>
      </dgm:prSet>
      <dgm:spPr/>
    </dgm:pt>
    <dgm:pt modelId="{BD8A17CF-FBA5-4CDF-8666-DD977A3AF474}" type="pres">
      <dgm:prSet presAssocID="{D9226F2D-5161-464B-B60B-A12BCFA9C05F}" presName="sibTrans" presStyleCnt="0"/>
      <dgm:spPr/>
    </dgm:pt>
    <dgm:pt modelId="{7E622EAA-BADD-47E6-A952-3FC422E5BA2A}" type="pres">
      <dgm:prSet presAssocID="{1647B307-3ECF-4AEF-8316-6DBAC0DE4986}" presName="compNode" presStyleCnt="0"/>
      <dgm:spPr/>
    </dgm:pt>
    <dgm:pt modelId="{4687C673-9ACA-4C9D-BC6E-7E4AEFD62070}" type="pres">
      <dgm:prSet presAssocID="{1647B307-3ECF-4AEF-8316-6DBAC0DE4986}" presName="bgRect" presStyleLbl="bgShp" presStyleIdx="1" presStyleCnt="4"/>
      <dgm:spPr/>
    </dgm:pt>
    <dgm:pt modelId="{DFD3048C-B11F-4B70-8C4E-5AB9B4D16032}" type="pres">
      <dgm:prSet presAssocID="{1647B307-3ECF-4AEF-8316-6DBAC0DE49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A110B4E-5F08-4BFD-996C-CB36AC457699}" type="pres">
      <dgm:prSet presAssocID="{1647B307-3ECF-4AEF-8316-6DBAC0DE4986}" presName="spaceRect" presStyleCnt="0"/>
      <dgm:spPr/>
    </dgm:pt>
    <dgm:pt modelId="{74CF4AEA-DB01-4F66-AAFD-5F45D5D75C7E}" type="pres">
      <dgm:prSet presAssocID="{1647B307-3ECF-4AEF-8316-6DBAC0DE4986}" presName="parTx" presStyleLbl="revTx" presStyleIdx="1" presStyleCnt="5">
        <dgm:presLayoutVars>
          <dgm:chMax val="0"/>
          <dgm:chPref val="0"/>
        </dgm:presLayoutVars>
      </dgm:prSet>
      <dgm:spPr/>
    </dgm:pt>
    <dgm:pt modelId="{BF318EB7-0838-4AC2-9BE3-58992E027DD3}" type="pres">
      <dgm:prSet presAssocID="{1647B307-3ECF-4AEF-8316-6DBAC0DE4986}" presName="desTx" presStyleLbl="revTx" presStyleIdx="2" presStyleCnt="5">
        <dgm:presLayoutVars/>
      </dgm:prSet>
      <dgm:spPr/>
    </dgm:pt>
    <dgm:pt modelId="{38846526-3202-48DA-89F9-31E553DDF65A}" type="pres">
      <dgm:prSet presAssocID="{55F41C63-9399-4CE9-AA02-E8C29946A928}" presName="sibTrans" presStyleCnt="0"/>
      <dgm:spPr/>
    </dgm:pt>
    <dgm:pt modelId="{5CDE98F7-5DC9-4906-A97C-DBFC19D8700A}" type="pres">
      <dgm:prSet presAssocID="{CDDE4F34-E259-49A0-B1F5-7449262B1A2D}" presName="compNode" presStyleCnt="0"/>
      <dgm:spPr/>
    </dgm:pt>
    <dgm:pt modelId="{C9B9F4BF-72A6-4F15-9FDD-9890D515E56A}" type="pres">
      <dgm:prSet presAssocID="{CDDE4F34-E259-49A0-B1F5-7449262B1A2D}" presName="bgRect" presStyleLbl="bgShp" presStyleIdx="2" presStyleCnt="4"/>
      <dgm:spPr/>
    </dgm:pt>
    <dgm:pt modelId="{FE271CE4-AF6E-4620-AAFE-196D9ACA1424}" type="pres">
      <dgm:prSet presAssocID="{CDDE4F34-E259-49A0-B1F5-7449262B1A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9070C8-BD2C-4C19-939A-08E62561905F}" type="pres">
      <dgm:prSet presAssocID="{CDDE4F34-E259-49A0-B1F5-7449262B1A2D}" presName="spaceRect" presStyleCnt="0"/>
      <dgm:spPr/>
    </dgm:pt>
    <dgm:pt modelId="{8D9CF09C-A739-437D-8838-8D032987D7CD}" type="pres">
      <dgm:prSet presAssocID="{CDDE4F34-E259-49A0-B1F5-7449262B1A2D}" presName="parTx" presStyleLbl="revTx" presStyleIdx="3" presStyleCnt="5">
        <dgm:presLayoutVars>
          <dgm:chMax val="0"/>
          <dgm:chPref val="0"/>
        </dgm:presLayoutVars>
      </dgm:prSet>
      <dgm:spPr/>
    </dgm:pt>
    <dgm:pt modelId="{9B0C2114-DA33-4A07-A9D8-A8D49CAFDC81}" type="pres">
      <dgm:prSet presAssocID="{A8FF597E-0910-453C-93E2-FE4BCDB15E0B}" presName="sibTrans" presStyleCnt="0"/>
      <dgm:spPr/>
    </dgm:pt>
    <dgm:pt modelId="{EC566C37-FA07-4D7C-9026-AD058AE56E4C}" type="pres">
      <dgm:prSet presAssocID="{4BA34C9B-37DB-4519-BFBA-E78F1F80F830}" presName="compNode" presStyleCnt="0"/>
      <dgm:spPr/>
    </dgm:pt>
    <dgm:pt modelId="{D27A4920-3B14-4BF7-8304-1D4EED5E6D82}" type="pres">
      <dgm:prSet presAssocID="{4BA34C9B-37DB-4519-BFBA-E78F1F80F830}" presName="bgRect" presStyleLbl="bgShp" presStyleIdx="3" presStyleCnt="4"/>
      <dgm:spPr/>
    </dgm:pt>
    <dgm:pt modelId="{F9752C33-6E43-47C1-B160-E5301C3C9360}" type="pres">
      <dgm:prSet presAssocID="{4BA34C9B-37DB-4519-BFBA-E78F1F80F8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D7C6E6D-D967-44CE-80FB-D829331060ED}" type="pres">
      <dgm:prSet presAssocID="{4BA34C9B-37DB-4519-BFBA-E78F1F80F830}" presName="spaceRect" presStyleCnt="0"/>
      <dgm:spPr/>
    </dgm:pt>
    <dgm:pt modelId="{A491538A-06CA-4A71-AAF2-A082CEF088F8}" type="pres">
      <dgm:prSet presAssocID="{4BA34C9B-37DB-4519-BFBA-E78F1F80F83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0078C0A-6DF6-4D08-90FA-FB60B744E0E5}" srcId="{1647B307-3ECF-4AEF-8316-6DBAC0DE4986}" destId="{E9440247-A92B-4AD6-848D-3993625ABBF5}" srcOrd="2" destOrd="0" parTransId="{BD3EB13B-E46C-48DF-A5AB-9F3462C2DE27}" sibTransId="{A74142DE-7903-4A79-9753-886E468E39AB}"/>
    <dgm:cxn modelId="{725D070F-3D79-481F-9139-8E6533B8DFF8}" type="presOf" srcId="{4108A2F3-3DA3-4335-B7A4-E817CBA287AC}" destId="{5F6EE907-FDA3-448C-85FE-719CB582EBAD}" srcOrd="0" destOrd="0" presId="urn:microsoft.com/office/officeart/2018/2/layout/IconVerticalSolidList"/>
    <dgm:cxn modelId="{D73F9D14-E3DB-4C93-91F4-D965DDBB920E}" srcId="{1647B307-3ECF-4AEF-8316-6DBAC0DE4986}" destId="{F4362697-DB16-46C2-8ED4-1A1B7715F19C}" srcOrd="1" destOrd="0" parTransId="{B8DE0846-305E-4F24-846A-E907D49151B1}" sibTransId="{95F8E8F5-D3EB-4E32-9FF3-18B1D31F2D38}"/>
    <dgm:cxn modelId="{3B042A2B-51AC-4103-8F51-1643E1AEDDD4}" srcId="{4108A2F3-3DA3-4335-B7A4-E817CBA287AC}" destId="{4BA34C9B-37DB-4519-BFBA-E78F1F80F830}" srcOrd="3" destOrd="0" parTransId="{F2FF6D5B-EC8A-4C25-8480-E7EEED51D499}" sibTransId="{F16B98DF-9EFE-42B6-9BAF-7F2399C14AD8}"/>
    <dgm:cxn modelId="{A9A25735-56C2-451B-BECA-05E11170664A}" srcId="{1647B307-3ECF-4AEF-8316-6DBAC0DE4986}" destId="{9A21D2A3-FDB5-46B5-B069-675A1AB59BA6}" srcOrd="3" destOrd="0" parTransId="{7E9FAD61-41B0-4F15-AC2A-5D89B30850E6}" sibTransId="{8922C8F6-8DD7-4C18-B5DD-669371B64ECD}"/>
    <dgm:cxn modelId="{BB60B266-51E7-4950-A964-0F9B1334813E}" type="presOf" srcId="{F4362697-DB16-46C2-8ED4-1A1B7715F19C}" destId="{BF318EB7-0838-4AC2-9BE3-58992E027DD3}" srcOrd="0" destOrd="1" presId="urn:microsoft.com/office/officeart/2018/2/layout/IconVerticalSolidList"/>
    <dgm:cxn modelId="{CC94C953-0547-476D-BA4B-4CEB4099E987}" type="presOf" srcId="{E8F48CA1-6C58-4A5E-957B-7ABA2B7AC154}" destId="{BF318EB7-0838-4AC2-9BE3-58992E027DD3}" srcOrd="0" destOrd="0" presId="urn:microsoft.com/office/officeart/2018/2/layout/IconVerticalSolidList"/>
    <dgm:cxn modelId="{68DF4456-1CFC-493D-AE43-FC883EE92E66}" type="presOf" srcId="{9A21D2A3-FDB5-46B5-B069-675A1AB59BA6}" destId="{BF318EB7-0838-4AC2-9BE3-58992E027DD3}" srcOrd="0" destOrd="3" presId="urn:microsoft.com/office/officeart/2018/2/layout/IconVerticalSolidList"/>
    <dgm:cxn modelId="{9CB7118C-F1D1-472A-BAFA-6C504CACD6E2}" type="presOf" srcId="{1647B307-3ECF-4AEF-8316-6DBAC0DE4986}" destId="{74CF4AEA-DB01-4F66-AAFD-5F45D5D75C7E}" srcOrd="0" destOrd="0" presId="urn:microsoft.com/office/officeart/2018/2/layout/IconVerticalSolidList"/>
    <dgm:cxn modelId="{228D1594-B00D-4387-892D-3CF0F8416D5E}" srcId="{4108A2F3-3DA3-4335-B7A4-E817CBA287AC}" destId="{1647B307-3ECF-4AEF-8316-6DBAC0DE4986}" srcOrd="1" destOrd="0" parTransId="{7B683371-417B-4088-8065-1799ACD5461C}" sibTransId="{55F41C63-9399-4CE9-AA02-E8C29946A928}"/>
    <dgm:cxn modelId="{7D7D45A5-B087-406B-BD83-5956A3E313EB}" srcId="{4108A2F3-3DA3-4335-B7A4-E817CBA287AC}" destId="{9D66DC0E-F7E0-461E-B6C2-4DA1ED2A8408}" srcOrd="0" destOrd="0" parTransId="{8196613C-8883-4113-ADC1-78C85A376BF8}" sibTransId="{D9226F2D-5161-464B-B60B-A12BCFA9C05F}"/>
    <dgm:cxn modelId="{0813BCB2-0E4C-4211-BB7F-7FAFD26CAC20}" srcId="{4108A2F3-3DA3-4335-B7A4-E817CBA287AC}" destId="{CDDE4F34-E259-49A0-B1F5-7449262B1A2D}" srcOrd="2" destOrd="0" parTransId="{B50EC56A-FB22-4B26-A33C-5FA7AC8EC62A}" sibTransId="{A8FF597E-0910-453C-93E2-FE4BCDB15E0B}"/>
    <dgm:cxn modelId="{81AAB4B7-6608-4023-8F2B-0CC1A81DD9A8}" type="presOf" srcId="{4BA34C9B-37DB-4519-BFBA-E78F1F80F830}" destId="{A491538A-06CA-4A71-AAF2-A082CEF088F8}" srcOrd="0" destOrd="0" presId="urn:microsoft.com/office/officeart/2018/2/layout/IconVerticalSolidList"/>
    <dgm:cxn modelId="{1FEEABCC-CB5C-4785-A763-00C44EF2D904}" srcId="{1647B307-3ECF-4AEF-8316-6DBAC0DE4986}" destId="{E8F48CA1-6C58-4A5E-957B-7ABA2B7AC154}" srcOrd="0" destOrd="0" parTransId="{C1F8FC07-A9BB-48CB-8272-DBCD0F90EB8A}" sibTransId="{78B4EE42-1BBC-4500-9CB7-3547AD054637}"/>
    <dgm:cxn modelId="{78C452D2-7F1F-47D8-8360-CF94F31A99A9}" type="presOf" srcId="{CDDE4F34-E259-49A0-B1F5-7449262B1A2D}" destId="{8D9CF09C-A739-437D-8838-8D032987D7CD}" srcOrd="0" destOrd="0" presId="urn:microsoft.com/office/officeart/2018/2/layout/IconVerticalSolidList"/>
    <dgm:cxn modelId="{F28E92D3-2480-4B4A-B8B0-62AF914447E3}" type="presOf" srcId="{9D66DC0E-F7E0-461E-B6C2-4DA1ED2A8408}" destId="{219F6FE4-0C4D-49DB-9658-D40ED4DECE6F}" srcOrd="0" destOrd="0" presId="urn:microsoft.com/office/officeart/2018/2/layout/IconVerticalSolidList"/>
    <dgm:cxn modelId="{BD40D2DD-916C-493A-A72B-06EF660110D8}" type="presOf" srcId="{E9440247-A92B-4AD6-848D-3993625ABBF5}" destId="{BF318EB7-0838-4AC2-9BE3-58992E027DD3}" srcOrd="0" destOrd="2" presId="urn:microsoft.com/office/officeart/2018/2/layout/IconVerticalSolidList"/>
    <dgm:cxn modelId="{16DF3EFA-4E33-45E2-9336-D1AE24CD3F68}" type="presParOf" srcId="{5F6EE907-FDA3-448C-85FE-719CB582EBAD}" destId="{1B479248-E8AC-4BC7-9E4D-00110E00E8B9}" srcOrd="0" destOrd="0" presId="urn:microsoft.com/office/officeart/2018/2/layout/IconVerticalSolidList"/>
    <dgm:cxn modelId="{B4876CF7-7E3E-4CA2-8087-F66CBE4F9CF7}" type="presParOf" srcId="{1B479248-E8AC-4BC7-9E4D-00110E00E8B9}" destId="{FBD899A3-84E3-41AF-8480-43685FC1D421}" srcOrd="0" destOrd="0" presId="urn:microsoft.com/office/officeart/2018/2/layout/IconVerticalSolidList"/>
    <dgm:cxn modelId="{58A35F49-1924-4672-BBD2-AD0E52375F71}" type="presParOf" srcId="{1B479248-E8AC-4BC7-9E4D-00110E00E8B9}" destId="{3BA5F104-70EB-4122-99D6-4207044A9A51}" srcOrd="1" destOrd="0" presId="urn:microsoft.com/office/officeart/2018/2/layout/IconVerticalSolidList"/>
    <dgm:cxn modelId="{C6A23EC7-77C2-4A13-8063-C62AD1DFBD4C}" type="presParOf" srcId="{1B479248-E8AC-4BC7-9E4D-00110E00E8B9}" destId="{796E4CDC-B51D-4E40-B731-13D45BE680CF}" srcOrd="2" destOrd="0" presId="urn:microsoft.com/office/officeart/2018/2/layout/IconVerticalSolidList"/>
    <dgm:cxn modelId="{97CA5D3C-B403-4F25-A9A5-4EB392B31F3F}" type="presParOf" srcId="{1B479248-E8AC-4BC7-9E4D-00110E00E8B9}" destId="{219F6FE4-0C4D-49DB-9658-D40ED4DECE6F}" srcOrd="3" destOrd="0" presId="urn:microsoft.com/office/officeart/2018/2/layout/IconVerticalSolidList"/>
    <dgm:cxn modelId="{A526EEE3-C52F-485E-A61F-ABE59E26A920}" type="presParOf" srcId="{5F6EE907-FDA3-448C-85FE-719CB582EBAD}" destId="{BD8A17CF-FBA5-4CDF-8666-DD977A3AF474}" srcOrd="1" destOrd="0" presId="urn:microsoft.com/office/officeart/2018/2/layout/IconVerticalSolidList"/>
    <dgm:cxn modelId="{EF7C03FA-B5CE-40EF-B656-1115CEAD875C}" type="presParOf" srcId="{5F6EE907-FDA3-448C-85FE-719CB582EBAD}" destId="{7E622EAA-BADD-47E6-A952-3FC422E5BA2A}" srcOrd="2" destOrd="0" presId="urn:microsoft.com/office/officeart/2018/2/layout/IconVerticalSolidList"/>
    <dgm:cxn modelId="{5C3A0AE3-09EB-42DF-A876-65D7D6B5EB53}" type="presParOf" srcId="{7E622EAA-BADD-47E6-A952-3FC422E5BA2A}" destId="{4687C673-9ACA-4C9D-BC6E-7E4AEFD62070}" srcOrd="0" destOrd="0" presId="urn:microsoft.com/office/officeart/2018/2/layout/IconVerticalSolidList"/>
    <dgm:cxn modelId="{0908A2BE-59F9-48BB-B5FB-C4695CB56225}" type="presParOf" srcId="{7E622EAA-BADD-47E6-A952-3FC422E5BA2A}" destId="{DFD3048C-B11F-4B70-8C4E-5AB9B4D16032}" srcOrd="1" destOrd="0" presId="urn:microsoft.com/office/officeart/2018/2/layout/IconVerticalSolidList"/>
    <dgm:cxn modelId="{450C8646-5253-4A8A-8E18-1E26010268AF}" type="presParOf" srcId="{7E622EAA-BADD-47E6-A952-3FC422E5BA2A}" destId="{8A110B4E-5F08-4BFD-996C-CB36AC457699}" srcOrd="2" destOrd="0" presId="urn:microsoft.com/office/officeart/2018/2/layout/IconVerticalSolidList"/>
    <dgm:cxn modelId="{386C1038-44F3-4969-B834-0ADD9CBEC394}" type="presParOf" srcId="{7E622EAA-BADD-47E6-A952-3FC422E5BA2A}" destId="{74CF4AEA-DB01-4F66-AAFD-5F45D5D75C7E}" srcOrd="3" destOrd="0" presId="urn:microsoft.com/office/officeart/2018/2/layout/IconVerticalSolidList"/>
    <dgm:cxn modelId="{F5F7BA4A-9E01-4E61-9469-38764B191492}" type="presParOf" srcId="{7E622EAA-BADD-47E6-A952-3FC422E5BA2A}" destId="{BF318EB7-0838-4AC2-9BE3-58992E027DD3}" srcOrd="4" destOrd="0" presId="urn:microsoft.com/office/officeart/2018/2/layout/IconVerticalSolidList"/>
    <dgm:cxn modelId="{DADCAADB-1FBE-445A-BCF2-C5A7539D6CA4}" type="presParOf" srcId="{5F6EE907-FDA3-448C-85FE-719CB582EBAD}" destId="{38846526-3202-48DA-89F9-31E553DDF65A}" srcOrd="3" destOrd="0" presId="urn:microsoft.com/office/officeart/2018/2/layout/IconVerticalSolidList"/>
    <dgm:cxn modelId="{4EE3194A-CC87-4A0F-A222-D0E97D90D39B}" type="presParOf" srcId="{5F6EE907-FDA3-448C-85FE-719CB582EBAD}" destId="{5CDE98F7-5DC9-4906-A97C-DBFC19D8700A}" srcOrd="4" destOrd="0" presId="urn:microsoft.com/office/officeart/2018/2/layout/IconVerticalSolidList"/>
    <dgm:cxn modelId="{DB44825F-E94A-4B26-8854-64CE61B1EFA5}" type="presParOf" srcId="{5CDE98F7-5DC9-4906-A97C-DBFC19D8700A}" destId="{C9B9F4BF-72A6-4F15-9FDD-9890D515E56A}" srcOrd="0" destOrd="0" presId="urn:microsoft.com/office/officeart/2018/2/layout/IconVerticalSolidList"/>
    <dgm:cxn modelId="{B9B39214-D166-4A1A-AAE2-B8BDD46844F9}" type="presParOf" srcId="{5CDE98F7-5DC9-4906-A97C-DBFC19D8700A}" destId="{FE271CE4-AF6E-4620-AAFE-196D9ACA1424}" srcOrd="1" destOrd="0" presId="urn:microsoft.com/office/officeart/2018/2/layout/IconVerticalSolidList"/>
    <dgm:cxn modelId="{E0E9B0CC-8090-4518-862D-EF47B5E86C5E}" type="presParOf" srcId="{5CDE98F7-5DC9-4906-A97C-DBFC19D8700A}" destId="{2C9070C8-BD2C-4C19-939A-08E62561905F}" srcOrd="2" destOrd="0" presId="urn:microsoft.com/office/officeart/2018/2/layout/IconVerticalSolidList"/>
    <dgm:cxn modelId="{615AF0A2-CDAF-46FC-B1F8-BB745989E18D}" type="presParOf" srcId="{5CDE98F7-5DC9-4906-A97C-DBFC19D8700A}" destId="{8D9CF09C-A739-437D-8838-8D032987D7CD}" srcOrd="3" destOrd="0" presId="urn:microsoft.com/office/officeart/2018/2/layout/IconVerticalSolidList"/>
    <dgm:cxn modelId="{791124C5-B558-48A0-AC5F-3F4C006A48AE}" type="presParOf" srcId="{5F6EE907-FDA3-448C-85FE-719CB582EBAD}" destId="{9B0C2114-DA33-4A07-A9D8-A8D49CAFDC81}" srcOrd="5" destOrd="0" presId="urn:microsoft.com/office/officeart/2018/2/layout/IconVerticalSolidList"/>
    <dgm:cxn modelId="{C26272DB-8956-4636-BB83-C87EED95E521}" type="presParOf" srcId="{5F6EE907-FDA3-448C-85FE-719CB582EBAD}" destId="{EC566C37-FA07-4D7C-9026-AD058AE56E4C}" srcOrd="6" destOrd="0" presId="urn:microsoft.com/office/officeart/2018/2/layout/IconVerticalSolidList"/>
    <dgm:cxn modelId="{60F2D4BF-91DD-48A9-9E52-3DB94A84880D}" type="presParOf" srcId="{EC566C37-FA07-4D7C-9026-AD058AE56E4C}" destId="{D27A4920-3B14-4BF7-8304-1D4EED5E6D82}" srcOrd="0" destOrd="0" presId="urn:microsoft.com/office/officeart/2018/2/layout/IconVerticalSolidList"/>
    <dgm:cxn modelId="{B444AC9C-C18C-425F-AEFA-D8142A9981FD}" type="presParOf" srcId="{EC566C37-FA07-4D7C-9026-AD058AE56E4C}" destId="{F9752C33-6E43-47C1-B160-E5301C3C9360}" srcOrd="1" destOrd="0" presId="urn:microsoft.com/office/officeart/2018/2/layout/IconVerticalSolidList"/>
    <dgm:cxn modelId="{0DC8A179-9910-42C4-8028-76EB87A41182}" type="presParOf" srcId="{EC566C37-FA07-4D7C-9026-AD058AE56E4C}" destId="{BD7C6E6D-D967-44CE-80FB-D829331060ED}" srcOrd="2" destOrd="0" presId="urn:microsoft.com/office/officeart/2018/2/layout/IconVerticalSolidList"/>
    <dgm:cxn modelId="{889730F2-9006-423B-A04E-1BE31F497FA8}" type="presParOf" srcId="{EC566C37-FA07-4D7C-9026-AD058AE56E4C}" destId="{A491538A-06CA-4A71-AAF2-A082CEF088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76C065-D4DC-49B7-AC7A-9224B84C47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D9DE27-2CD4-47F2-8D3D-754DAF7153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Programmers</a:t>
          </a:r>
          <a:r>
            <a:rPr lang="en-US" b="0" i="0" baseline="0"/>
            <a:t>:</a:t>
          </a:r>
          <a:endParaRPr lang="en-US"/>
        </a:p>
      </dgm:t>
    </dgm:pt>
    <dgm:pt modelId="{0C080C49-FDA9-457C-937D-AF190A13100F}" type="parTrans" cxnId="{376D95CD-25D5-4213-8462-41966B8ECADA}">
      <dgm:prSet/>
      <dgm:spPr/>
      <dgm:t>
        <a:bodyPr/>
        <a:lstStyle/>
        <a:p>
          <a:endParaRPr lang="en-US"/>
        </a:p>
      </dgm:t>
    </dgm:pt>
    <dgm:pt modelId="{FD744B48-B7BE-468E-A881-3AC4E8985104}" type="sibTrans" cxnId="{376D95CD-25D5-4213-8462-41966B8ECADA}">
      <dgm:prSet/>
      <dgm:spPr/>
      <dgm:t>
        <a:bodyPr/>
        <a:lstStyle/>
        <a:p>
          <a:endParaRPr lang="en-US"/>
        </a:p>
      </dgm:t>
    </dgm:pt>
    <dgm:pt modelId="{3022D35A-A544-4DAD-94DB-DAC5D4CE36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Write and maintain code</a:t>
          </a:r>
          <a:endParaRPr lang="en-US"/>
        </a:p>
      </dgm:t>
    </dgm:pt>
    <dgm:pt modelId="{00E526A7-C161-408D-8217-E1DE330FD514}" type="parTrans" cxnId="{E244B5CE-16CC-4547-B753-3C56D1A1DCF6}">
      <dgm:prSet/>
      <dgm:spPr/>
      <dgm:t>
        <a:bodyPr/>
        <a:lstStyle/>
        <a:p>
          <a:endParaRPr lang="en-US"/>
        </a:p>
      </dgm:t>
    </dgm:pt>
    <dgm:pt modelId="{12C8F3C8-8582-4165-9C36-62B32D027C02}" type="sibTrans" cxnId="{E244B5CE-16CC-4547-B753-3C56D1A1DCF6}">
      <dgm:prSet/>
      <dgm:spPr/>
      <dgm:t>
        <a:bodyPr/>
        <a:lstStyle/>
        <a:p>
          <a:endParaRPr lang="en-US"/>
        </a:p>
      </dgm:t>
    </dgm:pt>
    <dgm:pt modelId="{F1DDE301-3BDF-4937-B42B-C2D6F15753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Test and debug software</a:t>
          </a:r>
          <a:endParaRPr lang="en-US"/>
        </a:p>
      </dgm:t>
    </dgm:pt>
    <dgm:pt modelId="{2F7401A0-F60A-4ADF-8660-495225C810CD}" type="parTrans" cxnId="{0EB4B2D7-D2A7-4B2F-ACD5-1DADC4A10C15}">
      <dgm:prSet/>
      <dgm:spPr/>
      <dgm:t>
        <a:bodyPr/>
        <a:lstStyle/>
        <a:p>
          <a:endParaRPr lang="en-US"/>
        </a:p>
      </dgm:t>
    </dgm:pt>
    <dgm:pt modelId="{86E707B4-8A13-4604-AC48-BDD44DB7448F}" type="sibTrans" cxnId="{0EB4B2D7-D2A7-4B2F-ACD5-1DADC4A10C15}">
      <dgm:prSet/>
      <dgm:spPr/>
      <dgm:t>
        <a:bodyPr/>
        <a:lstStyle/>
        <a:p>
          <a:endParaRPr lang="en-US"/>
        </a:p>
      </dgm:t>
    </dgm:pt>
    <dgm:pt modelId="{1AD6AEC5-28C4-4A0D-8D2A-88D113140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Translate solutions into programming languages</a:t>
          </a:r>
          <a:endParaRPr lang="en-US"/>
        </a:p>
      </dgm:t>
    </dgm:pt>
    <dgm:pt modelId="{EF355204-5FB8-4B36-9AC5-E31333666623}" type="parTrans" cxnId="{D9C28640-65D8-4273-B042-6368B28EF11C}">
      <dgm:prSet/>
      <dgm:spPr/>
      <dgm:t>
        <a:bodyPr/>
        <a:lstStyle/>
        <a:p>
          <a:endParaRPr lang="en-US"/>
        </a:p>
      </dgm:t>
    </dgm:pt>
    <dgm:pt modelId="{D9455416-1120-48D0-AC3E-903C8E0949BC}" type="sibTrans" cxnId="{D9C28640-65D8-4273-B042-6368B28EF11C}">
      <dgm:prSet/>
      <dgm:spPr/>
      <dgm:t>
        <a:bodyPr/>
        <a:lstStyle/>
        <a:p>
          <a:endParaRPr lang="en-US"/>
        </a:p>
      </dgm:t>
    </dgm:pt>
    <dgm:pt modelId="{1D2BD705-CAFD-4240-95DA-B35781804AF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Software engineers</a:t>
          </a:r>
          <a:r>
            <a:rPr lang="en-US" b="0" i="0" baseline="0"/>
            <a:t>:</a:t>
          </a:r>
          <a:endParaRPr lang="en-US"/>
        </a:p>
      </dgm:t>
    </dgm:pt>
    <dgm:pt modelId="{AE556752-1375-410A-98C3-4382D0602926}" type="parTrans" cxnId="{572ACBBA-7E73-42E5-81D2-F49D5E98C6CE}">
      <dgm:prSet/>
      <dgm:spPr/>
      <dgm:t>
        <a:bodyPr/>
        <a:lstStyle/>
        <a:p>
          <a:endParaRPr lang="en-US"/>
        </a:p>
      </dgm:t>
    </dgm:pt>
    <dgm:pt modelId="{255305A6-178B-4B32-A61E-635609077B1D}" type="sibTrans" cxnId="{572ACBBA-7E73-42E5-81D2-F49D5E98C6CE}">
      <dgm:prSet/>
      <dgm:spPr/>
      <dgm:t>
        <a:bodyPr/>
        <a:lstStyle/>
        <a:p>
          <a:endParaRPr lang="en-US"/>
        </a:p>
      </dgm:t>
    </dgm:pt>
    <dgm:pt modelId="{B0CC1F9C-30A1-436B-A88C-A121C2E559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Design large software systems</a:t>
          </a:r>
          <a:endParaRPr lang="en-US"/>
        </a:p>
      </dgm:t>
    </dgm:pt>
    <dgm:pt modelId="{DB62EF49-0E7B-404D-AC87-3D25F35CDBDB}" type="parTrans" cxnId="{AE3288E2-18EE-49CC-9EF7-160DFB94E369}">
      <dgm:prSet/>
      <dgm:spPr/>
      <dgm:t>
        <a:bodyPr/>
        <a:lstStyle/>
        <a:p>
          <a:endParaRPr lang="en-US"/>
        </a:p>
      </dgm:t>
    </dgm:pt>
    <dgm:pt modelId="{A2DBB349-C853-4676-9EA2-83B13C5A9E3B}" type="sibTrans" cxnId="{AE3288E2-18EE-49CC-9EF7-160DFB94E369}">
      <dgm:prSet/>
      <dgm:spPr/>
      <dgm:t>
        <a:bodyPr/>
        <a:lstStyle/>
        <a:p>
          <a:endParaRPr lang="en-US"/>
        </a:p>
      </dgm:t>
    </dgm:pt>
    <dgm:pt modelId="{E47A1F66-33FE-4A2B-8152-22FA162F6F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Develop operating systems and applications</a:t>
          </a:r>
          <a:endParaRPr lang="en-US"/>
        </a:p>
      </dgm:t>
    </dgm:pt>
    <dgm:pt modelId="{F4E20365-EEEF-49B7-8782-6A1802654445}" type="parTrans" cxnId="{DD39FAC7-7B9E-4CA8-AEB2-370654A5B1C6}">
      <dgm:prSet/>
      <dgm:spPr/>
      <dgm:t>
        <a:bodyPr/>
        <a:lstStyle/>
        <a:p>
          <a:endParaRPr lang="en-US"/>
        </a:p>
      </dgm:t>
    </dgm:pt>
    <dgm:pt modelId="{F43A2A70-9005-4BED-89C0-EC7AA6736BD0}" type="sibTrans" cxnId="{DD39FAC7-7B9E-4CA8-AEB2-370654A5B1C6}">
      <dgm:prSet/>
      <dgm:spPr/>
      <dgm:t>
        <a:bodyPr/>
        <a:lstStyle/>
        <a:p>
          <a:endParaRPr lang="en-US"/>
        </a:p>
      </dgm:t>
    </dgm:pt>
    <dgm:pt modelId="{7116A26D-DD3B-4AD5-B584-DB39C76A9D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Fix and improve existing software</a:t>
          </a:r>
          <a:endParaRPr lang="en-US"/>
        </a:p>
      </dgm:t>
    </dgm:pt>
    <dgm:pt modelId="{D4664285-99C0-4EE5-B1EA-8C6DDF077AA9}" type="parTrans" cxnId="{6606FF48-818A-4F7B-964E-C1111120CB2B}">
      <dgm:prSet/>
      <dgm:spPr/>
      <dgm:t>
        <a:bodyPr/>
        <a:lstStyle/>
        <a:p>
          <a:endParaRPr lang="en-US"/>
        </a:p>
      </dgm:t>
    </dgm:pt>
    <dgm:pt modelId="{D71DE1EA-DB3D-4534-A03C-FB8666D1DFB7}" type="sibTrans" cxnId="{6606FF48-818A-4F7B-964E-C1111120CB2B}">
      <dgm:prSet/>
      <dgm:spPr/>
      <dgm:t>
        <a:bodyPr/>
        <a:lstStyle/>
        <a:p>
          <a:endParaRPr lang="en-US"/>
        </a:p>
      </dgm:t>
    </dgm:pt>
    <dgm:pt modelId="{A5675108-BE9B-41A1-8B2B-9B9622BC0651}" type="pres">
      <dgm:prSet presAssocID="{6176C065-D4DC-49B7-AC7A-9224B84C474D}" presName="root" presStyleCnt="0">
        <dgm:presLayoutVars>
          <dgm:dir/>
          <dgm:resizeHandles val="exact"/>
        </dgm:presLayoutVars>
      </dgm:prSet>
      <dgm:spPr/>
    </dgm:pt>
    <dgm:pt modelId="{B482D1BB-D7A1-4511-8283-13BD1CE5908A}" type="pres">
      <dgm:prSet presAssocID="{3ED9DE27-2CD4-47F2-8D3D-754DAF7153E1}" presName="compNode" presStyleCnt="0"/>
      <dgm:spPr/>
    </dgm:pt>
    <dgm:pt modelId="{7D10AAED-8D53-4E56-88F1-918CF7CAEF2C}" type="pres">
      <dgm:prSet presAssocID="{3ED9DE27-2CD4-47F2-8D3D-754DAF7153E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D7A03E6-6BD5-4526-84BF-F7F876A4939A}" type="pres">
      <dgm:prSet presAssocID="{3ED9DE27-2CD4-47F2-8D3D-754DAF7153E1}" presName="iconSpace" presStyleCnt="0"/>
      <dgm:spPr/>
    </dgm:pt>
    <dgm:pt modelId="{31935208-60CE-47C5-9FD4-A0D3754E310C}" type="pres">
      <dgm:prSet presAssocID="{3ED9DE27-2CD4-47F2-8D3D-754DAF7153E1}" presName="parTx" presStyleLbl="revTx" presStyleIdx="0" presStyleCnt="4">
        <dgm:presLayoutVars>
          <dgm:chMax val="0"/>
          <dgm:chPref val="0"/>
        </dgm:presLayoutVars>
      </dgm:prSet>
      <dgm:spPr/>
    </dgm:pt>
    <dgm:pt modelId="{526875CE-BD4C-4C73-82C8-459710D89210}" type="pres">
      <dgm:prSet presAssocID="{3ED9DE27-2CD4-47F2-8D3D-754DAF7153E1}" presName="txSpace" presStyleCnt="0"/>
      <dgm:spPr/>
    </dgm:pt>
    <dgm:pt modelId="{9B408D1C-7638-49E0-98AB-FEE7CAC0CCB9}" type="pres">
      <dgm:prSet presAssocID="{3ED9DE27-2CD4-47F2-8D3D-754DAF7153E1}" presName="desTx" presStyleLbl="revTx" presStyleIdx="1" presStyleCnt="4">
        <dgm:presLayoutVars/>
      </dgm:prSet>
      <dgm:spPr/>
    </dgm:pt>
    <dgm:pt modelId="{A37DD8CA-5D24-430E-BA9E-3A9F2E40E156}" type="pres">
      <dgm:prSet presAssocID="{FD744B48-B7BE-468E-A881-3AC4E8985104}" presName="sibTrans" presStyleCnt="0"/>
      <dgm:spPr/>
    </dgm:pt>
    <dgm:pt modelId="{6FC542D8-6DCD-4BB4-977B-E417248B2CFF}" type="pres">
      <dgm:prSet presAssocID="{1D2BD705-CAFD-4240-95DA-B35781804AFD}" presName="compNode" presStyleCnt="0"/>
      <dgm:spPr/>
    </dgm:pt>
    <dgm:pt modelId="{E30C9C9F-436C-4FE0-A446-EEF523F340A0}" type="pres">
      <dgm:prSet presAssocID="{1D2BD705-CAFD-4240-95DA-B35781804AF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672D180-570F-4003-8D1A-4BE0B72507FD}" type="pres">
      <dgm:prSet presAssocID="{1D2BD705-CAFD-4240-95DA-B35781804AFD}" presName="iconSpace" presStyleCnt="0"/>
      <dgm:spPr/>
    </dgm:pt>
    <dgm:pt modelId="{D589E277-E162-48CA-97BA-F4D68308685E}" type="pres">
      <dgm:prSet presAssocID="{1D2BD705-CAFD-4240-95DA-B35781804AFD}" presName="parTx" presStyleLbl="revTx" presStyleIdx="2" presStyleCnt="4">
        <dgm:presLayoutVars>
          <dgm:chMax val="0"/>
          <dgm:chPref val="0"/>
        </dgm:presLayoutVars>
      </dgm:prSet>
      <dgm:spPr/>
    </dgm:pt>
    <dgm:pt modelId="{07B716C1-8CCE-4A57-BBD8-CD286AF12BEE}" type="pres">
      <dgm:prSet presAssocID="{1D2BD705-CAFD-4240-95DA-B35781804AFD}" presName="txSpace" presStyleCnt="0"/>
      <dgm:spPr/>
    </dgm:pt>
    <dgm:pt modelId="{C92042A7-8D34-4CA4-8749-31FA2587C703}" type="pres">
      <dgm:prSet presAssocID="{1D2BD705-CAFD-4240-95DA-B35781804AFD}" presName="desTx" presStyleLbl="revTx" presStyleIdx="3" presStyleCnt="4">
        <dgm:presLayoutVars/>
      </dgm:prSet>
      <dgm:spPr/>
    </dgm:pt>
  </dgm:ptLst>
  <dgm:cxnLst>
    <dgm:cxn modelId="{7D3B7E00-1C58-456B-82CE-A310C13691A5}" type="presOf" srcId="{7116A26D-DD3B-4AD5-B584-DB39C76A9DE3}" destId="{C92042A7-8D34-4CA4-8749-31FA2587C703}" srcOrd="0" destOrd="2" presId="urn:microsoft.com/office/officeart/2018/2/layout/IconLabelDescriptionList"/>
    <dgm:cxn modelId="{19694F09-B671-4B9D-99D6-0318B573698D}" type="presOf" srcId="{B0CC1F9C-30A1-436B-A88C-A121C2E5596D}" destId="{C92042A7-8D34-4CA4-8749-31FA2587C703}" srcOrd="0" destOrd="0" presId="urn:microsoft.com/office/officeart/2018/2/layout/IconLabelDescriptionList"/>
    <dgm:cxn modelId="{3235C924-DB95-431F-811F-3CD21A63EC71}" type="presOf" srcId="{1D2BD705-CAFD-4240-95DA-B35781804AFD}" destId="{D589E277-E162-48CA-97BA-F4D68308685E}" srcOrd="0" destOrd="0" presId="urn:microsoft.com/office/officeart/2018/2/layout/IconLabelDescriptionList"/>
    <dgm:cxn modelId="{D9C28640-65D8-4273-B042-6368B28EF11C}" srcId="{3ED9DE27-2CD4-47F2-8D3D-754DAF7153E1}" destId="{1AD6AEC5-28C4-4A0D-8D2A-88D1131406B1}" srcOrd="2" destOrd="0" parTransId="{EF355204-5FB8-4B36-9AC5-E31333666623}" sibTransId="{D9455416-1120-48D0-AC3E-903C8E0949BC}"/>
    <dgm:cxn modelId="{8BB64543-9A39-4F04-8AE0-7FFB02D8AA5D}" type="presOf" srcId="{3ED9DE27-2CD4-47F2-8D3D-754DAF7153E1}" destId="{31935208-60CE-47C5-9FD4-A0D3754E310C}" srcOrd="0" destOrd="0" presId="urn:microsoft.com/office/officeart/2018/2/layout/IconLabelDescriptionList"/>
    <dgm:cxn modelId="{D2AE8D67-9C6C-448F-B9A0-02504E01E48D}" type="presOf" srcId="{3022D35A-A544-4DAD-94DB-DAC5D4CE3671}" destId="{9B408D1C-7638-49E0-98AB-FEE7CAC0CCB9}" srcOrd="0" destOrd="0" presId="urn:microsoft.com/office/officeart/2018/2/layout/IconLabelDescriptionList"/>
    <dgm:cxn modelId="{6606FF48-818A-4F7B-964E-C1111120CB2B}" srcId="{1D2BD705-CAFD-4240-95DA-B35781804AFD}" destId="{7116A26D-DD3B-4AD5-B584-DB39C76A9DE3}" srcOrd="2" destOrd="0" parTransId="{D4664285-99C0-4EE5-B1EA-8C6DDF077AA9}" sibTransId="{D71DE1EA-DB3D-4534-A03C-FB8666D1DFB7}"/>
    <dgm:cxn modelId="{DDDB914B-5F47-4BDA-9C75-C25BBFD79B66}" type="presOf" srcId="{6176C065-D4DC-49B7-AC7A-9224B84C474D}" destId="{A5675108-BE9B-41A1-8B2B-9B9622BC0651}" srcOrd="0" destOrd="0" presId="urn:microsoft.com/office/officeart/2018/2/layout/IconLabelDescriptionList"/>
    <dgm:cxn modelId="{01429356-A12C-4017-A7E1-89A230DF2A11}" type="presOf" srcId="{F1DDE301-3BDF-4937-B42B-C2D6F157538D}" destId="{9B408D1C-7638-49E0-98AB-FEE7CAC0CCB9}" srcOrd="0" destOrd="1" presId="urn:microsoft.com/office/officeart/2018/2/layout/IconLabelDescriptionList"/>
    <dgm:cxn modelId="{9DC9647B-A05E-447A-BFE0-21A592C2B59E}" type="presOf" srcId="{E47A1F66-33FE-4A2B-8152-22FA162F6F3B}" destId="{C92042A7-8D34-4CA4-8749-31FA2587C703}" srcOrd="0" destOrd="1" presId="urn:microsoft.com/office/officeart/2018/2/layout/IconLabelDescriptionList"/>
    <dgm:cxn modelId="{0BA3239A-112B-4586-9A71-2AA2415887C5}" type="presOf" srcId="{1AD6AEC5-28C4-4A0D-8D2A-88D1131406B1}" destId="{9B408D1C-7638-49E0-98AB-FEE7CAC0CCB9}" srcOrd="0" destOrd="2" presId="urn:microsoft.com/office/officeart/2018/2/layout/IconLabelDescriptionList"/>
    <dgm:cxn modelId="{572ACBBA-7E73-42E5-81D2-F49D5E98C6CE}" srcId="{6176C065-D4DC-49B7-AC7A-9224B84C474D}" destId="{1D2BD705-CAFD-4240-95DA-B35781804AFD}" srcOrd="1" destOrd="0" parTransId="{AE556752-1375-410A-98C3-4382D0602926}" sibTransId="{255305A6-178B-4B32-A61E-635609077B1D}"/>
    <dgm:cxn modelId="{DD39FAC7-7B9E-4CA8-AEB2-370654A5B1C6}" srcId="{1D2BD705-CAFD-4240-95DA-B35781804AFD}" destId="{E47A1F66-33FE-4A2B-8152-22FA162F6F3B}" srcOrd="1" destOrd="0" parTransId="{F4E20365-EEEF-49B7-8782-6A1802654445}" sibTransId="{F43A2A70-9005-4BED-89C0-EC7AA6736BD0}"/>
    <dgm:cxn modelId="{376D95CD-25D5-4213-8462-41966B8ECADA}" srcId="{6176C065-D4DC-49B7-AC7A-9224B84C474D}" destId="{3ED9DE27-2CD4-47F2-8D3D-754DAF7153E1}" srcOrd="0" destOrd="0" parTransId="{0C080C49-FDA9-457C-937D-AF190A13100F}" sibTransId="{FD744B48-B7BE-468E-A881-3AC4E8985104}"/>
    <dgm:cxn modelId="{E244B5CE-16CC-4547-B753-3C56D1A1DCF6}" srcId="{3ED9DE27-2CD4-47F2-8D3D-754DAF7153E1}" destId="{3022D35A-A544-4DAD-94DB-DAC5D4CE3671}" srcOrd="0" destOrd="0" parTransId="{00E526A7-C161-408D-8217-E1DE330FD514}" sibTransId="{12C8F3C8-8582-4165-9C36-62B32D027C02}"/>
    <dgm:cxn modelId="{0EB4B2D7-D2A7-4B2F-ACD5-1DADC4A10C15}" srcId="{3ED9DE27-2CD4-47F2-8D3D-754DAF7153E1}" destId="{F1DDE301-3BDF-4937-B42B-C2D6F157538D}" srcOrd="1" destOrd="0" parTransId="{2F7401A0-F60A-4ADF-8660-495225C810CD}" sibTransId="{86E707B4-8A13-4604-AC48-BDD44DB7448F}"/>
    <dgm:cxn modelId="{AE3288E2-18EE-49CC-9EF7-160DFB94E369}" srcId="{1D2BD705-CAFD-4240-95DA-B35781804AFD}" destId="{B0CC1F9C-30A1-436B-A88C-A121C2E5596D}" srcOrd="0" destOrd="0" parTransId="{DB62EF49-0E7B-404D-AC87-3D25F35CDBDB}" sibTransId="{A2DBB349-C853-4676-9EA2-83B13C5A9E3B}"/>
    <dgm:cxn modelId="{6B9AAD17-19D3-473D-B703-F7EA54F39565}" type="presParOf" srcId="{A5675108-BE9B-41A1-8B2B-9B9622BC0651}" destId="{B482D1BB-D7A1-4511-8283-13BD1CE5908A}" srcOrd="0" destOrd="0" presId="urn:microsoft.com/office/officeart/2018/2/layout/IconLabelDescriptionList"/>
    <dgm:cxn modelId="{6D5AAD64-7E83-4C07-A19F-D77E702D4F3D}" type="presParOf" srcId="{B482D1BB-D7A1-4511-8283-13BD1CE5908A}" destId="{7D10AAED-8D53-4E56-88F1-918CF7CAEF2C}" srcOrd="0" destOrd="0" presId="urn:microsoft.com/office/officeart/2018/2/layout/IconLabelDescriptionList"/>
    <dgm:cxn modelId="{E61BEC4B-E54E-4DB2-912C-5FBA63A4B4DE}" type="presParOf" srcId="{B482D1BB-D7A1-4511-8283-13BD1CE5908A}" destId="{ED7A03E6-6BD5-4526-84BF-F7F876A4939A}" srcOrd="1" destOrd="0" presId="urn:microsoft.com/office/officeart/2018/2/layout/IconLabelDescriptionList"/>
    <dgm:cxn modelId="{B7C93F47-EA36-4529-9FDC-F048EDC2F283}" type="presParOf" srcId="{B482D1BB-D7A1-4511-8283-13BD1CE5908A}" destId="{31935208-60CE-47C5-9FD4-A0D3754E310C}" srcOrd="2" destOrd="0" presId="urn:microsoft.com/office/officeart/2018/2/layout/IconLabelDescriptionList"/>
    <dgm:cxn modelId="{3B0C4D87-C5AE-4002-9363-907004468DA1}" type="presParOf" srcId="{B482D1BB-D7A1-4511-8283-13BD1CE5908A}" destId="{526875CE-BD4C-4C73-82C8-459710D89210}" srcOrd="3" destOrd="0" presId="urn:microsoft.com/office/officeart/2018/2/layout/IconLabelDescriptionList"/>
    <dgm:cxn modelId="{9CAFD5D1-2E39-4234-845F-F511C59E734C}" type="presParOf" srcId="{B482D1BB-D7A1-4511-8283-13BD1CE5908A}" destId="{9B408D1C-7638-49E0-98AB-FEE7CAC0CCB9}" srcOrd="4" destOrd="0" presId="urn:microsoft.com/office/officeart/2018/2/layout/IconLabelDescriptionList"/>
    <dgm:cxn modelId="{04F50ED8-D7A0-4FA4-A39A-1794D490D230}" type="presParOf" srcId="{A5675108-BE9B-41A1-8B2B-9B9622BC0651}" destId="{A37DD8CA-5D24-430E-BA9E-3A9F2E40E156}" srcOrd="1" destOrd="0" presId="urn:microsoft.com/office/officeart/2018/2/layout/IconLabelDescriptionList"/>
    <dgm:cxn modelId="{E08C38A9-5C2C-47B2-8C23-CB69321D5267}" type="presParOf" srcId="{A5675108-BE9B-41A1-8B2B-9B9622BC0651}" destId="{6FC542D8-6DCD-4BB4-977B-E417248B2CFF}" srcOrd="2" destOrd="0" presId="urn:microsoft.com/office/officeart/2018/2/layout/IconLabelDescriptionList"/>
    <dgm:cxn modelId="{E3611351-CC16-467B-B75C-CE2E30AFA97B}" type="presParOf" srcId="{6FC542D8-6DCD-4BB4-977B-E417248B2CFF}" destId="{E30C9C9F-436C-4FE0-A446-EEF523F340A0}" srcOrd="0" destOrd="0" presId="urn:microsoft.com/office/officeart/2018/2/layout/IconLabelDescriptionList"/>
    <dgm:cxn modelId="{91495193-1222-49A8-BC9B-BFFAEBE30C80}" type="presParOf" srcId="{6FC542D8-6DCD-4BB4-977B-E417248B2CFF}" destId="{6672D180-570F-4003-8D1A-4BE0B72507FD}" srcOrd="1" destOrd="0" presId="urn:microsoft.com/office/officeart/2018/2/layout/IconLabelDescriptionList"/>
    <dgm:cxn modelId="{96BB1067-AC3E-43EA-BB1B-2230D048D1FB}" type="presParOf" srcId="{6FC542D8-6DCD-4BB4-977B-E417248B2CFF}" destId="{D589E277-E162-48CA-97BA-F4D68308685E}" srcOrd="2" destOrd="0" presId="urn:microsoft.com/office/officeart/2018/2/layout/IconLabelDescriptionList"/>
    <dgm:cxn modelId="{09BC90CD-45AE-433A-8F2C-9E333006AD8C}" type="presParOf" srcId="{6FC542D8-6DCD-4BB4-977B-E417248B2CFF}" destId="{07B716C1-8CCE-4A57-BBD8-CD286AF12BEE}" srcOrd="3" destOrd="0" presId="urn:microsoft.com/office/officeart/2018/2/layout/IconLabelDescriptionList"/>
    <dgm:cxn modelId="{F6C57489-7C7B-4828-9DBB-E3063956AC03}" type="presParOf" srcId="{6FC542D8-6DCD-4BB4-977B-E417248B2CFF}" destId="{C92042A7-8D34-4CA4-8749-31FA2587C70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088724-FB5B-4C6B-B24C-6CD645DC990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6C412D-EB4E-422D-806A-16F2A4F801BA}">
      <dgm:prSet/>
      <dgm:spPr/>
      <dgm:t>
        <a:bodyPr/>
        <a:lstStyle/>
        <a:p>
          <a:r>
            <a:rPr lang="en-US" b="1" i="0" baseline="0"/>
            <a:t>AI / Machine Learning Engineers</a:t>
          </a:r>
          <a:r>
            <a:rPr lang="en-US" b="0" i="0" baseline="0"/>
            <a:t>: build intelligent systems</a:t>
          </a:r>
          <a:endParaRPr lang="en-US"/>
        </a:p>
      </dgm:t>
    </dgm:pt>
    <dgm:pt modelId="{512BD25E-22F2-45B1-A783-E52F4BF92C76}" type="parTrans" cxnId="{F6F11955-D1FD-4A0D-A23F-2CE37DFE9732}">
      <dgm:prSet/>
      <dgm:spPr/>
      <dgm:t>
        <a:bodyPr/>
        <a:lstStyle/>
        <a:p>
          <a:endParaRPr lang="en-US"/>
        </a:p>
      </dgm:t>
    </dgm:pt>
    <dgm:pt modelId="{ACD865BD-571D-4EF1-990C-35E54D9B4EBA}" type="sibTrans" cxnId="{F6F11955-D1FD-4A0D-A23F-2CE37DFE9732}">
      <dgm:prSet/>
      <dgm:spPr/>
      <dgm:t>
        <a:bodyPr/>
        <a:lstStyle/>
        <a:p>
          <a:endParaRPr lang="en-US"/>
        </a:p>
      </dgm:t>
    </dgm:pt>
    <dgm:pt modelId="{30345E4B-F773-4BBD-BCEA-F3BFE3143FC9}">
      <dgm:prSet/>
      <dgm:spPr/>
      <dgm:t>
        <a:bodyPr/>
        <a:lstStyle/>
        <a:p>
          <a:r>
            <a:rPr lang="en-US" b="1" i="0" baseline="0"/>
            <a:t>Data Scientists</a:t>
          </a:r>
          <a:r>
            <a:rPr lang="en-US" b="0" i="0" baseline="0"/>
            <a:t>: analyse large data sets for insights</a:t>
          </a:r>
          <a:endParaRPr lang="en-US"/>
        </a:p>
      </dgm:t>
    </dgm:pt>
    <dgm:pt modelId="{1EBAAC6D-CDC8-4A89-8617-887D20496623}" type="parTrans" cxnId="{E5DF54E1-4886-4391-9FC2-C61D30111C7B}">
      <dgm:prSet/>
      <dgm:spPr/>
      <dgm:t>
        <a:bodyPr/>
        <a:lstStyle/>
        <a:p>
          <a:endParaRPr lang="en-US"/>
        </a:p>
      </dgm:t>
    </dgm:pt>
    <dgm:pt modelId="{A438D8D7-2059-4938-BF9B-643D3FB80B3A}" type="sibTrans" cxnId="{E5DF54E1-4886-4391-9FC2-C61D30111C7B}">
      <dgm:prSet/>
      <dgm:spPr/>
      <dgm:t>
        <a:bodyPr/>
        <a:lstStyle/>
        <a:p>
          <a:endParaRPr lang="en-US"/>
        </a:p>
      </dgm:t>
    </dgm:pt>
    <dgm:pt modelId="{FCD090E6-A2FF-4804-AF64-7589CB399587}">
      <dgm:prSet/>
      <dgm:spPr/>
      <dgm:t>
        <a:bodyPr/>
        <a:lstStyle/>
        <a:p>
          <a:r>
            <a:rPr lang="en-US" b="1" i="0" baseline="0"/>
            <a:t>Cybersecurity Analysts</a:t>
          </a:r>
          <a:r>
            <a:rPr lang="en-US" b="0" i="0" baseline="0"/>
            <a:t>: protect systems and data</a:t>
          </a:r>
          <a:endParaRPr lang="en-US"/>
        </a:p>
      </dgm:t>
    </dgm:pt>
    <dgm:pt modelId="{494AA993-DE37-431D-AE37-2E11C666E98C}" type="parTrans" cxnId="{2384312E-F8A6-4266-8018-EC64109401F1}">
      <dgm:prSet/>
      <dgm:spPr/>
      <dgm:t>
        <a:bodyPr/>
        <a:lstStyle/>
        <a:p>
          <a:endParaRPr lang="en-US"/>
        </a:p>
      </dgm:t>
    </dgm:pt>
    <dgm:pt modelId="{FC88B7E1-3153-4263-A38A-086CCF676E46}" type="sibTrans" cxnId="{2384312E-F8A6-4266-8018-EC64109401F1}">
      <dgm:prSet/>
      <dgm:spPr/>
      <dgm:t>
        <a:bodyPr/>
        <a:lstStyle/>
        <a:p>
          <a:endParaRPr lang="en-US"/>
        </a:p>
      </dgm:t>
    </dgm:pt>
    <dgm:pt modelId="{195777D7-1700-4C48-BF2C-A0A527674759}">
      <dgm:prSet/>
      <dgm:spPr/>
      <dgm:t>
        <a:bodyPr/>
        <a:lstStyle/>
        <a:p>
          <a:r>
            <a:rPr lang="en-US" b="1" i="0" baseline="0"/>
            <a:t>Cloud Architects</a:t>
          </a:r>
          <a:r>
            <a:rPr lang="en-US" b="0" i="0" baseline="0"/>
            <a:t>: design cloud-based systems</a:t>
          </a:r>
          <a:endParaRPr lang="en-US"/>
        </a:p>
      </dgm:t>
    </dgm:pt>
    <dgm:pt modelId="{1004EA2C-A9D0-4721-9937-C73B60AA8BA6}" type="parTrans" cxnId="{F8BC880A-9E2F-4000-BCA4-26095528BAD1}">
      <dgm:prSet/>
      <dgm:spPr/>
      <dgm:t>
        <a:bodyPr/>
        <a:lstStyle/>
        <a:p>
          <a:endParaRPr lang="en-US"/>
        </a:p>
      </dgm:t>
    </dgm:pt>
    <dgm:pt modelId="{61431686-4C63-4E1E-8EB7-DF8081A86E55}" type="sibTrans" cxnId="{F8BC880A-9E2F-4000-BCA4-26095528BAD1}">
      <dgm:prSet/>
      <dgm:spPr/>
      <dgm:t>
        <a:bodyPr/>
        <a:lstStyle/>
        <a:p>
          <a:endParaRPr lang="en-US"/>
        </a:p>
      </dgm:t>
    </dgm:pt>
    <dgm:pt modelId="{00608D7F-EF3F-47B0-A494-3273BCEF7CB1}">
      <dgm:prSet/>
      <dgm:spPr/>
      <dgm:t>
        <a:bodyPr/>
        <a:lstStyle/>
        <a:p>
          <a:r>
            <a:rPr lang="en-US" b="1" i="0" baseline="0"/>
            <a:t>Blockchain Developers</a:t>
          </a:r>
          <a:r>
            <a:rPr lang="en-US" b="0" i="0" baseline="0"/>
            <a:t>: build decentralised systems</a:t>
          </a:r>
          <a:endParaRPr lang="en-US"/>
        </a:p>
      </dgm:t>
    </dgm:pt>
    <dgm:pt modelId="{9A187D87-89FF-43F1-8CA2-1D36D9B11264}" type="parTrans" cxnId="{75F62A3F-70A8-4F67-B92A-FF49B037B6B8}">
      <dgm:prSet/>
      <dgm:spPr/>
      <dgm:t>
        <a:bodyPr/>
        <a:lstStyle/>
        <a:p>
          <a:endParaRPr lang="en-US"/>
        </a:p>
      </dgm:t>
    </dgm:pt>
    <dgm:pt modelId="{E0FD9397-F82E-4F70-9378-15951AB0C837}" type="sibTrans" cxnId="{75F62A3F-70A8-4F67-B92A-FF49B037B6B8}">
      <dgm:prSet/>
      <dgm:spPr/>
      <dgm:t>
        <a:bodyPr/>
        <a:lstStyle/>
        <a:p>
          <a:endParaRPr lang="en-US"/>
        </a:p>
      </dgm:t>
    </dgm:pt>
    <dgm:pt modelId="{73F7A225-CE6F-495B-8022-5B1612FE5358}">
      <dgm:prSet/>
      <dgm:spPr/>
      <dgm:t>
        <a:bodyPr/>
        <a:lstStyle/>
        <a:p>
          <a:r>
            <a:rPr lang="en-US" b="1" i="0" baseline="0"/>
            <a:t>IoT Architects</a:t>
          </a:r>
          <a:r>
            <a:rPr lang="en-US" b="0" i="0" baseline="0"/>
            <a:t>: manage connected smart devices</a:t>
          </a:r>
          <a:endParaRPr lang="en-US"/>
        </a:p>
      </dgm:t>
    </dgm:pt>
    <dgm:pt modelId="{EDFEA2A4-121E-4BE0-8135-6FFB87C78C17}" type="parTrans" cxnId="{A0AFD6A7-9325-4798-B884-7E4CBDD7BA99}">
      <dgm:prSet/>
      <dgm:spPr/>
      <dgm:t>
        <a:bodyPr/>
        <a:lstStyle/>
        <a:p>
          <a:endParaRPr lang="en-US"/>
        </a:p>
      </dgm:t>
    </dgm:pt>
    <dgm:pt modelId="{D2F0F1C7-FA70-4E00-B638-4EB8F7E76786}" type="sibTrans" cxnId="{A0AFD6A7-9325-4798-B884-7E4CBDD7BA99}">
      <dgm:prSet/>
      <dgm:spPr/>
      <dgm:t>
        <a:bodyPr/>
        <a:lstStyle/>
        <a:p>
          <a:endParaRPr lang="en-US"/>
        </a:p>
      </dgm:t>
    </dgm:pt>
    <dgm:pt modelId="{FE2FB90B-75AF-4A52-B6C1-9C94570CF114}">
      <dgm:prSet/>
      <dgm:spPr/>
      <dgm:t>
        <a:bodyPr/>
        <a:lstStyle/>
        <a:p>
          <a:r>
            <a:rPr lang="en-US" b="1" i="0" baseline="0"/>
            <a:t>VR/AR Developers</a:t>
          </a:r>
          <a:r>
            <a:rPr lang="en-US" b="0" i="0" baseline="0"/>
            <a:t>: create immersive digital experiences</a:t>
          </a:r>
          <a:endParaRPr lang="en-US"/>
        </a:p>
      </dgm:t>
    </dgm:pt>
    <dgm:pt modelId="{19CF7D2D-F0D5-4B97-89B6-9C36B4F7B881}" type="parTrans" cxnId="{2F58B579-FC52-4D1A-8E69-0516EFD99018}">
      <dgm:prSet/>
      <dgm:spPr/>
      <dgm:t>
        <a:bodyPr/>
        <a:lstStyle/>
        <a:p>
          <a:endParaRPr lang="en-US"/>
        </a:p>
      </dgm:t>
    </dgm:pt>
    <dgm:pt modelId="{1AC29F45-CC82-41EA-A292-236781065410}" type="sibTrans" cxnId="{2F58B579-FC52-4D1A-8E69-0516EFD99018}">
      <dgm:prSet/>
      <dgm:spPr/>
      <dgm:t>
        <a:bodyPr/>
        <a:lstStyle/>
        <a:p>
          <a:endParaRPr lang="en-US"/>
        </a:p>
      </dgm:t>
    </dgm:pt>
    <dgm:pt modelId="{E270A610-EED7-4198-A9CE-727977344819}">
      <dgm:prSet/>
      <dgm:spPr/>
      <dgm:t>
        <a:bodyPr/>
        <a:lstStyle/>
        <a:p>
          <a:r>
            <a:rPr lang="en-US" b="1" i="0" baseline="0"/>
            <a:t>Quantum Computing Engineers</a:t>
          </a:r>
          <a:r>
            <a:rPr lang="en-US" b="0" i="0" baseline="0"/>
            <a:t>: work with advanced computing technology</a:t>
          </a:r>
          <a:endParaRPr lang="en-US"/>
        </a:p>
      </dgm:t>
    </dgm:pt>
    <dgm:pt modelId="{CB381805-8DD0-4C57-A64F-53FD82EF6798}" type="parTrans" cxnId="{0E5227A1-73BE-4FBD-9CA2-944A6643B7FC}">
      <dgm:prSet/>
      <dgm:spPr/>
      <dgm:t>
        <a:bodyPr/>
        <a:lstStyle/>
        <a:p>
          <a:endParaRPr lang="en-US"/>
        </a:p>
      </dgm:t>
    </dgm:pt>
    <dgm:pt modelId="{F13139FA-8EC0-48BB-9FD0-427E8F3228A5}" type="sibTrans" cxnId="{0E5227A1-73BE-4FBD-9CA2-944A6643B7FC}">
      <dgm:prSet/>
      <dgm:spPr/>
      <dgm:t>
        <a:bodyPr/>
        <a:lstStyle/>
        <a:p>
          <a:endParaRPr lang="en-US"/>
        </a:p>
      </dgm:t>
    </dgm:pt>
    <dgm:pt modelId="{C01BA905-1D6F-4611-880C-E818E3F6A15A}" type="pres">
      <dgm:prSet presAssocID="{F5088724-FB5B-4C6B-B24C-6CD645DC990C}" presName="vert0" presStyleCnt="0">
        <dgm:presLayoutVars>
          <dgm:dir/>
          <dgm:animOne val="branch"/>
          <dgm:animLvl val="lvl"/>
        </dgm:presLayoutVars>
      </dgm:prSet>
      <dgm:spPr/>
    </dgm:pt>
    <dgm:pt modelId="{C56CA7DE-E9BD-4831-9948-4AF1D6CD7485}" type="pres">
      <dgm:prSet presAssocID="{F66C412D-EB4E-422D-806A-16F2A4F801BA}" presName="thickLine" presStyleLbl="alignNode1" presStyleIdx="0" presStyleCnt="8"/>
      <dgm:spPr/>
    </dgm:pt>
    <dgm:pt modelId="{4EA45939-097C-49C2-8C37-36E83354E2D9}" type="pres">
      <dgm:prSet presAssocID="{F66C412D-EB4E-422D-806A-16F2A4F801BA}" presName="horz1" presStyleCnt="0"/>
      <dgm:spPr/>
    </dgm:pt>
    <dgm:pt modelId="{9221BEFA-7C61-4B13-9215-3210F2D03E0D}" type="pres">
      <dgm:prSet presAssocID="{F66C412D-EB4E-422D-806A-16F2A4F801BA}" presName="tx1" presStyleLbl="revTx" presStyleIdx="0" presStyleCnt="8"/>
      <dgm:spPr/>
    </dgm:pt>
    <dgm:pt modelId="{2712E5B7-DB60-4AF8-8780-62B698AEF809}" type="pres">
      <dgm:prSet presAssocID="{F66C412D-EB4E-422D-806A-16F2A4F801BA}" presName="vert1" presStyleCnt="0"/>
      <dgm:spPr/>
    </dgm:pt>
    <dgm:pt modelId="{41DC8AEF-B2B4-4FCF-8FB4-96664F87BA38}" type="pres">
      <dgm:prSet presAssocID="{30345E4B-F773-4BBD-BCEA-F3BFE3143FC9}" presName="thickLine" presStyleLbl="alignNode1" presStyleIdx="1" presStyleCnt="8"/>
      <dgm:spPr/>
    </dgm:pt>
    <dgm:pt modelId="{18E7874D-947A-4152-B031-3DF8427EFEAE}" type="pres">
      <dgm:prSet presAssocID="{30345E4B-F773-4BBD-BCEA-F3BFE3143FC9}" presName="horz1" presStyleCnt="0"/>
      <dgm:spPr/>
    </dgm:pt>
    <dgm:pt modelId="{9A7EC058-DF07-46C7-8739-646F74DACA1A}" type="pres">
      <dgm:prSet presAssocID="{30345E4B-F773-4BBD-BCEA-F3BFE3143FC9}" presName="tx1" presStyleLbl="revTx" presStyleIdx="1" presStyleCnt="8"/>
      <dgm:spPr/>
    </dgm:pt>
    <dgm:pt modelId="{4CA083E1-41AD-4505-A2F1-38A711BD47DB}" type="pres">
      <dgm:prSet presAssocID="{30345E4B-F773-4BBD-BCEA-F3BFE3143FC9}" presName="vert1" presStyleCnt="0"/>
      <dgm:spPr/>
    </dgm:pt>
    <dgm:pt modelId="{77E31283-6B07-43AB-A0B4-30FBF6E33FA3}" type="pres">
      <dgm:prSet presAssocID="{FCD090E6-A2FF-4804-AF64-7589CB399587}" presName="thickLine" presStyleLbl="alignNode1" presStyleIdx="2" presStyleCnt="8"/>
      <dgm:spPr/>
    </dgm:pt>
    <dgm:pt modelId="{5FFBB1B9-1038-4856-A2F0-8A8048131F2D}" type="pres">
      <dgm:prSet presAssocID="{FCD090E6-A2FF-4804-AF64-7589CB399587}" presName="horz1" presStyleCnt="0"/>
      <dgm:spPr/>
    </dgm:pt>
    <dgm:pt modelId="{2B412CC7-3C4D-489C-B471-21AE1EA24A3F}" type="pres">
      <dgm:prSet presAssocID="{FCD090E6-A2FF-4804-AF64-7589CB399587}" presName="tx1" presStyleLbl="revTx" presStyleIdx="2" presStyleCnt="8"/>
      <dgm:spPr/>
    </dgm:pt>
    <dgm:pt modelId="{B844DD6C-65C0-47FB-BD4F-9D24A464595E}" type="pres">
      <dgm:prSet presAssocID="{FCD090E6-A2FF-4804-AF64-7589CB399587}" presName="vert1" presStyleCnt="0"/>
      <dgm:spPr/>
    </dgm:pt>
    <dgm:pt modelId="{C9D1CEE4-F728-4904-94A8-5F905E7D3A0B}" type="pres">
      <dgm:prSet presAssocID="{195777D7-1700-4C48-BF2C-A0A527674759}" presName="thickLine" presStyleLbl="alignNode1" presStyleIdx="3" presStyleCnt="8"/>
      <dgm:spPr/>
    </dgm:pt>
    <dgm:pt modelId="{0031D42F-1387-46FA-B5A9-CF14E0A67B29}" type="pres">
      <dgm:prSet presAssocID="{195777D7-1700-4C48-BF2C-A0A527674759}" presName="horz1" presStyleCnt="0"/>
      <dgm:spPr/>
    </dgm:pt>
    <dgm:pt modelId="{242868A9-625A-4EA0-B75F-E1FA11BD89D2}" type="pres">
      <dgm:prSet presAssocID="{195777D7-1700-4C48-BF2C-A0A527674759}" presName="tx1" presStyleLbl="revTx" presStyleIdx="3" presStyleCnt="8"/>
      <dgm:spPr/>
    </dgm:pt>
    <dgm:pt modelId="{179FBA97-1C8C-4967-9159-D2D9C44F44F0}" type="pres">
      <dgm:prSet presAssocID="{195777D7-1700-4C48-BF2C-A0A527674759}" presName="vert1" presStyleCnt="0"/>
      <dgm:spPr/>
    </dgm:pt>
    <dgm:pt modelId="{785F0BF3-BA2C-4D43-871B-54EAF697DF81}" type="pres">
      <dgm:prSet presAssocID="{00608D7F-EF3F-47B0-A494-3273BCEF7CB1}" presName="thickLine" presStyleLbl="alignNode1" presStyleIdx="4" presStyleCnt="8"/>
      <dgm:spPr/>
    </dgm:pt>
    <dgm:pt modelId="{2F80350D-FA40-4715-A46D-E2784F5093BF}" type="pres">
      <dgm:prSet presAssocID="{00608D7F-EF3F-47B0-A494-3273BCEF7CB1}" presName="horz1" presStyleCnt="0"/>
      <dgm:spPr/>
    </dgm:pt>
    <dgm:pt modelId="{BC6164E9-7EA5-44F3-AA8D-F64E20C80E10}" type="pres">
      <dgm:prSet presAssocID="{00608D7F-EF3F-47B0-A494-3273BCEF7CB1}" presName="tx1" presStyleLbl="revTx" presStyleIdx="4" presStyleCnt="8"/>
      <dgm:spPr/>
    </dgm:pt>
    <dgm:pt modelId="{37AF6A58-4F57-4698-AF95-AA4EE58F7B0D}" type="pres">
      <dgm:prSet presAssocID="{00608D7F-EF3F-47B0-A494-3273BCEF7CB1}" presName="vert1" presStyleCnt="0"/>
      <dgm:spPr/>
    </dgm:pt>
    <dgm:pt modelId="{D7A24744-2017-4A06-A308-12E85B300822}" type="pres">
      <dgm:prSet presAssocID="{73F7A225-CE6F-495B-8022-5B1612FE5358}" presName="thickLine" presStyleLbl="alignNode1" presStyleIdx="5" presStyleCnt="8"/>
      <dgm:spPr/>
    </dgm:pt>
    <dgm:pt modelId="{DB3047D4-B4A2-4533-8697-BC6A9BCC7DF1}" type="pres">
      <dgm:prSet presAssocID="{73F7A225-CE6F-495B-8022-5B1612FE5358}" presName="horz1" presStyleCnt="0"/>
      <dgm:spPr/>
    </dgm:pt>
    <dgm:pt modelId="{AB9BEFF3-8A3F-44C9-850C-D743FA60B311}" type="pres">
      <dgm:prSet presAssocID="{73F7A225-CE6F-495B-8022-5B1612FE5358}" presName="tx1" presStyleLbl="revTx" presStyleIdx="5" presStyleCnt="8"/>
      <dgm:spPr/>
    </dgm:pt>
    <dgm:pt modelId="{9107987F-0738-4974-94EF-659804C28F08}" type="pres">
      <dgm:prSet presAssocID="{73F7A225-CE6F-495B-8022-5B1612FE5358}" presName="vert1" presStyleCnt="0"/>
      <dgm:spPr/>
    </dgm:pt>
    <dgm:pt modelId="{A96D79C2-0BFF-4D8A-92DD-129E3A74CF66}" type="pres">
      <dgm:prSet presAssocID="{FE2FB90B-75AF-4A52-B6C1-9C94570CF114}" presName="thickLine" presStyleLbl="alignNode1" presStyleIdx="6" presStyleCnt="8"/>
      <dgm:spPr/>
    </dgm:pt>
    <dgm:pt modelId="{E4C74C43-5C1E-49D9-8983-D809885EBD17}" type="pres">
      <dgm:prSet presAssocID="{FE2FB90B-75AF-4A52-B6C1-9C94570CF114}" presName="horz1" presStyleCnt="0"/>
      <dgm:spPr/>
    </dgm:pt>
    <dgm:pt modelId="{2936B99B-21E0-4C50-B6FB-38D7D5C1716A}" type="pres">
      <dgm:prSet presAssocID="{FE2FB90B-75AF-4A52-B6C1-9C94570CF114}" presName="tx1" presStyleLbl="revTx" presStyleIdx="6" presStyleCnt="8"/>
      <dgm:spPr/>
    </dgm:pt>
    <dgm:pt modelId="{26BFFCB4-7668-4D77-B669-E7DF0754820A}" type="pres">
      <dgm:prSet presAssocID="{FE2FB90B-75AF-4A52-B6C1-9C94570CF114}" presName="vert1" presStyleCnt="0"/>
      <dgm:spPr/>
    </dgm:pt>
    <dgm:pt modelId="{20D6A0CD-D102-410F-83D6-A890273D5F90}" type="pres">
      <dgm:prSet presAssocID="{E270A610-EED7-4198-A9CE-727977344819}" presName="thickLine" presStyleLbl="alignNode1" presStyleIdx="7" presStyleCnt="8"/>
      <dgm:spPr/>
    </dgm:pt>
    <dgm:pt modelId="{41E59238-18B0-46A1-A451-1BEBAA038095}" type="pres">
      <dgm:prSet presAssocID="{E270A610-EED7-4198-A9CE-727977344819}" presName="horz1" presStyleCnt="0"/>
      <dgm:spPr/>
    </dgm:pt>
    <dgm:pt modelId="{158252B5-3534-4593-874F-B70816B766CE}" type="pres">
      <dgm:prSet presAssocID="{E270A610-EED7-4198-A9CE-727977344819}" presName="tx1" presStyleLbl="revTx" presStyleIdx="7" presStyleCnt="8"/>
      <dgm:spPr/>
    </dgm:pt>
    <dgm:pt modelId="{27B02842-7858-4B44-A798-A9A31EE5C48A}" type="pres">
      <dgm:prSet presAssocID="{E270A610-EED7-4198-A9CE-727977344819}" presName="vert1" presStyleCnt="0"/>
      <dgm:spPr/>
    </dgm:pt>
  </dgm:ptLst>
  <dgm:cxnLst>
    <dgm:cxn modelId="{1F0B3B02-F38C-44E8-AB55-E04E3DF0946F}" type="presOf" srcId="{195777D7-1700-4C48-BF2C-A0A527674759}" destId="{242868A9-625A-4EA0-B75F-E1FA11BD89D2}" srcOrd="0" destOrd="0" presId="urn:microsoft.com/office/officeart/2008/layout/LinedList"/>
    <dgm:cxn modelId="{F8BC880A-9E2F-4000-BCA4-26095528BAD1}" srcId="{F5088724-FB5B-4C6B-B24C-6CD645DC990C}" destId="{195777D7-1700-4C48-BF2C-A0A527674759}" srcOrd="3" destOrd="0" parTransId="{1004EA2C-A9D0-4721-9937-C73B60AA8BA6}" sibTransId="{61431686-4C63-4E1E-8EB7-DF8081A86E55}"/>
    <dgm:cxn modelId="{2384312E-F8A6-4266-8018-EC64109401F1}" srcId="{F5088724-FB5B-4C6B-B24C-6CD645DC990C}" destId="{FCD090E6-A2FF-4804-AF64-7589CB399587}" srcOrd="2" destOrd="0" parTransId="{494AA993-DE37-431D-AE37-2E11C666E98C}" sibTransId="{FC88B7E1-3153-4263-A38A-086CCF676E46}"/>
    <dgm:cxn modelId="{AB57F138-404D-4A0F-AEB7-677AB5E014A5}" type="presOf" srcId="{F5088724-FB5B-4C6B-B24C-6CD645DC990C}" destId="{C01BA905-1D6F-4611-880C-E818E3F6A15A}" srcOrd="0" destOrd="0" presId="urn:microsoft.com/office/officeart/2008/layout/LinedList"/>
    <dgm:cxn modelId="{76EA6E3A-B37C-4C8D-A778-E6311A70FCFF}" type="presOf" srcId="{FCD090E6-A2FF-4804-AF64-7589CB399587}" destId="{2B412CC7-3C4D-489C-B471-21AE1EA24A3F}" srcOrd="0" destOrd="0" presId="urn:microsoft.com/office/officeart/2008/layout/LinedList"/>
    <dgm:cxn modelId="{75F62A3F-70A8-4F67-B92A-FF49B037B6B8}" srcId="{F5088724-FB5B-4C6B-B24C-6CD645DC990C}" destId="{00608D7F-EF3F-47B0-A494-3273BCEF7CB1}" srcOrd="4" destOrd="0" parTransId="{9A187D87-89FF-43F1-8CA2-1D36D9B11264}" sibTransId="{E0FD9397-F82E-4F70-9378-15951AB0C837}"/>
    <dgm:cxn modelId="{827C4567-BD8A-4909-A3B2-5D3511B98866}" type="presOf" srcId="{FE2FB90B-75AF-4A52-B6C1-9C94570CF114}" destId="{2936B99B-21E0-4C50-B6FB-38D7D5C1716A}" srcOrd="0" destOrd="0" presId="urn:microsoft.com/office/officeart/2008/layout/LinedList"/>
    <dgm:cxn modelId="{F6F11955-D1FD-4A0D-A23F-2CE37DFE9732}" srcId="{F5088724-FB5B-4C6B-B24C-6CD645DC990C}" destId="{F66C412D-EB4E-422D-806A-16F2A4F801BA}" srcOrd="0" destOrd="0" parTransId="{512BD25E-22F2-45B1-A783-E52F4BF92C76}" sibTransId="{ACD865BD-571D-4EF1-990C-35E54D9B4EBA}"/>
    <dgm:cxn modelId="{68354275-831B-4598-9EB0-90D63AEA5ADE}" type="presOf" srcId="{00608D7F-EF3F-47B0-A494-3273BCEF7CB1}" destId="{BC6164E9-7EA5-44F3-AA8D-F64E20C80E10}" srcOrd="0" destOrd="0" presId="urn:microsoft.com/office/officeart/2008/layout/LinedList"/>
    <dgm:cxn modelId="{2F58B579-FC52-4D1A-8E69-0516EFD99018}" srcId="{F5088724-FB5B-4C6B-B24C-6CD645DC990C}" destId="{FE2FB90B-75AF-4A52-B6C1-9C94570CF114}" srcOrd="6" destOrd="0" parTransId="{19CF7D2D-F0D5-4B97-89B6-9C36B4F7B881}" sibTransId="{1AC29F45-CC82-41EA-A292-236781065410}"/>
    <dgm:cxn modelId="{D04FCF99-EFD8-4315-900D-0F18B98DCC99}" type="presOf" srcId="{30345E4B-F773-4BBD-BCEA-F3BFE3143FC9}" destId="{9A7EC058-DF07-46C7-8739-646F74DACA1A}" srcOrd="0" destOrd="0" presId="urn:microsoft.com/office/officeart/2008/layout/LinedList"/>
    <dgm:cxn modelId="{0E5227A1-73BE-4FBD-9CA2-944A6643B7FC}" srcId="{F5088724-FB5B-4C6B-B24C-6CD645DC990C}" destId="{E270A610-EED7-4198-A9CE-727977344819}" srcOrd="7" destOrd="0" parTransId="{CB381805-8DD0-4C57-A64F-53FD82EF6798}" sibTransId="{F13139FA-8EC0-48BB-9FD0-427E8F3228A5}"/>
    <dgm:cxn modelId="{A0AFD6A7-9325-4798-B884-7E4CBDD7BA99}" srcId="{F5088724-FB5B-4C6B-B24C-6CD645DC990C}" destId="{73F7A225-CE6F-495B-8022-5B1612FE5358}" srcOrd="5" destOrd="0" parTransId="{EDFEA2A4-121E-4BE0-8135-6FFB87C78C17}" sibTransId="{D2F0F1C7-FA70-4E00-B638-4EB8F7E76786}"/>
    <dgm:cxn modelId="{754666B8-0D34-46A1-9877-A302B2D92354}" type="presOf" srcId="{F66C412D-EB4E-422D-806A-16F2A4F801BA}" destId="{9221BEFA-7C61-4B13-9215-3210F2D03E0D}" srcOrd="0" destOrd="0" presId="urn:microsoft.com/office/officeart/2008/layout/LinedList"/>
    <dgm:cxn modelId="{5EEE09BC-DF14-4E6D-BB9E-56C589C91B05}" type="presOf" srcId="{73F7A225-CE6F-495B-8022-5B1612FE5358}" destId="{AB9BEFF3-8A3F-44C9-850C-D743FA60B311}" srcOrd="0" destOrd="0" presId="urn:microsoft.com/office/officeart/2008/layout/LinedList"/>
    <dgm:cxn modelId="{E5DF54E1-4886-4391-9FC2-C61D30111C7B}" srcId="{F5088724-FB5B-4C6B-B24C-6CD645DC990C}" destId="{30345E4B-F773-4BBD-BCEA-F3BFE3143FC9}" srcOrd="1" destOrd="0" parTransId="{1EBAAC6D-CDC8-4A89-8617-887D20496623}" sibTransId="{A438D8D7-2059-4938-BF9B-643D3FB80B3A}"/>
    <dgm:cxn modelId="{7594DDF9-C726-4D9D-8306-478CA3403A90}" type="presOf" srcId="{E270A610-EED7-4198-A9CE-727977344819}" destId="{158252B5-3534-4593-874F-B70816B766CE}" srcOrd="0" destOrd="0" presId="urn:microsoft.com/office/officeart/2008/layout/LinedList"/>
    <dgm:cxn modelId="{4105D40F-010A-41F7-8E53-C79C0EB4C6F0}" type="presParOf" srcId="{C01BA905-1D6F-4611-880C-E818E3F6A15A}" destId="{C56CA7DE-E9BD-4831-9948-4AF1D6CD7485}" srcOrd="0" destOrd="0" presId="urn:microsoft.com/office/officeart/2008/layout/LinedList"/>
    <dgm:cxn modelId="{13908841-3926-4E40-B1F1-C48113F2C378}" type="presParOf" srcId="{C01BA905-1D6F-4611-880C-E818E3F6A15A}" destId="{4EA45939-097C-49C2-8C37-36E83354E2D9}" srcOrd="1" destOrd="0" presId="urn:microsoft.com/office/officeart/2008/layout/LinedList"/>
    <dgm:cxn modelId="{D29C390C-6CBD-4F71-871B-444B87E3A469}" type="presParOf" srcId="{4EA45939-097C-49C2-8C37-36E83354E2D9}" destId="{9221BEFA-7C61-4B13-9215-3210F2D03E0D}" srcOrd="0" destOrd="0" presId="urn:microsoft.com/office/officeart/2008/layout/LinedList"/>
    <dgm:cxn modelId="{D5E81731-1B7B-4658-AB49-C923F6EB81A8}" type="presParOf" srcId="{4EA45939-097C-49C2-8C37-36E83354E2D9}" destId="{2712E5B7-DB60-4AF8-8780-62B698AEF809}" srcOrd="1" destOrd="0" presId="urn:microsoft.com/office/officeart/2008/layout/LinedList"/>
    <dgm:cxn modelId="{7F828332-3D18-49E4-93D3-FBBB73A2FC1F}" type="presParOf" srcId="{C01BA905-1D6F-4611-880C-E818E3F6A15A}" destId="{41DC8AEF-B2B4-4FCF-8FB4-96664F87BA38}" srcOrd="2" destOrd="0" presId="urn:microsoft.com/office/officeart/2008/layout/LinedList"/>
    <dgm:cxn modelId="{A0F6FB3D-F0D0-4A24-BB24-A51BD09245B5}" type="presParOf" srcId="{C01BA905-1D6F-4611-880C-E818E3F6A15A}" destId="{18E7874D-947A-4152-B031-3DF8427EFEAE}" srcOrd="3" destOrd="0" presId="urn:microsoft.com/office/officeart/2008/layout/LinedList"/>
    <dgm:cxn modelId="{F463D92D-054A-4507-9035-DE0A2BB7D450}" type="presParOf" srcId="{18E7874D-947A-4152-B031-3DF8427EFEAE}" destId="{9A7EC058-DF07-46C7-8739-646F74DACA1A}" srcOrd="0" destOrd="0" presId="urn:microsoft.com/office/officeart/2008/layout/LinedList"/>
    <dgm:cxn modelId="{8871C959-24FD-4B75-97C7-DF91AC810BB2}" type="presParOf" srcId="{18E7874D-947A-4152-B031-3DF8427EFEAE}" destId="{4CA083E1-41AD-4505-A2F1-38A711BD47DB}" srcOrd="1" destOrd="0" presId="urn:microsoft.com/office/officeart/2008/layout/LinedList"/>
    <dgm:cxn modelId="{E3B00095-8E65-4C86-942B-88640A88CEAE}" type="presParOf" srcId="{C01BA905-1D6F-4611-880C-E818E3F6A15A}" destId="{77E31283-6B07-43AB-A0B4-30FBF6E33FA3}" srcOrd="4" destOrd="0" presId="urn:microsoft.com/office/officeart/2008/layout/LinedList"/>
    <dgm:cxn modelId="{500569B5-E51E-4C89-B819-AEFBE93C43FD}" type="presParOf" srcId="{C01BA905-1D6F-4611-880C-E818E3F6A15A}" destId="{5FFBB1B9-1038-4856-A2F0-8A8048131F2D}" srcOrd="5" destOrd="0" presId="urn:microsoft.com/office/officeart/2008/layout/LinedList"/>
    <dgm:cxn modelId="{CF7288ED-DC52-43A4-933E-DC8B8FB90CF6}" type="presParOf" srcId="{5FFBB1B9-1038-4856-A2F0-8A8048131F2D}" destId="{2B412CC7-3C4D-489C-B471-21AE1EA24A3F}" srcOrd="0" destOrd="0" presId="urn:microsoft.com/office/officeart/2008/layout/LinedList"/>
    <dgm:cxn modelId="{6591C713-84DD-4812-B533-D32A998D460F}" type="presParOf" srcId="{5FFBB1B9-1038-4856-A2F0-8A8048131F2D}" destId="{B844DD6C-65C0-47FB-BD4F-9D24A464595E}" srcOrd="1" destOrd="0" presId="urn:microsoft.com/office/officeart/2008/layout/LinedList"/>
    <dgm:cxn modelId="{6D580919-2CE3-43BB-AAB9-1E486B6F36A1}" type="presParOf" srcId="{C01BA905-1D6F-4611-880C-E818E3F6A15A}" destId="{C9D1CEE4-F728-4904-94A8-5F905E7D3A0B}" srcOrd="6" destOrd="0" presId="urn:microsoft.com/office/officeart/2008/layout/LinedList"/>
    <dgm:cxn modelId="{E9915E97-CE11-4383-BD59-B292DDC34CA6}" type="presParOf" srcId="{C01BA905-1D6F-4611-880C-E818E3F6A15A}" destId="{0031D42F-1387-46FA-B5A9-CF14E0A67B29}" srcOrd="7" destOrd="0" presId="urn:microsoft.com/office/officeart/2008/layout/LinedList"/>
    <dgm:cxn modelId="{59CA09BB-A76C-4F9E-B633-4F32871060E1}" type="presParOf" srcId="{0031D42F-1387-46FA-B5A9-CF14E0A67B29}" destId="{242868A9-625A-4EA0-B75F-E1FA11BD89D2}" srcOrd="0" destOrd="0" presId="urn:microsoft.com/office/officeart/2008/layout/LinedList"/>
    <dgm:cxn modelId="{3D24FB6D-040D-4E3F-BF79-C8A902B746DF}" type="presParOf" srcId="{0031D42F-1387-46FA-B5A9-CF14E0A67B29}" destId="{179FBA97-1C8C-4967-9159-D2D9C44F44F0}" srcOrd="1" destOrd="0" presId="urn:microsoft.com/office/officeart/2008/layout/LinedList"/>
    <dgm:cxn modelId="{5A62A809-B809-4E99-A19C-BB7419E296A9}" type="presParOf" srcId="{C01BA905-1D6F-4611-880C-E818E3F6A15A}" destId="{785F0BF3-BA2C-4D43-871B-54EAF697DF81}" srcOrd="8" destOrd="0" presId="urn:microsoft.com/office/officeart/2008/layout/LinedList"/>
    <dgm:cxn modelId="{76673B55-26C7-45CA-A3EE-F251B9A38427}" type="presParOf" srcId="{C01BA905-1D6F-4611-880C-E818E3F6A15A}" destId="{2F80350D-FA40-4715-A46D-E2784F5093BF}" srcOrd="9" destOrd="0" presId="urn:microsoft.com/office/officeart/2008/layout/LinedList"/>
    <dgm:cxn modelId="{C3424255-5482-4745-8C53-D484DF5B251F}" type="presParOf" srcId="{2F80350D-FA40-4715-A46D-E2784F5093BF}" destId="{BC6164E9-7EA5-44F3-AA8D-F64E20C80E10}" srcOrd="0" destOrd="0" presId="urn:microsoft.com/office/officeart/2008/layout/LinedList"/>
    <dgm:cxn modelId="{95218676-08C5-42FE-B5B6-244E2C8474D7}" type="presParOf" srcId="{2F80350D-FA40-4715-A46D-E2784F5093BF}" destId="{37AF6A58-4F57-4698-AF95-AA4EE58F7B0D}" srcOrd="1" destOrd="0" presId="urn:microsoft.com/office/officeart/2008/layout/LinedList"/>
    <dgm:cxn modelId="{9F5D42B5-49BE-4319-819E-B6AFA4C4D3C8}" type="presParOf" srcId="{C01BA905-1D6F-4611-880C-E818E3F6A15A}" destId="{D7A24744-2017-4A06-A308-12E85B300822}" srcOrd="10" destOrd="0" presId="urn:microsoft.com/office/officeart/2008/layout/LinedList"/>
    <dgm:cxn modelId="{009925A4-CB5E-41C2-9BE2-CA1356F0A641}" type="presParOf" srcId="{C01BA905-1D6F-4611-880C-E818E3F6A15A}" destId="{DB3047D4-B4A2-4533-8697-BC6A9BCC7DF1}" srcOrd="11" destOrd="0" presId="urn:microsoft.com/office/officeart/2008/layout/LinedList"/>
    <dgm:cxn modelId="{B930277E-4187-4203-ABCC-D48DC3092DE0}" type="presParOf" srcId="{DB3047D4-B4A2-4533-8697-BC6A9BCC7DF1}" destId="{AB9BEFF3-8A3F-44C9-850C-D743FA60B311}" srcOrd="0" destOrd="0" presId="urn:microsoft.com/office/officeart/2008/layout/LinedList"/>
    <dgm:cxn modelId="{6B61C061-4B33-42D4-8D67-D9D33987B0F9}" type="presParOf" srcId="{DB3047D4-B4A2-4533-8697-BC6A9BCC7DF1}" destId="{9107987F-0738-4974-94EF-659804C28F08}" srcOrd="1" destOrd="0" presId="urn:microsoft.com/office/officeart/2008/layout/LinedList"/>
    <dgm:cxn modelId="{97F8F099-9D6D-4344-9815-DFAF2EED69F3}" type="presParOf" srcId="{C01BA905-1D6F-4611-880C-E818E3F6A15A}" destId="{A96D79C2-0BFF-4D8A-92DD-129E3A74CF66}" srcOrd="12" destOrd="0" presId="urn:microsoft.com/office/officeart/2008/layout/LinedList"/>
    <dgm:cxn modelId="{364DD837-C5C1-4586-B8A9-0F6E398044C0}" type="presParOf" srcId="{C01BA905-1D6F-4611-880C-E818E3F6A15A}" destId="{E4C74C43-5C1E-49D9-8983-D809885EBD17}" srcOrd="13" destOrd="0" presId="urn:microsoft.com/office/officeart/2008/layout/LinedList"/>
    <dgm:cxn modelId="{B4CDB742-2E53-4779-8251-B4F362F5A91F}" type="presParOf" srcId="{E4C74C43-5C1E-49D9-8983-D809885EBD17}" destId="{2936B99B-21E0-4C50-B6FB-38D7D5C1716A}" srcOrd="0" destOrd="0" presId="urn:microsoft.com/office/officeart/2008/layout/LinedList"/>
    <dgm:cxn modelId="{1BE33E89-9F05-4776-95A1-8A4AA39BDE6F}" type="presParOf" srcId="{E4C74C43-5C1E-49D9-8983-D809885EBD17}" destId="{26BFFCB4-7668-4D77-B669-E7DF0754820A}" srcOrd="1" destOrd="0" presId="urn:microsoft.com/office/officeart/2008/layout/LinedList"/>
    <dgm:cxn modelId="{5DE4F7C5-5C27-4F5F-8203-E9797DAC913C}" type="presParOf" srcId="{C01BA905-1D6F-4611-880C-E818E3F6A15A}" destId="{20D6A0CD-D102-410F-83D6-A890273D5F90}" srcOrd="14" destOrd="0" presId="urn:microsoft.com/office/officeart/2008/layout/LinedList"/>
    <dgm:cxn modelId="{5218CA53-817A-4157-8697-64EA50DB5388}" type="presParOf" srcId="{C01BA905-1D6F-4611-880C-E818E3F6A15A}" destId="{41E59238-18B0-46A1-A451-1BEBAA038095}" srcOrd="15" destOrd="0" presId="urn:microsoft.com/office/officeart/2008/layout/LinedList"/>
    <dgm:cxn modelId="{C71F4B79-45F3-49B8-B23E-CB4F52130033}" type="presParOf" srcId="{41E59238-18B0-46A1-A451-1BEBAA038095}" destId="{158252B5-3534-4593-874F-B70816B766CE}" srcOrd="0" destOrd="0" presId="urn:microsoft.com/office/officeart/2008/layout/LinedList"/>
    <dgm:cxn modelId="{74EEE6FE-DB1D-4963-A851-E8504189A74C}" type="presParOf" srcId="{41E59238-18B0-46A1-A451-1BEBAA038095}" destId="{27B02842-7858-4B44-A798-A9A31EE5C4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EB8EDA-7736-406A-B12D-B673FE2BFC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BAEDB5-CBEA-4980-8DCC-AFE12B0C3CCC}">
      <dgm:prSet/>
      <dgm:spPr/>
      <dgm:t>
        <a:bodyPr/>
        <a:lstStyle/>
        <a:p>
          <a:r>
            <a:rPr lang="en-GB"/>
            <a:t>Ensure systems run </a:t>
          </a:r>
          <a:r>
            <a:rPr lang="en-GB" b="1"/>
            <a:t>reliably and efficiently</a:t>
          </a:r>
          <a:endParaRPr lang="en-US"/>
        </a:p>
      </dgm:t>
    </dgm:pt>
    <dgm:pt modelId="{9ABB5A09-65B3-4F8F-A0B6-BFCF769F9D5A}" type="parTrans" cxnId="{DEAE437F-7D4D-4603-AED5-243A92891DAB}">
      <dgm:prSet/>
      <dgm:spPr/>
      <dgm:t>
        <a:bodyPr/>
        <a:lstStyle/>
        <a:p>
          <a:endParaRPr lang="en-US"/>
        </a:p>
      </dgm:t>
    </dgm:pt>
    <dgm:pt modelId="{77386ABA-A7F1-4DC5-9F08-8E2554F8BB77}" type="sibTrans" cxnId="{DEAE437F-7D4D-4603-AED5-243A92891DAB}">
      <dgm:prSet/>
      <dgm:spPr/>
      <dgm:t>
        <a:bodyPr/>
        <a:lstStyle/>
        <a:p>
          <a:endParaRPr lang="en-US"/>
        </a:p>
      </dgm:t>
    </dgm:pt>
    <dgm:pt modelId="{88111733-0F5F-42EB-A406-BDC05658C30C}">
      <dgm:prSet/>
      <dgm:spPr/>
      <dgm:t>
        <a:bodyPr/>
        <a:lstStyle/>
        <a:p>
          <a:r>
            <a:rPr lang="en-GB"/>
            <a:t>Work behind the scenes</a:t>
          </a:r>
          <a:endParaRPr lang="en-US"/>
        </a:p>
      </dgm:t>
    </dgm:pt>
    <dgm:pt modelId="{ACB2056E-F643-44C2-A5D3-1DF2BD71E30D}" type="parTrans" cxnId="{E5AEECAD-9C38-4AEC-8456-D6CFBD2B5021}">
      <dgm:prSet/>
      <dgm:spPr/>
      <dgm:t>
        <a:bodyPr/>
        <a:lstStyle/>
        <a:p>
          <a:endParaRPr lang="en-US"/>
        </a:p>
      </dgm:t>
    </dgm:pt>
    <dgm:pt modelId="{5100586A-A1FF-40C7-80A2-3DBCAD1C9475}" type="sibTrans" cxnId="{E5AEECAD-9C38-4AEC-8456-D6CFBD2B5021}">
      <dgm:prSet/>
      <dgm:spPr/>
      <dgm:t>
        <a:bodyPr/>
        <a:lstStyle/>
        <a:p>
          <a:endParaRPr lang="en-US"/>
        </a:p>
      </dgm:t>
    </dgm:pt>
    <dgm:pt modelId="{1E250875-57A5-4AE5-83C0-D29A916BE900}">
      <dgm:prSet/>
      <dgm:spPr/>
      <dgm:t>
        <a:bodyPr/>
        <a:lstStyle/>
        <a:p>
          <a:r>
            <a:rPr lang="en-GB"/>
            <a:t>Key roles include:</a:t>
          </a:r>
          <a:endParaRPr lang="en-US"/>
        </a:p>
      </dgm:t>
    </dgm:pt>
    <dgm:pt modelId="{1030EC5B-7776-437F-A900-5C8DF3C1636B}" type="parTrans" cxnId="{D3668146-C634-4D64-ACDA-B0FEA83D14CA}">
      <dgm:prSet/>
      <dgm:spPr/>
      <dgm:t>
        <a:bodyPr/>
        <a:lstStyle/>
        <a:p>
          <a:endParaRPr lang="en-US"/>
        </a:p>
      </dgm:t>
    </dgm:pt>
    <dgm:pt modelId="{532C4463-FEB6-463F-86FE-FB0D86A939ED}" type="sibTrans" cxnId="{D3668146-C634-4D64-ACDA-B0FEA83D14CA}">
      <dgm:prSet/>
      <dgm:spPr/>
      <dgm:t>
        <a:bodyPr/>
        <a:lstStyle/>
        <a:p>
          <a:endParaRPr lang="en-US"/>
        </a:p>
      </dgm:t>
    </dgm:pt>
    <dgm:pt modelId="{4BA389E5-E0AC-4074-BBA5-9C25E16BC724}">
      <dgm:prSet/>
      <dgm:spPr/>
      <dgm:t>
        <a:bodyPr/>
        <a:lstStyle/>
        <a:p>
          <a:r>
            <a:rPr lang="en-GB"/>
            <a:t>Computer operators</a:t>
          </a:r>
          <a:endParaRPr lang="en-US"/>
        </a:p>
      </dgm:t>
    </dgm:pt>
    <dgm:pt modelId="{14C4C2D0-C643-48DB-93F0-9F59F1B621C6}" type="parTrans" cxnId="{C36A35FE-3073-4CBE-8155-3F0E0AE3525C}">
      <dgm:prSet/>
      <dgm:spPr/>
      <dgm:t>
        <a:bodyPr/>
        <a:lstStyle/>
        <a:p>
          <a:endParaRPr lang="en-US"/>
        </a:p>
      </dgm:t>
    </dgm:pt>
    <dgm:pt modelId="{395CE46B-E533-48C8-8FD1-BF5B7D4D743C}" type="sibTrans" cxnId="{C36A35FE-3073-4CBE-8155-3F0E0AE3525C}">
      <dgm:prSet/>
      <dgm:spPr/>
      <dgm:t>
        <a:bodyPr/>
        <a:lstStyle/>
        <a:p>
          <a:endParaRPr lang="en-US"/>
        </a:p>
      </dgm:t>
    </dgm:pt>
    <dgm:pt modelId="{B6780851-52F0-440B-8B44-C1B5D1307503}">
      <dgm:prSet/>
      <dgm:spPr/>
      <dgm:t>
        <a:bodyPr/>
        <a:lstStyle/>
        <a:p>
          <a:r>
            <a:rPr lang="en-GB"/>
            <a:t>Database administrators</a:t>
          </a:r>
          <a:endParaRPr lang="en-US"/>
        </a:p>
      </dgm:t>
    </dgm:pt>
    <dgm:pt modelId="{AC32B9BB-BAF6-45BD-BC80-3F9F28C53FB3}" type="parTrans" cxnId="{0248F156-8A90-4F68-B237-000D977CE785}">
      <dgm:prSet/>
      <dgm:spPr/>
      <dgm:t>
        <a:bodyPr/>
        <a:lstStyle/>
        <a:p>
          <a:endParaRPr lang="en-US"/>
        </a:p>
      </dgm:t>
    </dgm:pt>
    <dgm:pt modelId="{729E7EF8-04BA-46B3-9366-C7C5C5B3961B}" type="sibTrans" cxnId="{0248F156-8A90-4F68-B237-000D977CE785}">
      <dgm:prSet/>
      <dgm:spPr/>
      <dgm:t>
        <a:bodyPr/>
        <a:lstStyle/>
        <a:p>
          <a:endParaRPr lang="en-US"/>
        </a:p>
      </dgm:t>
    </dgm:pt>
    <dgm:pt modelId="{824DF890-02CE-43ED-8104-0E55D331EBF5}">
      <dgm:prSet/>
      <dgm:spPr/>
      <dgm:t>
        <a:bodyPr/>
        <a:lstStyle/>
        <a:p>
          <a:r>
            <a:rPr lang="en-GB"/>
            <a:t>Focus on maintenance, updates and monitoring</a:t>
          </a:r>
          <a:endParaRPr lang="en-US"/>
        </a:p>
      </dgm:t>
    </dgm:pt>
    <dgm:pt modelId="{7D847B96-28B7-461B-945E-43FCC828EDC8}" type="parTrans" cxnId="{9E874C2C-631B-4237-A568-C805E4D2D359}">
      <dgm:prSet/>
      <dgm:spPr/>
      <dgm:t>
        <a:bodyPr/>
        <a:lstStyle/>
        <a:p>
          <a:endParaRPr lang="en-US"/>
        </a:p>
      </dgm:t>
    </dgm:pt>
    <dgm:pt modelId="{B31F2399-5FFD-4252-8572-E5A9EA34BF4E}" type="sibTrans" cxnId="{9E874C2C-631B-4237-A568-C805E4D2D359}">
      <dgm:prSet/>
      <dgm:spPr/>
      <dgm:t>
        <a:bodyPr/>
        <a:lstStyle/>
        <a:p>
          <a:endParaRPr lang="en-US"/>
        </a:p>
      </dgm:t>
    </dgm:pt>
    <dgm:pt modelId="{A5C5D188-3721-4DAF-9342-BF61FE7F97AD}" type="pres">
      <dgm:prSet presAssocID="{DFEB8EDA-7736-406A-B12D-B673FE2BFC2B}" presName="root" presStyleCnt="0">
        <dgm:presLayoutVars>
          <dgm:dir/>
          <dgm:resizeHandles val="exact"/>
        </dgm:presLayoutVars>
      </dgm:prSet>
      <dgm:spPr/>
    </dgm:pt>
    <dgm:pt modelId="{4CEAD31C-64F8-4A34-95E6-85DAD9217E6B}" type="pres">
      <dgm:prSet presAssocID="{98BAEDB5-CBEA-4980-8DCC-AFE12B0C3CCC}" presName="compNode" presStyleCnt="0"/>
      <dgm:spPr/>
    </dgm:pt>
    <dgm:pt modelId="{E966698D-6135-4DD4-B758-6DDE3FEC2051}" type="pres">
      <dgm:prSet presAssocID="{98BAEDB5-CBEA-4980-8DCC-AFE12B0C3CCC}" presName="bgRect" presStyleLbl="bgShp" presStyleIdx="0" presStyleCnt="4"/>
      <dgm:spPr/>
    </dgm:pt>
    <dgm:pt modelId="{1B4B888C-A838-4389-AE53-EEA05664CC03}" type="pres">
      <dgm:prSet presAssocID="{98BAEDB5-CBEA-4980-8DCC-AFE12B0C3C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488D8A9F-5857-4259-86E3-93A9B1645C16}" type="pres">
      <dgm:prSet presAssocID="{98BAEDB5-CBEA-4980-8DCC-AFE12B0C3CCC}" presName="spaceRect" presStyleCnt="0"/>
      <dgm:spPr/>
    </dgm:pt>
    <dgm:pt modelId="{128336CD-5B01-495E-86AB-FBF7E2D3F3ED}" type="pres">
      <dgm:prSet presAssocID="{98BAEDB5-CBEA-4980-8DCC-AFE12B0C3CCC}" presName="parTx" presStyleLbl="revTx" presStyleIdx="0" presStyleCnt="5">
        <dgm:presLayoutVars>
          <dgm:chMax val="0"/>
          <dgm:chPref val="0"/>
        </dgm:presLayoutVars>
      </dgm:prSet>
      <dgm:spPr/>
    </dgm:pt>
    <dgm:pt modelId="{B8997FA9-1227-49E6-A3C0-43B50025619A}" type="pres">
      <dgm:prSet presAssocID="{77386ABA-A7F1-4DC5-9F08-8E2554F8BB77}" presName="sibTrans" presStyleCnt="0"/>
      <dgm:spPr/>
    </dgm:pt>
    <dgm:pt modelId="{C33A6B97-B20C-4A94-9498-C9594A307E9B}" type="pres">
      <dgm:prSet presAssocID="{88111733-0F5F-42EB-A406-BDC05658C30C}" presName="compNode" presStyleCnt="0"/>
      <dgm:spPr/>
    </dgm:pt>
    <dgm:pt modelId="{2F116F62-AC45-47B6-91A0-1FA0FA750C86}" type="pres">
      <dgm:prSet presAssocID="{88111733-0F5F-42EB-A406-BDC05658C30C}" presName="bgRect" presStyleLbl="bgShp" presStyleIdx="1" presStyleCnt="4"/>
      <dgm:spPr/>
    </dgm:pt>
    <dgm:pt modelId="{524C3654-234D-4C8F-A063-D823AF15958A}" type="pres">
      <dgm:prSet presAssocID="{88111733-0F5F-42EB-A406-BDC05658C3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yboard"/>
        </a:ext>
      </dgm:extLst>
    </dgm:pt>
    <dgm:pt modelId="{ACB1F34A-7C9A-4C14-A5E3-06EF602C43C1}" type="pres">
      <dgm:prSet presAssocID="{88111733-0F5F-42EB-A406-BDC05658C30C}" presName="spaceRect" presStyleCnt="0"/>
      <dgm:spPr/>
    </dgm:pt>
    <dgm:pt modelId="{281E88DE-A4C6-4783-BF95-0E43E14393D0}" type="pres">
      <dgm:prSet presAssocID="{88111733-0F5F-42EB-A406-BDC05658C30C}" presName="parTx" presStyleLbl="revTx" presStyleIdx="1" presStyleCnt="5">
        <dgm:presLayoutVars>
          <dgm:chMax val="0"/>
          <dgm:chPref val="0"/>
        </dgm:presLayoutVars>
      </dgm:prSet>
      <dgm:spPr/>
    </dgm:pt>
    <dgm:pt modelId="{8A2DFE32-27E3-4788-9DCC-B43E4223D08A}" type="pres">
      <dgm:prSet presAssocID="{5100586A-A1FF-40C7-80A2-3DBCAD1C9475}" presName="sibTrans" presStyleCnt="0"/>
      <dgm:spPr/>
    </dgm:pt>
    <dgm:pt modelId="{F2E0B989-7612-4299-9F02-E4BA6B493EC8}" type="pres">
      <dgm:prSet presAssocID="{1E250875-57A5-4AE5-83C0-D29A916BE900}" presName="compNode" presStyleCnt="0"/>
      <dgm:spPr/>
    </dgm:pt>
    <dgm:pt modelId="{39CB1994-B8C2-4BC5-80BD-2180C83127FE}" type="pres">
      <dgm:prSet presAssocID="{1E250875-57A5-4AE5-83C0-D29A916BE900}" presName="bgRect" presStyleLbl="bgShp" presStyleIdx="2" presStyleCnt="4"/>
      <dgm:spPr/>
    </dgm:pt>
    <dgm:pt modelId="{32A08C3B-DF17-4C68-A896-6F71ADBE92BE}" type="pres">
      <dgm:prSet presAssocID="{1E250875-57A5-4AE5-83C0-D29A916BE9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2072058-D22E-4B42-8C1E-0CFDC0DECFB7}" type="pres">
      <dgm:prSet presAssocID="{1E250875-57A5-4AE5-83C0-D29A916BE900}" presName="spaceRect" presStyleCnt="0"/>
      <dgm:spPr/>
    </dgm:pt>
    <dgm:pt modelId="{B0F40995-184F-4605-B852-A1E56F6B12FF}" type="pres">
      <dgm:prSet presAssocID="{1E250875-57A5-4AE5-83C0-D29A916BE900}" presName="parTx" presStyleLbl="revTx" presStyleIdx="2" presStyleCnt="5">
        <dgm:presLayoutVars>
          <dgm:chMax val="0"/>
          <dgm:chPref val="0"/>
        </dgm:presLayoutVars>
      </dgm:prSet>
      <dgm:spPr/>
    </dgm:pt>
    <dgm:pt modelId="{749D8603-F0A1-4160-BA17-B18E2B018BD7}" type="pres">
      <dgm:prSet presAssocID="{1E250875-57A5-4AE5-83C0-D29A916BE900}" presName="desTx" presStyleLbl="revTx" presStyleIdx="3" presStyleCnt="5">
        <dgm:presLayoutVars/>
      </dgm:prSet>
      <dgm:spPr/>
    </dgm:pt>
    <dgm:pt modelId="{F07E6430-2B75-4C27-BFD8-8D658645910E}" type="pres">
      <dgm:prSet presAssocID="{532C4463-FEB6-463F-86FE-FB0D86A939ED}" presName="sibTrans" presStyleCnt="0"/>
      <dgm:spPr/>
    </dgm:pt>
    <dgm:pt modelId="{33EE9387-3536-4A1E-A5FC-46EBB6D3AAE0}" type="pres">
      <dgm:prSet presAssocID="{824DF890-02CE-43ED-8104-0E55D331EBF5}" presName="compNode" presStyleCnt="0"/>
      <dgm:spPr/>
    </dgm:pt>
    <dgm:pt modelId="{8D1BB8D2-0C46-41A5-886E-C60649C624D1}" type="pres">
      <dgm:prSet presAssocID="{824DF890-02CE-43ED-8104-0E55D331EBF5}" presName="bgRect" presStyleLbl="bgShp" presStyleIdx="3" presStyleCnt="4"/>
      <dgm:spPr/>
    </dgm:pt>
    <dgm:pt modelId="{A85283BA-10B6-40CA-B6CA-28C297FAA924}" type="pres">
      <dgm:prSet presAssocID="{824DF890-02CE-43ED-8104-0E55D331EBF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"/>
        </a:ext>
      </dgm:extLst>
    </dgm:pt>
    <dgm:pt modelId="{3C7F5395-A3FB-4BFA-A2E3-1FEB852AAD78}" type="pres">
      <dgm:prSet presAssocID="{824DF890-02CE-43ED-8104-0E55D331EBF5}" presName="spaceRect" presStyleCnt="0"/>
      <dgm:spPr/>
    </dgm:pt>
    <dgm:pt modelId="{4837353F-69CF-452C-8DE9-FFDA14295B60}" type="pres">
      <dgm:prSet presAssocID="{824DF890-02CE-43ED-8104-0E55D331EBF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13A603-AB56-4D3D-B924-603CB811CAA7}" type="presOf" srcId="{88111733-0F5F-42EB-A406-BDC05658C30C}" destId="{281E88DE-A4C6-4783-BF95-0E43E14393D0}" srcOrd="0" destOrd="0" presId="urn:microsoft.com/office/officeart/2018/2/layout/IconVerticalSolidList"/>
    <dgm:cxn modelId="{6ACE7C18-19CD-4774-911F-4997C988E492}" type="presOf" srcId="{824DF890-02CE-43ED-8104-0E55D331EBF5}" destId="{4837353F-69CF-452C-8DE9-FFDA14295B60}" srcOrd="0" destOrd="0" presId="urn:microsoft.com/office/officeart/2018/2/layout/IconVerticalSolidList"/>
    <dgm:cxn modelId="{9E874C2C-631B-4237-A568-C805E4D2D359}" srcId="{DFEB8EDA-7736-406A-B12D-B673FE2BFC2B}" destId="{824DF890-02CE-43ED-8104-0E55D331EBF5}" srcOrd="3" destOrd="0" parTransId="{7D847B96-28B7-461B-945E-43FCC828EDC8}" sibTransId="{B31F2399-5FFD-4252-8572-E5A9EA34BF4E}"/>
    <dgm:cxn modelId="{2BE42D33-2E05-428D-8E49-8B46E6133B66}" type="presOf" srcId="{B6780851-52F0-440B-8B44-C1B5D1307503}" destId="{749D8603-F0A1-4160-BA17-B18E2B018BD7}" srcOrd="0" destOrd="1" presId="urn:microsoft.com/office/officeart/2018/2/layout/IconVerticalSolidList"/>
    <dgm:cxn modelId="{D3668146-C634-4D64-ACDA-B0FEA83D14CA}" srcId="{DFEB8EDA-7736-406A-B12D-B673FE2BFC2B}" destId="{1E250875-57A5-4AE5-83C0-D29A916BE900}" srcOrd="2" destOrd="0" parTransId="{1030EC5B-7776-437F-A900-5C8DF3C1636B}" sibTransId="{532C4463-FEB6-463F-86FE-FB0D86A939ED}"/>
    <dgm:cxn modelId="{5BA3D86C-0069-4F4E-8477-B92C386C74F9}" type="presOf" srcId="{1E250875-57A5-4AE5-83C0-D29A916BE900}" destId="{B0F40995-184F-4605-B852-A1E56F6B12FF}" srcOrd="0" destOrd="0" presId="urn:microsoft.com/office/officeart/2018/2/layout/IconVerticalSolidList"/>
    <dgm:cxn modelId="{0248F156-8A90-4F68-B237-000D977CE785}" srcId="{1E250875-57A5-4AE5-83C0-D29A916BE900}" destId="{B6780851-52F0-440B-8B44-C1B5D1307503}" srcOrd="1" destOrd="0" parTransId="{AC32B9BB-BAF6-45BD-BC80-3F9F28C53FB3}" sibTransId="{729E7EF8-04BA-46B3-9366-C7C5C5B3961B}"/>
    <dgm:cxn modelId="{09562378-8B2A-4C16-900F-D1CD79BA87E9}" type="presOf" srcId="{DFEB8EDA-7736-406A-B12D-B673FE2BFC2B}" destId="{A5C5D188-3721-4DAF-9342-BF61FE7F97AD}" srcOrd="0" destOrd="0" presId="urn:microsoft.com/office/officeart/2018/2/layout/IconVerticalSolidList"/>
    <dgm:cxn modelId="{DEAE437F-7D4D-4603-AED5-243A92891DAB}" srcId="{DFEB8EDA-7736-406A-B12D-B673FE2BFC2B}" destId="{98BAEDB5-CBEA-4980-8DCC-AFE12B0C3CCC}" srcOrd="0" destOrd="0" parTransId="{9ABB5A09-65B3-4F8F-A0B6-BFCF769F9D5A}" sibTransId="{77386ABA-A7F1-4DC5-9F08-8E2554F8BB77}"/>
    <dgm:cxn modelId="{A755A87F-2E93-4BD8-87E7-827E49F2BEDC}" type="presOf" srcId="{4BA389E5-E0AC-4074-BBA5-9C25E16BC724}" destId="{749D8603-F0A1-4160-BA17-B18E2B018BD7}" srcOrd="0" destOrd="0" presId="urn:microsoft.com/office/officeart/2018/2/layout/IconVerticalSolidList"/>
    <dgm:cxn modelId="{E5AEECAD-9C38-4AEC-8456-D6CFBD2B5021}" srcId="{DFEB8EDA-7736-406A-B12D-B673FE2BFC2B}" destId="{88111733-0F5F-42EB-A406-BDC05658C30C}" srcOrd="1" destOrd="0" parTransId="{ACB2056E-F643-44C2-A5D3-1DF2BD71E30D}" sibTransId="{5100586A-A1FF-40C7-80A2-3DBCAD1C9475}"/>
    <dgm:cxn modelId="{1EB229D4-5B86-4BEF-B344-7327CB53D0CB}" type="presOf" srcId="{98BAEDB5-CBEA-4980-8DCC-AFE12B0C3CCC}" destId="{128336CD-5B01-495E-86AB-FBF7E2D3F3ED}" srcOrd="0" destOrd="0" presId="urn:microsoft.com/office/officeart/2018/2/layout/IconVerticalSolidList"/>
    <dgm:cxn modelId="{C36A35FE-3073-4CBE-8155-3F0E0AE3525C}" srcId="{1E250875-57A5-4AE5-83C0-D29A916BE900}" destId="{4BA389E5-E0AC-4074-BBA5-9C25E16BC724}" srcOrd="0" destOrd="0" parTransId="{14C4C2D0-C643-48DB-93F0-9F59F1B621C6}" sibTransId="{395CE46B-E533-48C8-8FD1-BF5B7D4D743C}"/>
    <dgm:cxn modelId="{6958F6D6-5BE7-41CE-A83D-AEB817AEDB25}" type="presParOf" srcId="{A5C5D188-3721-4DAF-9342-BF61FE7F97AD}" destId="{4CEAD31C-64F8-4A34-95E6-85DAD9217E6B}" srcOrd="0" destOrd="0" presId="urn:microsoft.com/office/officeart/2018/2/layout/IconVerticalSolidList"/>
    <dgm:cxn modelId="{CDBE2B9C-CDA7-4978-948A-FC9BCBC573EE}" type="presParOf" srcId="{4CEAD31C-64F8-4A34-95E6-85DAD9217E6B}" destId="{E966698D-6135-4DD4-B758-6DDE3FEC2051}" srcOrd="0" destOrd="0" presId="urn:microsoft.com/office/officeart/2018/2/layout/IconVerticalSolidList"/>
    <dgm:cxn modelId="{B9C13AE8-B431-48B0-9EAA-5908047CA467}" type="presParOf" srcId="{4CEAD31C-64F8-4A34-95E6-85DAD9217E6B}" destId="{1B4B888C-A838-4389-AE53-EEA05664CC03}" srcOrd="1" destOrd="0" presId="urn:microsoft.com/office/officeart/2018/2/layout/IconVerticalSolidList"/>
    <dgm:cxn modelId="{8ECE78BC-DAB5-4088-BC06-097FD679634D}" type="presParOf" srcId="{4CEAD31C-64F8-4A34-95E6-85DAD9217E6B}" destId="{488D8A9F-5857-4259-86E3-93A9B1645C16}" srcOrd="2" destOrd="0" presId="urn:microsoft.com/office/officeart/2018/2/layout/IconVerticalSolidList"/>
    <dgm:cxn modelId="{03D0872A-0732-490F-8B53-216FE7BBAAC3}" type="presParOf" srcId="{4CEAD31C-64F8-4A34-95E6-85DAD9217E6B}" destId="{128336CD-5B01-495E-86AB-FBF7E2D3F3ED}" srcOrd="3" destOrd="0" presId="urn:microsoft.com/office/officeart/2018/2/layout/IconVerticalSolidList"/>
    <dgm:cxn modelId="{8A67B9A1-638A-4D53-9A09-AE5A2376767A}" type="presParOf" srcId="{A5C5D188-3721-4DAF-9342-BF61FE7F97AD}" destId="{B8997FA9-1227-49E6-A3C0-43B50025619A}" srcOrd="1" destOrd="0" presId="urn:microsoft.com/office/officeart/2018/2/layout/IconVerticalSolidList"/>
    <dgm:cxn modelId="{F8ACE1FA-E7E9-4FBD-9EBB-BE4484FD63DE}" type="presParOf" srcId="{A5C5D188-3721-4DAF-9342-BF61FE7F97AD}" destId="{C33A6B97-B20C-4A94-9498-C9594A307E9B}" srcOrd="2" destOrd="0" presId="urn:microsoft.com/office/officeart/2018/2/layout/IconVerticalSolidList"/>
    <dgm:cxn modelId="{FA8E79F2-929B-4A72-98F4-588D7104E837}" type="presParOf" srcId="{C33A6B97-B20C-4A94-9498-C9594A307E9B}" destId="{2F116F62-AC45-47B6-91A0-1FA0FA750C86}" srcOrd="0" destOrd="0" presId="urn:microsoft.com/office/officeart/2018/2/layout/IconVerticalSolidList"/>
    <dgm:cxn modelId="{591A0C95-B551-4744-BB5A-42381E5F8B17}" type="presParOf" srcId="{C33A6B97-B20C-4A94-9498-C9594A307E9B}" destId="{524C3654-234D-4C8F-A063-D823AF15958A}" srcOrd="1" destOrd="0" presId="urn:microsoft.com/office/officeart/2018/2/layout/IconVerticalSolidList"/>
    <dgm:cxn modelId="{CE8BCE9F-2BF1-4EBC-959E-04CDD6EFE1A7}" type="presParOf" srcId="{C33A6B97-B20C-4A94-9498-C9594A307E9B}" destId="{ACB1F34A-7C9A-4C14-A5E3-06EF602C43C1}" srcOrd="2" destOrd="0" presId="urn:microsoft.com/office/officeart/2018/2/layout/IconVerticalSolidList"/>
    <dgm:cxn modelId="{E48109EE-130E-4BA7-8043-C4C5FAFDC6D4}" type="presParOf" srcId="{C33A6B97-B20C-4A94-9498-C9594A307E9B}" destId="{281E88DE-A4C6-4783-BF95-0E43E14393D0}" srcOrd="3" destOrd="0" presId="urn:microsoft.com/office/officeart/2018/2/layout/IconVerticalSolidList"/>
    <dgm:cxn modelId="{755D08C1-E812-4C3A-88C9-4A1A7E7DD6CE}" type="presParOf" srcId="{A5C5D188-3721-4DAF-9342-BF61FE7F97AD}" destId="{8A2DFE32-27E3-4788-9DCC-B43E4223D08A}" srcOrd="3" destOrd="0" presId="urn:microsoft.com/office/officeart/2018/2/layout/IconVerticalSolidList"/>
    <dgm:cxn modelId="{7A159EA7-6083-4709-986D-70D87D6D2C01}" type="presParOf" srcId="{A5C5D188-3721-4DAF-9342-BF61FE7F97AD}" destId="{F2E0B989-7612-4299-9F02-E4BA6B493EC8}" srcOrd="4" destOrd="0" presId="urn:microsoft.com/office/officeart/2018/2/layout/IconVerticalSolidList"/>
    <dgm:cxn modelId="{3E62F95C-8B27-4751-A385-649F51ECC43C}" type="presParOf" srcId="{F2E0B989-7612-4299-9F02-E4BA6B493EC8}" destId="{39CB1994-B8C2-4BC5-80BD-2180C83127FE}" srcOrd="0" destOrd="0" presId="urn:microsoft.com/office/officeart/2018/2/layout/IconVerticalSolidList"/>
    <dgm:cxn modelId="{C71C8E43-D5D9-4468-8EE0-8EAFF2A6024E}" type="presParOf" srcId="{F2E0B989-7612-4299-9F02-E4BA6B493EC8}" destId="{32A08C3B-DF17-4C68-A896-6F71ADBE92BE}" srcOrd="1" destOrd="0" presId="urn:microsoft.com/office/officeart/2018/2/layout/IconVerticalSolidList"/>
    <dgm:cxn modelId="{01D05CEA-76C1-4B97-8D99-39AA38B4F682}" type="presParOf" srcId="{F2E0B989-7612-4299-9F02-E4BA6B493EC8}" destId="{E2072058-D22E-4B42-8C1E-0CFDC0DECFB7}" srcOrd="2" destOrd="0" presId="urn:microsoft.com/office/officeart/2018/2/layout/IconVerticalSolidList"/>
    <dgm:cxn modelId="{5AC2CA91-2E0A-49DF-9CBB-E0C91D2BE549}" type="presParOf" srcId="{F2E0B989-7612-4299-9F02-E4BA6B493EC8}" destId="{B0F40995-184F-4605-B852-A1E56F6B12FF}" srcOrd="3" destOrd="0" presId="urn:microsoft.com/office/officeart/2018/2/layout/IconVerticalSolidList"/>
    <dgm:cxn modelId="{F191CDA7-B662-4514-B6C4-EF4BD4158235}" type="presParOf" srcId="{F2E0B989-7612-4299-9F02-E4BA6B493EC8}" destId="{749D8603-F0A1-4160-BA17-B18E2B018BD7}" srcOrd="4" destOrd="0" presId="urn:microsoft.com/office/officeart/2018/2/layout/IconVerticalSolidList"/>
    <dgm:cxn modelId="{4A77EAD1-FDE6-4C52-B716-E1BCDA7C39C0}" type="presParOf" srcId="{A5C5D188-3721-4DAF-9342-BF61FE7F97AD}" destId="{F07E6430-2B75-4C27-BFD8-8D658645910E}" srcOrd="5" destOrd="0" presId="urn:microsoft.com/office/officeart/2018/2/layout/IconVerticalSolidList"/>
    <dgm:cxn modelId="{4A1BEC4F-E493-495F-A629-F312537DAF17}" type="presParOf" srcId="{A5C5D188-3721-4DAF-9342-BF61FE7F97AD}" destId="{33EE9387-3536-4A1E-A5FC-46EBB6D3AAE0}" srcOrd="6" destOrd="0" presId="urn:microsoft.com/office/officeart/2018/2/layout/IconVerticalSolidList"/>
    <dgm:cxn modelId="{0B95D20F-93AF-4926-823B-04714D103169}" type="presParOf" srcId="{33EE9387-3536-4A1E-A5FC-46EBB6D3AAE0}" destId="{8D1BB8D2-0C46-41A5-886E-C60649C624D1}" srcOrd="0" destOrd="0" presId="urn:microsoft.com/office/officeart/2018/2/layout/IconVerticalSolidList"/>
    <dgm:cxn modelId="{018616EE-B127-4828-8711-CD12A42ECB51}" type="presParOf" srcId="{33EE9387-3536-4A1E-A5FC-46EBB6D3AAE0}" destId="{A85283BA-10B6-40CA-B6CA-28C297FAA924}" srcOrd="1" destOrd="0" presId="urn:microsoft.com/office/officeart/2018/2/layout/IconVerticalSolidList"/>
    <dgm:cxn modelId="{5D3C4534-4182-4EA0-83A2-8100B34122C3}" type="presParOf" srcId="{33EE9387-3536-4A1E-A5FC-46EBB6D3AAE0}" destId="{3C7F5395-A3FB-4BFA-A2E3-1FEB852AAD78}" srcOrd="2" destOrd="0" presId="urn:microsoft.com/office/officeart/2018/2/layout/IconVerticalSolidList"/>
    <dgm:cxn modelId="{BA6AC899-CBCF-46E0-ABCF-015C35EF9111}" type="presParOf" srcId="{33EE9387-3536-4A1E-A5FC-46EBB6D3AAE0}" destId="{4837353F-69CF-452C-8DE9-FFDA14295B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BE8289-D2D8-45EF-8447-FCB79FC56F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CFC6C1-228E-4FCA-A114-D919E39DD4E3}">
      <dgm:prSet/>
      <dgm:spPr/>
      <dgm:t>
        <a:bodyPr/>
        <a:lstStyle/>
        <a:p>
          <a:r>
            <a:rPr lang="en-US" b="0" i="0" baseline="0"/>
            <a:t>Keep critical systems running (e.g. servers)</a:t>
          </a:r>
          <a:endParaRPr lang="en-US"/>
        </a:p>
      </dgm:t>
    </dgm:pt>
    <dgm:pt modelId="{187E538E-A652-4FF1-AE8C-8EB8A0B78FE7}" type="parTrans" cxnId="{3942C37D-DB17-4B4D-958F-DC8E8DF243AE}">
      <dgm:prSet/>
      <dgm:spPr/>
      <dgm:t>
        <a:bodyPr/>
        <a:lstStyle/>
        <a:p>
          <a:endParaRPr lang="en-US"/>
        </a:p>
      </dgm:t>
    </dgm:pt>
    <dgm:pt modelId="{6C5DC8FA-9FD3-46F8-9406-2A0C4A58FBC2}" type="sibTrans" cxnId="{3942C37D-DB17-4B4D-958F-DC8E8DF243AE}">
      <dgm:prSet/>
      <dgm:spPr/>
      <dgm:t>
        <a:bodyPr/>
        <a:lstStyle/>
        <a:p>
          <a:endParaRPr lang="en-US"/>
        </a:p>
      </dgm:t>
    </dgm:pt>
    <dgm:pt modelId="{8759C981-0439-4411-96CF-DB17B0C18DC1}">
      <dgm:prSet/>
      <dgm:spPr/>
      <dgm:t>
        <a:bodyPr/>
        <a:lstStyle/>
        <a:p>
          <a:r>
            <a:rPr lang="en-US" b="0" i="0" baseline="0"/>
            <a:t>Responsibilities include:</a:t>
          </a:r>
          <a:endParaRPr lang="en-US"/>
        </a:p>
      </dgm:t>
    </dgm:pt>
    <dgm:pt modelId="{05699948-72B2-4C51-8EDF-50784C872B31}" type="parTrans" cxnId="{1BD17363-CE57-4A1A-A32A-E2D5D762BF50}">
      <dgm:prSet/>
      <dgm:spPr/>
      <dgm:t>
        <a:bodyPr/>
        <a:lstStyle/>
        <a:p>
          <a:endParaRPr lang="en-US"/>
        </a:p>
      </dgm:t>
    </dgm:pt>
    <dgm:pt modelId="{C65CE0F6-BD9E-4FF5-849C-CF530E0B2644}" type="sibTrans" cxnId="{1BD17363-CE57-4A1A-A32A-E2D5D762BF50}">
      <dgm:prSet/>
      <dgm:spPr/>
      <dgm:t>
        <a:bodyPr/>
        <a:lstStyle/>
        <a:p>
          <a:endParaRPr lang="en-US"/>
        </a:p>
      </dgm:t>
    </dgm:pt>
    <dgm:pt modelId="{2F0E2845-52BB-4F2B-BCBE-4706E2D455B5}">
      <dgm:prSet/>
      <dgm:spPr/>
      <dgm:t>
        <a:bodyPr/>
        <a:lstStyle/>
        <a:p>
          <a:r>
            <a:rPr lang="en-US" b="0" i="0" baseline="0"/>
            <a:t>Updating software</a:t>
          </a:r>
          <a:endParaRPr lang="en-US"/>
        </a:p>
      </dgm:t>
    </dgm:pt>
    <dgm:pt modelId="{6EDA4341-6697-46E1-B30A-13F8701E3265}" type="parTrans" cxnId="{411221E2-24DE-4941-8650-1B3D9DA87AF1}">
      <dgm:prSet/>
      <dgm:spPr/>
      <dgm:t>
        <a:bodyPr/>
        <a:lstStyle/>
        <a:p>
          <a:endParaRPr lang="en-US"/>
        </a:p>
      </dgm:t>
    </dgm:pt>
    <dgm:pt modelId="{95DBF4C1-6EB7-49A1-A6CC-ED5136B6F17B}" type="sibTrans" cxnId="{411221E2-24DE-4941-8650-1B3D9DA87AF1}">
      <dgm:prSet/>
      <dgm:spPr/>
      <dgm:t>
        <a:bodyPr/>
        <a:lstStyle/>
        <a:p>
          <a:endParaRPr lang="en-US"/>
        </a:p>
      </dgm:t>
    </dgm:pt>
    <dgm:pt modelId="{AEBD8EEC-F7CF-4A93-9588-6C68A61918C2}">
      <dgm:prSet/>
      <dgm:spPr/>
      <dgm:t>
        <a:bodyPr/>
        <a:lstStyle/>
        <a:p>
          <a:r>
            <a:rPr lang="en-US" b="0" i="0" baseline="0"/>
            <a:t>Monitoring storage and memory</a:t>
          </a:r>
          <a:endParaRPr lang="en-US"/>
        </a:p>
      </dgm:t>
    </dgm:pt>
    <dgm:pt modelId="{9DA8EB9B-DA9F-4928-BD75-784BE9D55216}" type="parTrans" cxnId="{313E05AA-06E4-4E1E-B04A-51C19CA01C56}">
      <dgm:prSet/>
      <dgm:spPr/>
      <dgm:t>
        <a:bodyPr/>
        <a:lstStyle/>
        <a:p>
          <a:endParaRPr lang="en-US"/>
        </a:p>
      </dgm:t>
    </dgm:pt>
    <dgm:pt modelId="{BF9BF796-1B28-4A5E-B82B-4EFB6585986A}" type="sibTrans" cxnId="{313E05AA-06E4-4E1E-B04A-51C19CA01C56}">
      <dgm:prSet/>
      <dgm:spPr/>
      <dgm:t>
        <a:bodyPr/>
        <a:lstStyle/>
        <a:p>
          <a:endParaRPr lang="en-US"/>
        </a:p>
      </dgm:t>
    </dgm:pt>
    <dgm:pt modelId="{EC0179C1-DF5F-4E39-92E2-99D43011A5A7}">
      <dgm:prSet/>
      <dgm:spPr/>
      <dgm:t>
        <a:bodyPr/>
        <a:lstStyle/>
        <a:p>
          <a:r>
            <a:rPr lang="en-US" b="0" i="0" baseline="0"/>
            <a:t>Checking system environments</a:t>
          </a:r>
          <a:endParaRPr lang="en-US"/>
        </a:p>
      </dgm:t>
    </dgm:pt>
    <dgm:pt modelId="{D33F2D25-FA66-465F-B35B-43BDE8E3201E}" type="parTrans" cxnId="{C9EDD960-3F6D-49D1-AF9C-6609FA8126B7}">
      <dgm:prSet/>
      <dgm:spPr/>
      <dgm:t>
        <a:bodyPr/>
        <a:lstStyle/>
        <a:p>
          <a:endParaRPr lang="en-US"/>
        </a:p>
      </dgm:t>
    </dgm:pt>
    <dgm:pt modelId="{00CCEEFF-96CE-48C5-8D5A-55CFD0D46842}" type="sibTrans" cxnId="{C9EDD960-3F6D-49D1-AF9C-6609FA8126B7}">
      <dgm:prSet/>
      <dgm:spPr/>
      <dgm:t>
        <a:bodyPr/>
        <a:lstStyle/>
        <a:p>
          <a:endParaRPr lang="en-US"/>
        </a:p>
      </dgm:t>
    </dgm:pt>
    <dgm:pt modelId="{ACAF6146-0B45-40C1-85CC-E9F887B692C5}">
      <dgm:prSet/>
      <dgm:spPr/>
      <dgm:t>
        <a:bodyPr/>
        <a:lstStyle/>
        <a:p>
          <a:r>
            <a:rPr lang="en-US" b="0" i="0" baseline="0"/>
            <a:t>Identifying faults</a:t>
          </a:r>
          <a:endParaRPr lang="en-US"/>
        </a:p>
      </dgm:t>
    </dgm:pt>
    <dgm:pt modelId="{B9613EEF-719E-4907-B975-AEE3578032AF}" type="parTrans" cxnId="{E59CAB34-CDF1-472A-A2AC-E9999CE861F2}">
      <dgm:prSet/>
      <dgm:spPr/>
      <dgm:t>
        <a:bodyPr/>
        <a:lstStyle/>
        <a:p>
          <a:endParaRPr lang="en-US"/>
        </a:p>
      </dgm:t>
    </dgm:pt>
    <dgm:pt modelId="{9C2AA50B-5FE8-4FE9-BA99-11171F2CF2FA}" type="sibTrans" cxnId="{E59CAB34-CDF1-472A-A2AC-E9999CE861F2}">
      <dgm:prSet/>
      <dgm:spPr/>
      <dgm:t>
        <a:bodyPr/>
        <a:lstStyle/>
        <a:p>
          <a:endParaRPr lang="en-US"/>
        </a:p>
      </dgm:t>
    </dgm:pt>
    <dgm:pt modelId="{D0A04295-9950-4762-9D75-1834073867B2}">
      <dgm:prSet/>
      <dgm:spPr/>
      <dgm:t>
        <a:bodyPr/>
        <a:lstStyle/>
        <a:p>
          <a:r>
            <a:rPr lang="en-US" b="0" i="0" baseline="0"/>
            <a:t>Often work with specialised system software</a:t>
          </a:r>
          <a:endParaRPr lang="en-US"/>
        </a:p>
      </dgm:t>
    </dgm:pt>
    <dgm:pt modelId="{508993E2-D7F5-4C85-84A7-AB790060C3C7}" type="parTrans" cxnId="{B2FF3634-9DF7-4825-AFCD-513C4FA4C7D1}">
      <dgm:prSet/>
      <dgm:spPr/>
      <dgm:t>
        <a:bodyPr/>
        <a:lstStyle/>
        <a:p>
          <a:endParaRPr lang="en-US"/>
        </a:p>
      </dgm:t>
    </dgm:pt>
    <dgm:pt modelId="{FDB3A3B6-057E-4094-8B83-8FA72C5445F3}" type="sibTrans" cxnId="{B2FF3634-9DF7-4825-AFCD-513C4FA4C7D1}">
      <dgm:prSet/>
      <dgm:spPr/>
      <dgm:t>
        <a:bodyPr/>
        <a:lstStyle/>
        <a:p>
          <a:endParaRPr lang="en-US"/>
        </a:p>
      </dgm:t>
    </dgm:pt>
    <dgm:pt modelId="{CB70C300-D41A-49EB-86B1-2F0C1FE70FEF}" type="pres">
      <dgm:prSet presAssocID="{EDBE8289-D2D8-45EF-8447-FCB79FC56F1A}" presName="root" presStyleCnt="0">
        <dgm:presLayoutVars>
          <dgm:dir/>
          <dgm:resizeHandles val="exact"/>
        </dgm:presLayoutVars>
      </dgm:prSet>
      <dgm:spPr/>
    </dgm:pt>
    <dgm:pt modelId="{687036A4-FE6E-4E6F-80CD-88D56D079B08}" type="pres">
      <dgm:prSet presAssocID="{9ACFC6C1-228E-4FCA-A114-D919E39DD4E3}" presName="compNode" presStyleCnt="0"/>
      <dgm:spPr/>
    </dgm:pt>
    <dgm:pt modelId="{F18E4D7D-C173-4E06-AA41-7AD80EFB35BC}" type="pres">
      <dgm:prSet presAssocID="{9ACFC6C1-228E-4FCA-A114-D919E39DD4E3}" presName="bgRect" presStyleLbl="bgShp" presStyleIdx="0" presStyleCnt="3"/>
      <dgm:spPr/>
    </dgm:pt>
    <dgm:pt modelId="{F2026E0F-BC29-4E00-BF74-15D6BAAA1201}" type="pres">
      <dgm:prSet presAssocID="{9ACFC6C1-228E-4FCA-A114-D919E39DD4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541FA77-2BB2-4208-AAD1-2C018727A881}" type="pres">
      <dgm:prSet presAssocID="{9ACFC6C1-228E-4FCA-A114-D919E39DD4E3}" presName="spaceRect" presStyleCnt="0"/>
      <dgm:spPr/>
    </dgm:pt>
    <dgm:pt modelId="{0A1FF77E-8A6E-4FEB-8350-30D1DF9C7602}" type="pres">
      <dgm:prSet presAssocID="{9ACFC6C1-228E-4FCA-A114-D919E39DD4E3}" presName="parTx" presStyleLbl="revTx" presStyleIdx="0" presStyleCnt="4">
        <dgm:presLayoutVars>
          <dgm:chMax val="0"/>
          <dgm:chPref val="0"/>
        </dgm:presLayoutVars>
      </dgm:prSet>
      <dgm:spPr/>
    </dgm:pt>
    <dgm:pt modelId="{70F62F63-CF74-4898-88E3-19F0B55AB0EF}" type="pres">
      <dgm:prSet presAssocID="{6C5DC8FA-9FD3-46F8-9406-2A0C4A58FBC2}" presName="sibTrans" presStyleCnt="0"/>
      <dgm:spPr/>
    </dgm:pt>
    <dgm:pt modelId="{2AE4E319-E456-4B6A-ADCD-D1B4FAA8B3E7}" type="pres">
      <dgm:prSet presAssocID="{8759C981-0439-4411-96CF-DB17B0C18DC1}" presName="compNode" presStyleCnt="0"/>
      <dgm:spPr/>
    </dgm:pt>
    <dgm:pt modelId="{BF19800E-C165-48AB-A7D2-6ABAE970BF46}" type="pres">
      <dgm:prSet presAssocID="{8759C981-0439-4411-96CF-DB17B0C18DC1}" presName="bgRect" presStyleLbl="bgShp" presStyleIdx="1" presStyleCnt="3"/>
      <dgm:spPr/>
    </dgm:pt>
    <dgm:pt modelId="{C26C0B09-8E9E-4218-AD5C-01F5B3AF1DFF}" type="pres">
      <dgm:prSet presAssocID="{8759C981-0439-4411-96CF-DB17B0C18DC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71D6F19-3E8C-4B40-A940-071C21666EF8}" type="pres">
      <dgm:prSet presAssocID="{8759C981-0439-4411-96CF-DB17B0C18DC1}" presName="spaceRect" presStyleCnt="0"/>
      <dgm:spPr/>
    </dgm:pt>
    <dgm:pt modelId="{AAB134BC-4DCF-48F4-9028-14BCED9C81EA}" type="pres">
      <dgm:prSet presAssocID="{8759C981-0439-4411-96CF-DB17B0C18DC1}" presName="parTx" presStyleLbl="revTx" presStyleIdx="1" presStyleCnt="4">
        <dgm:presLayoutVars>
          <dgm:chMax val="0"/>
          <dgm:chPref val="0"/>
        </dgm:presLayoutVars>
      </dgm:prSet>
      <dgm:spPr/>
    </dgm:pt>
    <dgm:pt modelId="{24ACBEAA-5C07-458C-95CE-E30A6D4DD12E}" type="pres">
      <dgm:prSet presAssocID="{8759C981-0439-4411-96CF-DB17B0C18DC1}" presName="desTx" presStyleLbl="revTx" presStyleIdx="2" presStyleCnt="4">
        <dgm:presLayoutVars/>
      </dgm:prSet>
      <dgm:spPr/>
    </dgm:pt>
    <dgm:pt modelId="{F736C146-E460-4644-BFC7-70E52CAE464F}" type="pres">
      <dgm:prSet presAssocID="{C65CE0F6-BD9E-4FF5-849C-CF530E0B2644}" presName="sibTrans" presStyleCnt="0"/>
      <dgm:spPr/>
    </dgm:pt>
    <dgm:pt modelId="{42978129-3DCB-4BAF-8FD0-6FEF621163D7}" type="pres">
      <dgm:prSet presAssocID="{D0A04295-9950-4762-9D75-1834073867B2}" presName="compNode" presStyleCnt="0"/>
      <dgm:spPr/>
    </dgm:pt>
    <dgm:pt modelId="{FD90A6A1-BAE2-4D3B-A444-217971FC2350}" type="pres">
      <dgm:prSet presAssocID="{D0A04295-9950-4762-9D75-1834073867B2}" presName="bgRect" presStyleLbl="bgShp" presStyleIdx="2" presStyleCnt="3"/>
      <dgm:spPr/>
    </dgm:pt>
    <dgm:pt modelId="{1B46B807-D617-4B58-9B11-46AD4B9F59BE}" type="pres">
      <dgm:prSet presAssocID="{D0A04295-9950-4762-9D75-1834073867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0A0DE28-CAA8-4970-B60C-6DADAAC0BFAF}" type="pres">
      <dgm:prSet presAssocID="{D0A04295-9950-4762-9D75-1834073867B2}" presName="spaceRect" presStyleCnt="0"/>
      <dgm:spPr/>
    </dgm:pt>
    <dgm:pt modelId="{E746E688-B626-49DC-B91E-3F6088C7C77D}" type="pres">
      <dgm:prSet presAssocID="{D0A04295-9950-4762-9D75-1834073867B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C3FA2D-DEFF-4522-8EBD-029856AF8D32}" type="presOf" srcId="{2F0E2845-52BB-4F2B-BCBE-4706E2D455B5}" destId="{24ACBEAA-5C07-458C-95CE-E30A6D4DD12E}" srcOrd="0" destOrd="0" presId="urn:microsoft.com/office/officeart/2018/2/layout/IconVerticalSolidList"/>
    <dgm:cxn modelId="{B2FF3634-9DF7-4825-AFCD-513C4FA4C7D1}" srcId="{EDBE8289-D2D8-45EF-8447-FCB79FC56F1A}" destId="{D0A04295-9950-4762-9D75-1834073867B2}" srcOrd="2" destOrd="0" parTransId="{508993E2-D7F5-4C85-84A7-AB790060C3C7}" sibTransId="{FDB3A3B6-057E-4094-8B83-8FA72C5445F3}"/>
    <dgm:cxn modelId="{E59CAB34-CDF1-472A-A2AC-E9999CE861F2}" srcId="{8759C981-0439-4411-96CF-DB17B0C18DC1}" destId="{ACAF6146-0B45-40C1-85CC-E9F887B692C5}" srcOrd="3" destOrd="0" parTransId="{B9613EEF-719E-4907-B975-AEE3578032AF}" sibTransId="{9C2AA50B-5FE8-4FE9-BA99-11171F2CF2FA}"/>
    <dgm:cxn modelId="{C9EDD960-3F6D-49D1-AF9C-6609FA8126B7}" srcId="{8759C981-0439-4411-96CF-DB17B0C18DC1}" destId="{EC0179C1-DF5F-4E39-92E2-99D43011A5A7}" srcOrd="2" destOrd="0" parTransId="{D33F2D25-FA66-465F-B35B-43BDE8E3201E}" sibTransId="{00CCEEFF-96CE-48C5-8D5A-55CFD0D46842}"/>
    <dgm:cxn modelId="{1BD17363-CE57-4A1A-A32A-E2D5D762BF50}" srcId="{EDBE8289-D2D8-45EF-8447-FCB79FC56F1A}" destId="{8759C981-0439-4411-96CF-DB17B0C18DC1}" srcOrd="1" destOrd="0" parTransId="{05699948-72B2-4C51-8EDF-50784C872B31}" sibTransId="{C65CE0F6-BD9E-4FF5-849C-CF530E0B2644}"/>
    <dgm:cxn modelId="{3942C37D-DB17-4B4D-958F-DC8E8DF243AE}" srcId="{EDBE8289-D2D8-45EF-8447-FCB79FC56F1A}" destId="{9ACFC6C1-228E-4FCA-A114-D919E39DD4E3}" srcOrd="0" destOrd="0" parTransId="{187E538E-A652-4FF1-AE8C-8EB8A0B78FE7}" sibTransId="{6C5DC8FA-9FD3-46F8-9406-2A0C4A58FBC2}"/>
    <dgm:cxn modelId="{E3867A86-F343-4C47-ADAC-C7DAB4C3BCD7}" type="presOf" srcId="{9ACFC6C1-228E-4FCA-A114-D919E39DD4E3}" destId="{0A1FF77E-8A6E-4FEB-8350-30D1DF9C7602}" srcOrd="0" destOrd="0" presId="urn:microsoft.com/office/officeart/2018/2/layout/IconVerticalSolidList"/>
    <dgm:cxn modelId="{313E05AA-06E4-4E1E-B04A-51C19CA01C56}" srcId="{8759C981-0439-4411-96CF-DB17B0C18DC1}" destId="{AEBD8EEC-F7CF-4A93-9588-6C68A61918C2}" srcOrd="1" destOrd="0" parTransId="{9DA8EB9B-DA9F-4928-BD75-784BE9D55216}" sibTransId="{BF9BF796-1B28-4A5E-B82B-4EFB6585986A}"/>
    <dgm:cxn modelId="{AEEBC9AF-0FFB-4A8A-BB39-D7E1FCADB872}" type="presOf" srcId="{ACAF6146-0B45-40C1-85CC-E9F887B692C5}" destId="{24ACBEAA-5C07-458C-95CE-E30A6D4DD12E}" srcOrd="0" destOrd="3" presId="urn:microsoft.com/office/officeart/2018/2/layout/IconVerticalSolidList"/>
    <dgm:cxn modelId="{478895B7-3876-49DC-A83A-A64F894197B1}" type="presOf" srcId="{AEBD8EEC-F7CF-4A93-9588-6C68A61918C2}" destId="{24ACBEAA-5C07-458C-95CE-E30A6D4DD12E}" srcOrd="0" destOrd="1" presId="urn:microsoft.com/office/officeart/2018/2/layout/IconVerticalSolidList"/>
    <dgm:cxn modelId="{0C4708C7-BFFC-4508-82FD-1ACA13F9259C}" type="presOf" srcId="{EDBE8289-D2D8-45EF-8447-FCB79FC56F1A}" destId="{CB70C300-D41A-49EB-86B1-2F0C1FE70FEF}" srcOrd="0" destOrd="0" presId="urn:microsoft.com/office/officeart/2018/2/layout/IconVerticalSolidList"/>
    <dgm:cxn modelId="{C91C17CC-B492-4C04-9A16-B20AA8C0BABB}" type="presOf" srcId="{8759C981-0439-4411-96CF-DB17B0C18DC1}" destId="{AAB134BC-4DCF-48F4-9028-14BCED9C81EA}" srcOrd="0" destOrd="0" presId="urn:microsoft.com/office/officeart/2018/2/layout/IconVerticalSolidList"/>
    <dgm:cxn modelId="{411221E2-24DE-4941-8650-1B3D9DA87AF1}" srcId="{8759C981-0439-4411-96CF-DB17B0C18DC1}" destId="{2F0E2845-52BB-4F2B-BCBE-4706E2D455B5}" srcOrd="0" destOrd="0" parTransId="{6EDA4341-6697-46E1-B30A-13F8701E3265}" sibTransId="{95DBF4C1-6EB7-49A1-A6CC-ED5136B6F17B}"/>
    <dgm:cxn modelId="{C2C84AF2-E6C3-44BA-864B-85A6BBDA5128}" type="presOf" srcId="{EC0179C1-DF5F-4E39-92E2-99D43011A5A7}" destId="{24ACBEAA-5C07-458C-95CE-E30A6D4DD12E}" srcOrd="0" destOrd="2" presId="urn:microsoft.com/office/officeart/2018/2/layout/IconVerticalSolidList"/>
    <dgm:cxn modelId="{BA3F48F9-0DEC-47A9-B68A-2E46B41BDB28}" type="presOf" srcId="{D0A04295-9950-4762-9D75-1834073867B2}" destId="{E746E688-B626-49DC-B91E-3F6088C7C77D}" srcOrd="0" destOrd="0" presId="urn:microsoft.com/office/officeart/2018/2/layout/IconVerticalSolidList"/>
    <dgm:cxn modelId="{65673090-6DAE-4D13-B8C0-97CB3826B663}" type="presParOf" srcId="{CB70C300-D41A-49EB-86B1-2F0C1FE70FEF}" destId="{687036A4-FE6E-4E6F-80CD-88D56D079B08}" srcOrd="0" destOrd="0" presId="urn:microsoft.com/office/officeart/2018/2/layout/IconVerticalSolidList"/>
    <dgm:cxn modelId="{88B4AA68-CCC4-4569-BD1D-446337C25C02}" type="presParOf" srcId="{687036A4-FE6E-4E6F-80CD-88D56D079B08}" destId="{F18E4D7D-C173-4E06-AA41-7AD80EFB35BC}" srcOrd="0" destOrd="0" presId="urn:microsoft.com/office/officeart/2018/2/layout/IconVerticalSolidList"/>
    <dgm:cxn modelId="{B8245993-F3D8-4EED-AAB7-88B5565B70DE}" type="presParOf" srcId="{687036A4-FE6E-4E6F-80CD-88D56D079B08}" destId="{F2026E0F-BC29-4E00-BF74-15D6BAAA1201}" srcOrd="1" destOrd="0" presId="urn:microsoft.com/office/officeart/2018/2/layout/IconVerticalSolidList"/>
    <dgm:cxn modelId="{A053210A-048E-40AA-BF91-C980989E4F6B}" type="presParOf" srcId="{687036A4-FE6E-4E6F-80CD-88D56D079B08}" destId="{0541FA77-2BB2-4208-AAD1-2C018727A881}" srcOrd="2" destOrd="0" presId="urn:microsoft.com/office/officeart/2018/2/layout/IconVerticalSolidList"/>
    <dgm:cxn modelId="{F8BD4DC7-41FB-4FDF-BF06-ECC941676119}" type="presParOf" srcId="{687036A4-FE6E-4E6F-80CD-88D56D079B08}" destId="{0A1FF77E-8A6E-4FEB-8350-30D1DF9C7602}" srcOrd="3" destOrd="0" presId="urn:microsoft.com/office/officeart/2018/2/layout/IconVerticalSolidList"/>
    <dgm:cxn modelId="{3394C6AD-56DC-494B-8D61-3C615E2A5113}" type="presParOf" srcId="{CB70C300-D41A-49EB-86B1-2F0C1FE70FEF}" destId="{70F62F63-CF74-4898-88E3-19F0B55AB0EF}" srcOrd="1" destOrd="0" presId="urn:microsoft.com/office/officeart/2018/2/layout/IconVerticalSolidList"/>
    <dgm:cxn modelId="{1F887134-2096-4FFA-A13D-9B506540C965}" type="presParOf" srcId="{CB70C300-D41A-49EB-86B1-2F0C1FE70FEF}" destId="{2AE4E319-E456-4B6A-ADCD-D1B4FAA8B3E7}" srcOrd="2" destOrd="0" presId="urn:microsoft.com/office/officeart/2018/2/layout/IconVerticalSolidList"/>
    <dgm:cxn modelId="{352C0A88-2C35-4852-88CA-C22CD3C1F988}" type="presParOf" srcId="{2AE4E319-E456-4B6A-ADCD-D1B4FAA8B3E7}" destId="{BF19800E-C165-48AB-A7D2-6ABAE970BF46}" srcOrd="0" destOrd="0" presId="urn:microsoft.com/office/officeart/2018/2/layout/IconVerticalSolidList"/>
    <dgm:cxn modelId="{F6FD1459-CC4D-42AE-8169-BACF903A4211}" type="presParOf" srcId="{2AE4E319-E456-4B6A-ADCD-D1B4FAA8B3E7}" destId="{C26C0B09-8E9E-4218-AD5C-01F5B3AF1DFF}" srcOrd="1" destOrd="0" presId="urn:microsoft.com/office/officeart/2018/2/layout/IconVerticalSolidList"/>
    <dgm:cxn modelId="{DD17226F-9FA0-4E86-927C-2B3249C557AF}" type="presParOf" srcId="{2AE4E319-E456-4B6A-ADCD-D1B4FAA8B3E7}" destId="{571D6F19-3E8C-4B40-A940-071C21666EF8}" srcOrd="2" destOrd="0" presId="urn:microsoft.com/office/officeart/2018/2/layout/IconVerticalSolidList"/>
    <dgm:cxn modelId="{E5F2437F-893C-4633-BE99-61FDD22B8979}" type="presParOf" srcId="{2AE4E319-E456-4B6A-ADCD-D1B4FAA8B3E7}" destId="{AAB134BC-4DCF-48F4-9028-14BCED9C81EA}" srcOrd="3" destOrd="0" presId="urn:microsoft.com/office/officeart/2018/2/layout/IconVerticalSolidList"/>
    <dgm:cxn modelId="{B12D41C8-EEEC-4E34-AD80-65F851992D52}" type="presParOf" srcId="{2AE4E319-E456-4B6A-ADCD-D1B4FAA8B3E7}" destId="{24ACBEAA-5C07-458C-95CE-E30A6D4DD12E}" srcOrd="4" destOrd="0" presId="urn:microsoft.com/office/officeart/2018/2/layout/IconVerticalSolidList"/>
    <dgm:cxn modelId="{C4CAE623-DFB0-4282-961C-B354CCA48FE3}" type="presParOf" srcId="{CB70C300-D41A-49EB-86B1-2F0C1FE70FEF}" destId="{F736C146-E460-4644-BFC7-70E52CAE464F}" srcOrd="3" destOrd="0" presId="urn:microsoft.com/office/officeart/2018/2/layout/IconVerticalSolidList"/>
    <dgm:cxn modelId="{EE72E45E-BAA8-4B80-B6CA-1FD4B0F0E5EE}" type="presParOf" srcId="{CB70C300-D41A-49EB-86B1-2F0C1FE70FEF}" destId="{42978129-3DCB-4BAF-8FD0-6FEF621163D7}" srcOrd="4" destOrd="0" presId="urn:microsoft.com/office/officeart/2018/2/layout/IconVerticalSolidList"/>
    <dgm:cxn modelId="{455602E5-4081-4E8C-A0EB-F47282FEEFE0}" type="presParOf" srcId="{42978129-3DCB-4BAF-8FD0-6FEF621163D7}" destId="{FD90A6A1-BAE2-4D3B-A444-217971FC2350}" srcOrd="0" destOrd="0" presId="urn:microsoft.com/office/officeart/2018/2/layout/IconVerticalSolidList"/>
    <dgm:cxn modelId="{1331E7BD-DE70-47B3-B58F-022FA67EE517}" type="presParOf" srcId="{42978129-3DCB-4BAF-8FD0-6FEF621163D7}" destId="{1B46B807-D617-4B58-9B11-46AD4B9F59BE}" srcOrd="1" destOrd="0" presId="urn:microsoft.com/office/officeart/2018/2/layout/IconVerticalSolidList"/>
    <dgm:cxn modelId="{59064781-930C-4764-ACC9-5108BD13ED0F}" type="presParOf" srcId="{42978129-3DCB-4BAF-8FD0-6FEF621163D7}" destId="{20A0DE28-CAA8-4970-B60C-6DADAAC0BFAF}" srcOrd="2" destOrd="0" presId="urn:microsoft.com/office/officeart/2018/2/layout/IconVerticalSolidList"/>
    <dgm:cxn modelId="{6CD8CF78-2D74-43E8-AF5A-FF5B4117A727}" type="presParOf" srcId="{42978129-3DCB-4BAF-8FD0-6FEF621163D7}" destId="{E746E688-B626-49DC-B91E-3F6088C7C7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EE213D2-2E70-49AF-9BA6-70DA26C46F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AC2139-5A8D-487D-B14D-CCD2574BB376}">
      <dgm:prSet/>
      <dgm:spPr/>
      <dgm:t>
        <a:bodyPr/>
        <a:lstStyle/>
        <a:p>
          <a:r>
            <a:rPr lang="en-US" b="0" i="0" baseline="0"/>
            <a:t>Create and maintain databases</a:t>
          </a:r>
          <a:endParaRPr lang="en-US"/>
        </a:p>
      </dgm:t>
    </dgm:pt>
    <dgm:pt modelId="{F371B8A7-7A59-40D8-93CA-BAD4560804B7}" type="parTrans" cxnId="{13609C51-469B-47F8-B72D-67331860FE5C}">
      <dgm:prSet/>
      <dgm:spPr/>
      <dgm:t>
        <a:bodyPr/>
        <a:lstStyle/>
        <a:p>
          <a:endParaRPr lang="en-US"/>
        </a:p>
      </dgm:t>
    </dgm:pt>
    <dgm:pt modelId="{E12C54B3-DFC6-424B-9A33-EB20918D35F3}" type="sibTrans" cxnId="{13609C51-469B-47F8-B72D-67331860FE5C}">
      <dgm:prSet/>
      <dgm:spPr/>
      <dgm:t>
        <a:bodyPr/>
        <a:lstStyle/>
        <a:p>
          <a:endParaRPr lang="en-US"/>
        </a:p>
      </dgm:t>
    </dgm:pt>
    <dgm:pt modelId="{CE90E06F-5A42-4F15-9EA1-E320A24708F0}">
      <dgm:prSet/>
      <dgm:spPr/>
      <dgm:t>
        <a:bodyPr/>
        <a:lstStyle/>
        <a:p>
          <a:r>
            <a:rPr lang="en-US" b="0" i="0" baseline="0"/>
            <a:t>Ensure data is:</a:t>
          </a:r>
          <a:endParaRPr lang="en-US"/>
        </a:p>
      </dgm:t>
    </dgm:pt>
    <dgm:pt modelId="{C62F87EC-0CEE-4DEC-813E-0E900FFA09FC}" type="parTrans" cxnId="{D564373E-C842-4AA9-9E0F-19BEBB4B4CEA}">
      <dgm:prSet/>
      <dgm:spPr/>
      <dgm:t>
        <a:bodyPr/>
        <a:lstStyle/>
        <a:p>
          <a:endParaRPr lang="en-US"/>
        </a:p>
      </dgm:t>
    </dgm:pt>
    <dgm:pt modelId="{3FB00C44-E5B4-4CB7-97B0-A2A9C5B62FB6}" type="sibTrans" cxnId="{D564373E-C842-4AA9-9E0F-19BEBB4B4CEA}">
      <dgm:prSet/>
      <dgm:spPr/>
      <dgm:t>
        <a:bodyPr/>
        <a:lstStyle/>
        <a:p>
          <a:endParaRPr lang="en-US"/>
        </a:p>
      </dgm:t>
    </dgm:pt>
    <dgm:pt modelId="{1164A764-FC0D-4C9C-B3BB-7E21D525AE8D}">
      <dgm:prSet/>
      <dgm:spPr/>
      <dgm:t>
        <a:bodyPr/>
        <a:lstStyle/>
        <a:p>
          <a:r>
            <a:rPr lang="en-US" b="0" i="0" baseline="0"/>
            <a:t>Secure</a:t>
          </a:r>
          <a:endParaRPr lang="en-US"/>
        </a:p>
      </dgm:t>
    </dgm:pt>
    <dgm:pt modelId="{B2578457-AECF-4C5C-ADE2-AEC063A4308A}" type="parTrans" cxnId="{4E3B01E4-6A7A-4461-9629-0EED3252E58B}">
      <dgm:prSet/>
      <dgm:spPr/>
      <dgm:t>
        <a:bodyPr/>
        <a:lstStyle/>
        <a:p>
          <a:endParaRPr lang="en-US"/>
        </a:p>
      </dgm:t>
    </dgm:pt>
    <dgm:pt modelId="{B218AE4F-1341-403F-BE73-70FC7B4EFB77}" type="sibTrans" cxnId="{4E3B01E4-6A7A-4461-9629-0EED3252E58B}">
      <dgm:prSet/>
      <dgm:spPr/>
      <dgm:t>
        <a:bodyPr/>
        <a:lstStyle/>
        <a:p>
          <a:endParaRPr lang="en-US"/>
        </a:p>
      </dgm:t>
    </dgm:pt>
    <dgm:pt modelId="{50CFDD44-0989-488F-B85A-D839C04D24E7}">
      <dgm:prSet/>
      <dgm:spPr/>
      <dgm:t>
        <a:bodyPr/>
        <a:lstStyle/>
        <a:p>
          <a:r>
            <a:rPr lang="en-US" b="0" i="0" baseline="0"/>
            <a:t>Accurate</a:t>
          </a:r>
          <a:endParaRPr lang="en-US"/>
        </a:p>
      </dgm:t>
    </dgm:pt>
    <dgm:pt modelId="{756C8D80-01A5-4868-960E-25E5AA2B671F}" type="parTrans" cxnId="{CA36D252-A39D-45FC-8B69-CD12196FB717}">
      <dgm:prSet/>
      <dgm:spPr/>
      <dgm:t>
        <a:bodyPr/>
        <a:lstStyle/>
        <a:p>
          <a:endParaRPr lang="en-US"/>
        </a:p>
      </dgm:t>
    </dgm:pt>
    <dgm:pt modelId="{7956DE68-BE5D-435C-82B1-12AD891750AD}" type="sibTrans" cxnId="{CA36D252-A39D-45FC-8B69-CD12196FB717}">
      <dgm:prSet/>
      <dgm:spPr/>
      <dgm:t>
        <a:bodyPr/>
        <a:lstStyle/>
        <a:p>
          <a:endParaRPr lang="en-US"/>
        </a:p>
      </dgm:t>
    </dgm:pt>
    <dgm:pt modelId="{71B5DC1A-762E-476F-8F82-AE8E3BFF1D51}">
      <dgm:prSet/>
      <dgm:spPr/>
      <dgm:t>
        <a:bodyPr/>
        <a:lstStyle/>
        <a:p>
          <a:r>
            <a:rPr lang="en-US" b="0" i="0" baseline="0"/>
            <a:t>Available</a:t>
          </a:r>
          <a:endParaRPr lang="en-US"/>
        </a:p>
      </dgm:t>
    </dgm:pt>
    <dgm:pt modelId="{ED9B4399-EFDC-439B-8D3B-FF9DDF4A178D}" type="parTrans" cxnId="{4EB320A9-6DCE-4B52-99DA-4187C519555E}">
      <dgm:prSet/>
      <dgm:spPr/>
      <dgm:t>
        <a:bodyPr/>
        <a:lstStyle/>
        <a:p>
          <a:endParaRPr lang="en-US"/>
        </a:p>
      </dgm:t>
    </dgm:pt>
    <dgm:pt modelId="{3B171730-AE21-4E09-9108-9D0305EF636A}" type="sibTrans" cxnId="{4EB320A9-6DCE-4B52-99DA-4187C519555E}">
      <dgm:prSet/>
      <dgm:spPr/>
      <dgm:t>
        <a:bodyPr/>
        <a:lstStyle/>
        <a:p>
          <a:endParaRPr lang="en-US"/>
        </a:p>
      </dgm:t>
    </dgm:pt>
    <dgm:pt modelId="{94ADC0BF-BCE6-4A49-917E-1458EF9A9C7A}">
      <dgm:prSet/>
      <dgm:spPr/>
      <dgm:t>
        <a:bodyPr/>
        <a:lstStyle/>
        <a:p>
          <a:r>
            <a:rPr lang="en-US" b="0" i="0" baseline="0"/>
            <a:t>Work with:</a:t>
          </a:r>
          <a:endParaRPr lang="en-US"/>
        </a:p>
      </dgm:t>
    </dgm:pt>
    <dgm:pt modelId="{8C5758E3-D1E6-444A-84F7-4506D4110F65}" type="parTrans" cxnId="{1E4490E4-EC9E-4AC2-BC54-CD5FB69A78BE}">
      <dgm:prSet/>
      <dgm:spPr/>
      <dgm:t>
        <a:bodyPr/>
        <a:lstStyle/>
        <a:p>
          <a:endParaRPr lang="en-US"/>
        </a:p>
      </dgm:t>
    </dgm:pt>
    <dgm:pt modelId="{2EC80F4F-80EB-4043-B0DD-C9B4277EBA2C}" type="sibTrans" cxnId="{1E4490E4-EC9E-4AC2-BC54-CD5FB69A78BE}">
      <dgm:prSet/>
      <dgm:spPr/>
      <dgm:t>
        <a:bodyPr/>
        <a:lstStyle/>
        <a:p>
          <a:endParaRPr lang="en-US"/>
        </a:p>
      </dgm:t>
    </dgm:pt>
    <dgm:pt modelId="{D3BF05FA-FDBD-4F20-B5F8-7895EB6D0BC1}">
      <dgm:prSet/>
      <dgm:spPr/>
      <dgm:t>
        <a:bodyPr/>
        <a:lstStyle/>
        <a:p>
          <a:r>
            <a:rPr lang="en-US" b="0" i="0" baseline="0"/>
            <a:t>Programmers</a:t>
          </a:r>
          <a:endParaRPr lang="en-US"/>
        </a:p>
      </dgm:t>
    </dgm:pt>
    <dgm:pt modelId="{3EBE41E5-543D-4A9A-B459-B9307ABC57D0}" type="parTrans" cxnId="{28FAE4B8-1936-450D-9CF1-089862B23D76}">
      <dgm:prSet/>
      <dgm:spPr/>
      <dgm:t>
        <a:bodyPr/>
        <a:lstStyle/>
        <a:p>
          <a:endParaRPr lang="en-US"/>
        </a:p>
      </dgm:t>
    </dgm:pt>
    <dgm:pt modelId="{492BAB1E-DAE9-46CE-A1B4-EA7E9F293FF3}" type="sibTrans" cxnId="{28FAE4B8-1936-450D-9CF1-089862B23D76}">
      <dgm:prSet/>
      <dgm:spPr/>
      <dgm:t>
        <a:bodyPr/>
        <a:lstStyle/>
        <a:p>
          <a:endParaRPr lang="en-US"/>
        </a:p>
      </dgm:t>
    </dgm:pt>
    <dgm:pt modelId="{4574E7B1-914B-41EE-8D4F-30AD0AF23D8A}">
      <dgm:prSet/>
      <dgm:spPr/>
      <dgm:t>
        <a:bodyPr/>
        <a:lstStyle/>
        <a:p>
          <a:r>
            <a:rPr lang="en-US" b="0" i="0" baseline="0"/>
            <a:t>Systems analysts</a:t>
          </a:r>
          <a:endParaRPr lang="en-US"/>
        </a:p>
      </dgm:t>
    </dgm:pt>
    <dgm:pt modelId="{562A16C9-EAF1-4F5D-B9D0-FDDFE861019D}" type="parTrans" cxnId="{27D940FA-88EC-44BC-BFFF-6672C25E623D}">
      <dgm:prSet/>
      <dgm:spPr/>
      <dgm:t>
        <a:bodyPr/>
        <a:lstStyle/>
        <a:p>
          <a:endParaRPr lang="en-US"/>
        </a:p>
      </dgm:t>
    </dgm:pt>
    <dgm:pt modelId="{384A6B75-07A1-42AD-AA8F-E402012A653A}" type="sibTrans" cxnId="{27D940FA-88EC-44BC-BFFF-6672C25E623D}">
      <dgm:prSet/>
      <dgm:spPr/>
      <dgm:t>
        <a:bodyPr/>
        <a:lstStyle/>
        <a:p>
          <a:endParaRPr lang="en-US"/>
        </a:p>
      </dgm:t>
    </dgm:pt>
    <dgm:pt modelId="{91618382-FAE7-46C2-A788-1224E9AC36B2}">
      <dgm:prSet/>
      <dgm:spPr/>
      <dgm:t>
        <a:bodyPr/>
        <a:lstStyle/>
        <a:p>
          <a:r>
            <a:rPr lang="en-US" b="0" i="0" baseline="0"/>
            <a:t>Support many business processes</a:t>
          </a:r>
          <a:endParaRPr lang="en-US"/>
        </a:p>
      </dgm:t>
    </dgm:pt>
    <dgm:pt modelId="{E00456AB-22B3-4EAE-B5B1-CBE55777D3D0}" type="parTrans" cxnId="{493EF53B-8DC2-47D3-A72F-5A0B6D95122E}">
      <dgm:prSet/>
      <dgm:spPr/>
      <dgm:t>
        <a:bodyPr/>
        <a:lstStyle/>
        <a:p>
          <a:endParaRPr lang="en-US"/>
        </a:p>
      </dgm:t>
    </dgm:pt>
    <dgm:pt modelId="{DC7B8571-8234-4408-9F6B-6B13ED7A3BA1}" type="sibTrans" cxnId="{493EF53B-8DC2-47D3-A72F-5A0B6D95122E}">
      <dgm:prSet/>
      <dgm:spPr/>
      <dgm:t>
        <a:bodyPr/>
        <a:lstStyle/>
        <a:p>
          <a:endParaRPr lang="en-US"/>
        </a:p>
      </dgm:t>
    </dgm:pt>
    <dgm:pt modelId="{3746CC67-4869-4AEA-BEFC-30FA0AA167BC}" type="pres">
      <dgm:prSet presAssocID="{CEE213D2-2E70-49AF-9BA6-70DA26C46FA4}" presName="root" presStyleCnt="0">
        <dgm:presLayoutVars>
          <dgm:dir/>
          <dgm:resizeHandles val="exact"/>
        </dgm:presLayoutVars>
      </dgm:prSet>
      <dgm:spPr/>
    </dgm:pt>
    <dgm:pt modelId="{8756C80B-97A0-422C-A915-2BBA6BE94E33}" type="pres">
      <dgm:prSet presAssocID="{7EAC2139-5A8D-487D-B14D-CCD2574BB376}" presName="compNode" presStyleCnt="0"/>
      <dgm:spPr/>
    </dgm:pt>
    <dgm:pt modelId="{D8932F7D-7488-47C7-9426-972BE9A2EFF3}" type="pres">
      <dgm:prSet presAssocID="{7EAC2139-5A8D-487D-B14D-CCD2574BB376}" presName="bgRect" presStyleLbl="bgShp" presStyleIdx="0" presStyleCnt="3"/>
      <dgm:spPr/>
    </dgm:pt>
    <dgm:pt modelId="{2F30945C-3907-421A-B8CD-C98949460812}" type="pres">
      <dgm:prSet presAssocID="{7EAC2139-5A8D-487D-B14D-CCD2574BB3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1908B4A-FD5A-481A-B7FE-2FE8D708DA78}" type="pres">
      <dgm:prSet presAssocID="{7EAC2139-5A8D-487D-B14D-CCD2574BB376}" presName="spaceRect" presStyleCnt="0"/>
      <dgm:spPr/>
    </dgm:pt>
    <dgm:pt modelId="{C775B983-3FAC-426D-9BA6-2686E73033FA}" type="pres">
      <dgm:prSet presAssocID="{7EAC2139-5A8D-487D-B14D-CCD2574BB376}" presName="parTx" presStyleLbl="revTx" presStyleIdx="0" presStyleCnt="5">
        <dgm:presLayoutVars>
          <dgm:chMax val="0"/>
          <dgm:chPref val="0"/>
        </dgm:presLayoutVars>
      </dgm:prSet>
      <dgm:spPr/>
    </dgm:pt>
    <dgm:pt modelId="{5E00C23E-B558-498D-96F4-635B55554150}" type="pres">
      <dgm:prSet presAssocID="{E12C54B3-DFC6-424B-9A33-EB20918D35F3}" presName="sibTrans" presStyleCnt="0"/>
      <dgm:spPr/>
    </dgm:pt>
    <dgm:pt modelId="{9B79D942-FA14-4DE6-918A-4F31FB80E6EB}" type="pres">
      <dgm:prSet presAssocID="{CE90E06F-5A42-4F15-9EA1-E320A24708F0}" presName="compNode" presStyleCnt="0"/>
      <dgm:spPr/>
    </dgm:pt>
    <dgm:pt modelId="{341C6A0D-3BF4-4447-BEF1-A720589CA6C6}" type="pres">
      <dgm:prSet presAssocID="{CE90E06F-5A42-4F15-9EA1-E320A24708F0}" presName="bgRect" presStyleLbl="bgShp" presStyleIdx="1" presStyleCnt="3"/>
      <dgm:spPr/>
    </dgm:pt>
    <dgm:pt modelId="{3F4E5D4C-E990-4F9E-A745-77ED7364C458}" type="pres">
      <dgm:prSet presAssocID="{CE90E06F-5A42-4F15-9EA1-E320A24708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B9EFFA-DDE0-4D7E-8FA4-2E502DDE24C1}" type="pres">
      <dgm:prSet presAssocID="{CE90E06F-5A42-4F15-9EA1-E320A24708F0}" presName="spaceRect" presStyleCnt="0"/>
      <dgm:spPr/>
    </dgm:pt>
    <dgm:pt modelId="{F7C36442-BDAD-4EF0-994A-4D14FB5ADDFC}" type="pres">
      <dgm:prSet presAssocID="{CE90E06F-5A42-4F15-9EA1-E320A24708F0}" presName="parTx" presStyleLbl="revTx" presStyleIdx="1" presStyleCnt="5">
        <dgm:presLayoutVars>
          <dgm:chMax val="0"/>
          <dgm:chPref val="0"/>
        </dgm:presLayoutVars>
      </dgm:prSet>
      <dgm:spPr/>
    </dgm:pt>
    <dgm:pt modelId="{CB30A15F-D260-473D-B52D-99827C574E8B}" type="pres">
      <dgm:prSet presAssocID="{CE90E06F-5A42-4F15-9EA1-E320A24708F0}" presName="desTx" presStyleLbl="revTx" presStyleIdx="2" presStyleCnt="5">
        <dgm:presLayoutVars/>
      </dgm:prSet>
      <dgm:spPr/>
    </dgm:pt>
    <dgm:pt modelId="{1E2C7627-74A3-465A-A4BA-8E1D3885641F}" type="pres">
      <dgm:prSet presAssocID="{3FB00C44-E5B4-4CB7-97B0-A2A9C5B62FB6}" presName="sibTrans" presStyleCnt="0"/>
      <dgm:spPr/>
    </dgm:pt>
    <dgm:pt modelId="{F1B721BF-6C04-449C-8963-D78070BF9B72}" type="pres">
      <dgm:prSet presAssocID="{94ADC0BF-BCE6-4A49-917E-1458EF9A9C7A}" presName="compNode" presStyleCnt="0"/>
      <dgm:spPr/>
    </dgm:pt>
    <dgm:pt modelId="{2E529351-899A-461B-80A0-1FBB82738BCE}" type="pres">
      <dgm:prSet presAssocID="{94ADC0BF-BCE6-4A49-917E-1458EF9A9C7A}" presName="bgRect" presStyleLbl="bgShp" presStyleIdx="2" presStyleCnt="3"/>
      <dgm:spPr/>
    </dgm:pt>
    <dgm:pt modelId="{8494B56A-5D03-4691-8325-2B3B8C577CBB}" type="pres">
      <dgm:prSet presAssocID="{94ADC0BF-BCE6-4A49-917E-1458EF9A9C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9770CDA-488F-489C-83B9-93CA2D5F1BCC}" type="pres">
      <dgm:prSet presAssocID="{94ADC0BF-BCE6-4A49-917E-1458EF9A9C7A}" presName="spaceRect" presStyleCnt="0"/>
      <dgm:spPr/>
    </dgm:pt>
    <dgm:pt modelId="{007177C7-23E6-4A9D-8BDA-47BC455408D2}" type="pres">
      <dgm:prSet presAssocID="{94ADC0BF-BCE6-4A49-917E-1458EF9A9C7A}" presName="parTx" presStyleLbl="revTx" presStyleIdx="3" presStyleCnt="5">
        <dgm:presLayoutVars>
          <dgm:chMax val="0"/>
          <dgm:chPref val="0"/>
        </dgm:presLayoutVars>
      </dgm:prSet>
      <dgm:spPr/>
    </dgm:pt>
    <dgm:pt modelId="{B19EAC0A-29EA-4B0F-BB95-36D2FFAA2363}" type="pres">
      <dgm:prSet presAssocID="{94ADC0BF-BCE6-4A49-917E-1458EF9A9C7A}" presName="desTx" presStyleLbl="revTx" presStyleIdx="4" presStyleCnt="5">
        <dgm:presLayoutVars/>
      </dgm:prSet>
      <dgm:spPr/>
    </dgm:pt>
  </dgm:ptLst>
  <dgm:cxnLst>
    <dgm:cxn modelId="{AA787318-700E-4E55-8793-BCA52A9B7407}" type="presOf" srcId="{CE90E06F-5A42-4F15-9EA1-E320A24708F0}" destId="{F7C36442-BDAD-4EF0-994A-4D14FB5ADDFC}" srcOrd="0" destOrd="0" presId="urn:microsoft.com/office/officeart/2018/2/layout/IconVerticalSolidList"/>
    <dgm:cxn modelId="{18023C33-C68A-4D52-8A10-FA7C1039DC0C}" type="presOf" srcId="{1164A764-FC0D-4C9C-B3BB-7E21D525AE8D}" destId="{CB30A15F-D260-473D-B52D-99827C574E8B}" srcOrd="0" destOrd="0" presId="urn:microsoft.com/office/officeart/2018/2/layout/IconVerticalSolidList"/>
    <dgm:cxn modelId="{493EF53B-8DC2-47D3-A72F-5A0B6D95122E}" srcId="{94ADC0BF-BCE6-4A49-917E-1458EF9A9C7A}" destId="{91618382-FAE7-46C2-A788-1224E9AC36B2}" srcOrd="2" destOrd="0" parTransId="{E00456AB-22B3-4EAE-B5B1-CBE55777D3D0}" sibTransId="{DC7B8571-8234-4408-9F6B-6B13ED7A3BA1}"/>
    <dgm:cxn modelId="{6B4B063E-2248-47C2-A255-4B96B395B11E}" type="presOf" srcId="{7EAC2139-5A8D-487D-B14D-CCD2574BB376}" destId="{C775B983-3FAC-426D-9BA6-2686E73033FA}" srcOrd="0" destOrd="0" presId="urn:microsoft.com/office/officeart/2018/2/layout/IconVerticalSolidList"/>
    <dgm:cxn modelId="{D564373E-C842-4AA9-9E0F-19BEBB4B4CEA}" srcId="{CEE213D2-2E70-49AF-9BA6-70DA26C46FA4}" destId="{CE90E06F-5A42-4F15-9EA1-E320A24708F0}" srcOrd="1" destOrd="0" parTransId="{C62F87EC-0CEE-4DEC-813E-0E900FFA09FC}" sibTransId="{3FB00C44-E5B4-4CB7-97B0-A2A9C5B62FB6}"/>
    <dgm:cxn modelId="{90B10D49-C0AC-4C2A-AAAD-DC90E88C8319}" type="presOf" srcId="{4574E7B1-914B-41EE-8D4F-30AD0AF23D8A}" destId="{B19EAC0A-29EA-4B0F-BB95-36D2FFAA2363}" srcOrd="0" destOrd="1" presId="urn:microsoft.com/office/officeart/2018/2/layout/IconVerticalSolidList"/>
    <dgm:cxn modelId="{13609C51-469B-47F8-B72D-67331860FE5C}" srcId="{CEE213D2-2E70-49AF-9BA6-70DA26C46FA4}" destId="{7EAC2139-5A8D-487D-B14D-CCD2574BB376}" srcOrd="0" destOrd="0" parTransId="{F371B8A7-7A59-40D8-93CA-BAD4560804B7}" sibTransId="{E12C54B3-DFC6-424B-9A33-EB20918D35F3}"/>
    <dgm:cxn modelId="{CA36D252-A39D-45FC-8B69-CD12196FB717}" srcId="{CE90E06F-5A42-4F15-9EA1-E320A24708F0}" destId="{50CFDD44-0989-488F-B85A-D839C04D24E7}" srcOrd="1" destOrd="0" parTransId="{756C8D80-01A5-4868-960E-25E5AA2B671F}" sibTransId="{7956DE68-BE5D-435C-82B1-12AD891750AD}"/>
    <dgm:cxn modelId="{17F94B7A-4113-4D7E-8549-BF389F3F54E0}" type="presOf" srcId="{D3BF05FA-FDBD-4F20-B5F8-7895EB6D0BC1}" destId="{B19EAC0A-29EA-4B0F-BB95-36D2FFAA2363}" srcOrd="0" destOrd="0" presId="urn:microsoft.com/office/officeart/2018/2/layout/IconVerticalSolidList"/>
    <dgm:cxn modelId="{0047817E-5E80-4C0F-9325-B73E944BE954}" type="presOf" srcId="{91618382-FAE7-46C2-A788-1224E9AC36B2}" destId="{B19EAC0A-29EA-4B0F-BB95-36D2FFAA2363}" srcOrd="0" destOrd="2" presId="urn:microsoft.com/office/officeart/2018/2/layout/IconVerticalSolidList"/>
    <dgm:cxn modelId="{246BB798-AE1F-442A-A0B4-60DD549E371E}" type="presOf" srcId="{71B5DC1A-762E-476F-8F82-AE8E3BFF1D51}" destId="{CB30A15F-D260-473D-B52D-99827C574E8B}" srcOrd="0" destOrd="2" presId="urn:microsoft.com/office/officeart/2018/2/layout/IconVerticalSolidList"/>
    <dgm:cxn modelId="{4AE15AA3-BE0C-4606-9FE1-F40DC72F7959}" type="presOf" srcId="{CEE213D2-2E70-49AF-9BA6-70DA26C46FA4}" destId="{3746CC67-4869-4AEA-BEFC-30FA0AA167BC}" srcOrd="0" destOrd="0" presId="urn:microsoft.com/office/officeart/2018/2/layout/IconVerticalSolidList"/>
    <dgm:cxn modelId="{4EB320A9-6DCE-4B52-99DA-4187C519555E}" srcId="{CE90E06F-5A42-4F15-9EA1-E320A24708F0}" destId="{71B5DC1A-762E-476F-8F82-AE8E3BFF1D51}" srcOrd="2" destOrd="0" parTransId="{ED9B4399-EFDC-439B-8D3B-FF9DDF4A178D}" sibTransId="{3B171730-AE21-4E09-9108-9D0305EF636A}"/>
    <dgm:cxn modelId="{28FAE4B8-1936-450D-9CF1-089862B23D76}" srcId="{94ADC0BF-BCE6-4A49-917E-1458EF9A9C7A}" destId="{D3BF05FA-FDBD-4F20-B5F8-7895EB6D0BC1}" srcOrd="0" destOrd="0" parTransId="{3EBE41E5-543D-4A9A-B459-B9307ABC57D0}" sibTransId="{492BAB1E-DAE9-46CE-A1B4-EA7E9F293FF3}"/>
    <dgm:cxn modelId="{A564CBBD-E847-4886-9212-70F5057594C3}" type="presOf" srcId="{50CFDD44-0989-488F-B85A-D839C04D24E7}" destId="{CB30A15F-D260-473D-B52D-99827C574E8B}" srcOrd="0" destOrd="1" presId="urn:microsoft.com/office/officeart/2018/2/layout/IconVerticalSolidList"/>
    <dgm:cxn modelId="{4E3B01E4-6A7A-4461-9629-0EED3252E58B}" srcId="{CE90E06F-5A42-4F15-9EA1-E320A24708F0}" destId="{1164A764-FC0D-4C9C-B3BB-7E21D525AE8D}" srcOrd="0" destOrd="0" parTransId="{B2578457-AECF-4C5C-ADE2-AEC063A4308A}" sibTransId="{B218AE4F-1341-403F-BE73-70FC7B4EFB77}"/>
    <dgm:cxn modelId="{1E4490E4-EC9E-4AC2-BC54-CD5FB69A78BE}" srcId="{CEE213D2-2E70-49AF-9BA6-70DA26C46FA4}" destId="{94ADC0BF-BCE6-4A49-917E-1458EF9A9C7A}" srcOrd="2" destOrd="0" parTransId="{8C5758E3-D1E6-444A-84F7-4506D4110F65}" sibTransId="{2EC80F4F-80EB-4043-B0DD-C9B4277EBA2C}"/>
    <dgm:cxn modelId="{8814F1ED-FA13-4733-A7BE-EBCA5AD1CEE2}" type="presOf" srcId="{94ADC0BF-BCE6-4A49-917E-1458EF9A9C7A}" destId="{007177C7-23E6-4A9D-8BDA-47BC455408D2}" srcOrd="0" destOrd="0" presId="urn:microsoft.com/office/officeart/2018/2/layout/IconVerticalSolidList"/>
    <dgm:cxn modelId="{27D940FA-88EC-44BC-BFFF-6672C25E623D}" srcId="{94ADC0BF-BCE6-4A49-917E-1458EF9A9C7A}" destId="{4574E7B1-914B-41EE-8D4F-30AD0AF23D8A}" srcOrd="1" destOrd="0" parTransId="{562A16C9-EAF1-4F5D-B9D0-FDDFE861019D}" sibTransId="{384A6B75-07A1-42AD-AA8F-E402012A653A}"/>
    <dgm:cxn modelId="{D47FABF8-5BB7-4359-9119-92ADCB719065}" type="presParOf" srcId="{3746CC67-4869-4AEA-BEFC-30FA0AA167BC}" destId="{8756C80B-97A0-422C-A915-2BBA6BE94E33}" srcOrd="0" destOrd="0" presId="urn:microsoft.com/office/officeart/2018/2/layout/IconVerticalSolidList"/>
    <dgm:cxn modelId="{0489BF6E-3450-4062-9E6D-31374D16DC52}" type="presParOf" srcId="{8756C80B-97A0-422C-A915-2BBA6BE94E33}" destId="{D8932F7D-7488-47C7-9426-972BE9A2EFF3}" srcOrd="0" destOrd="0" presId="urn:microsoft.com/office/officeart/2018/2/layout/IconVerticalSolidList"/>
    <dgm:cxn modelId="{71121CD1-3AD2-40EC-888D-9DE101917FEC}" type="presParOf" srcId="{8756C80B-97A0-422C-A915-2BBA6BE94E33}" destId="{2F30945C-3907-421A-B8CD-C98949460812}" srcOrd="1" destOrd="0" presId="urn:microsoft.com/office/officeart/2018/2/layout/IconVerticalSolidList"/>
    <dgm:cxn modelId="{E3C09606-6155-44A5-AB7C-5133F5303158}" type="presParOf" srcId="{8756C80B-97A0-422C-A915-2BBA6BE94E33}" destId="{C1908B4A-FD5A-481A-B7FE-2FE8D708DA78}" srcOrd="2" destOrd="0" presId="urn:microsoft.com/office/officeart/2018/2/layout/IconVerticalSolidList"/>
    <dgm:cxn modelId="{377D7192-47C4-4F0B-81A6-A8E9EF17B2C5}" type="presParOf" srcId="{8756C80B-97A0-422C-A915-2BBA6BE94E33}" destId="{C775B983-3FAC-426D-9BA6-2686E73033FA}" srcOrd="3" destOrd="0" presId="urn:microsoft.com/office/officeart/2018/2/layout/IconVerticalSolidList"/>
    <dgm:cxn modelId="{FF33EA82-4395-472D-BAE4-8EA4AC8F9608}" type="presParOf" srcId="{3746CC67-4869-4AEA-BEFC-30FA0AA167BC}" destId="{5E00C23E-B558-498D-96F4-635B55554150}" srcOrd="1" destOrd="0" presId="urn:microsoft.com/office/officeart/2018/2/layout/IconVerticalSolidList"/>
    <dgm:cxn modelId="{58EC5054-D5A0-49C7-8D86-ADEAA247401E}" type="presParOf" srcId="{3746CC67-4869-4AEA-BEFC-30FA0AA167BC}" destId="{9B79D942-FA14-4DE6-918A-4F31FB80E6EB}" srcOrd="2" destOrd="0" presId="urn:microsoft.com/office/officeart/2018/2/layout/IconVerticalSolidList"/>
    <dgm:cxn modelId="{11BFCB4F-CB5B-412E-87A2-C6CD86C5B68C}" type="presParOf" srcId="{9B79D942-FA14-4DE6-918A-4F31FB80E6EB}" destId="{341C6A0D-3BF4-4447-BEF1-A720589CA6C6}" srcOrd="0" destOrd="0" presId="urn:microsoft.com/office/officeart/2018/2/layout/IconVerticalSolidList"/>
    <dgm:cxn modelId="{4551E41D-F617-4EE7-A495-726F3315A2AC}" type="presParOf" srcId="{9B79D942-FA14-4DE6-918A-4F31FB80E6EB}" destId="{3F4E5D4C-E990-4F9E-A745-77ED7364C458}" srcOrd="1" destOrd="0" presId="urn:microsoft.com/office/officeart/2018/2/layout/IconVerticalSolidList"/>
    <dgm:cxn modelId="{E80E569F-E8BD-4B99-9A52-946D47F3DB6A}" type="presParOf" srcId="{9B79D942-FA14-4DE6-918A-4F31FB80E6EB}" destId="{5CB9EFFA-DDE0-4D7E-8FA4-2E502DDE24C1}" srcOrd="2" destOrd="0" presId="urn:microsoft.com/office/officeart/2018/2/layout/IconVerticalSolidList"/>
    <dgm:cxn modelId="{2F22E5E0-0244-4803-91E8-AE84A062B9AB}" type="presParOf" srcId="{9B79D942-FA14-4DE6-918A-4F31FB80E6EB}" destId="{F7C36442-BDAD-4EF0-994A-4D14FB5ADDFC}" srcOrd="3" destOrd="0" presId="urn:microsoft.com/office/officeart/2018/2/layout/IconVerticalSolidList"/>
    <dgm:cxn modelId="{395BBF01-E150-4FF9-9445-FAE8FAB4820A}" type="presParOf" srcId="{9B79D942-FA14-4DE6-918A-4F31FB80E6EB}" destId="{CB30A15F-D260-473D-B52D-99827C574E8B}" srcOrd="4" destOrd="0" presId="urn:microsoft.com/office/officeart/2018/2/layout/IconVerticalSolidList"/>
    <dgm:cxn modelId="{4EC6E378-FE26-44AA-9565-ADCFB34E554B}" type="presParOf" srcId="{3746CC67-4869-4AEA-BEFC-30FA0AA167BC}" destId="{1E2C7627-74A3-465A-A4BA-8E1D3885641F}" srcOrd="3" destOrd="0" presId="urn:microsoft.com/office/officeart/2018/2/layout/IconVerticalSolidList"/>
    <dgm:cxn modelId="{67CFB3A5-FC04-46FF-A6C9-C8AB9CB04233}" type="presParOf" srcId="{3746CC67-4869-4AEA-BEFC-30FA0AA167BC}" destId="{F1B721BF-6C04-449C-8963-D78070BF9B72}" srcOrd="4" destOrd="0" presId="urn:microsoft.com/office/officeart/2018/2/layout/IconVerticalSolidList"/>
    <dgm:cxn modelId="{E99FF671-4D9E-40E6-AA58-0CA089E2EABB}" type="presParOf" srcId="{F1B721BF-6C04-449C-8963-D78070BF9B72}" destId="{2E529351-899A-461B-80A0-1FBB82738BCE}" srcOrd="0" destOrd="0" presId="urn:microsoft.com/office/officeart/2018/2/layout/IconVerticalSolidList"/>
    <dgm:cxn modelId="{912A7B4E-EC1B-4741-BD6A-050A7B7C5DC0}" type="presParOf" srcId="{F1B721BF-6C04-449C-8963-D78070BF9B72}" destId="{8494B56A-5D03-4691-8325-2B3B8C577CBB}" srcOrd="1" destOrd="0" presId="urn:microsoft.com/office/officeart/2018/2/layout/IconVerticalSolidList"/>
    <dgm:cxn modelId="{DB3817FF-A600-4CF4-848C-1DAE4A1B5F13}" type="presParOf" srcId="{F1B721BF-6C04-449C-8963-D78070BF9B72}" destId="{E9770CDA-488F-489C-83B9-93CA2D5F1BCC}" srcOrd="2" destOrd="0" presId="urn:microsoft.com/office/officeart/2018/2/layout/IconVerticalSolidList"/>
    <dgm:cxn modelId="{BBD4B7AF-B563-4258-9A52-5C7301DC89BE}" type="presParOf" srcId="{F1B721BF-6C04-449C-8963-D78070BF9B72}" destId="{007177C7-23E6-4A9D-8BDA-47BC455408D2}" srcOrd="3" destOrd="0" presId="urn:microsoft.com/office/officeart/2018/2/layout/IconVerticalSolidList"/>
    <dgm:cxn modelId="{B3BD4B7D-2981-48A1-A013-8B05748CD5C1}" type="presParOf" srcId="{F1B721BF-6C04-449C-8963-D78070BF9B72}" destId="{B19EAC0A-29EA-4B0F-BB95-36D2FFAA236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976FB4A-6295-4544-8856-96E7E36702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4EB021-3FD3-4E30-B37B-C3774686B793}">
      <dgm:prSet/>
      <dgm:spPr/>
      <dgm:t>
        <a:bodyPr/>
        <a:lstStyle/>
        <a:p>
          <a:r>
            <a:rPr lang="en-US" b="0" i="0" baseline="0"/>
            <a:t>Bridge the gap between users and developers</a:t>
          </a:r>
          <a:endParaRPr lang="en-US"/>
        </a:p>
      </dgm:t>
    </dgm:pt>
    <dgm:pt modelId="{427ECA54-CB58-4DF0-BF4C-158C7C12DEB2}" type="parTrans" cxnId="{56DA4163-A0DF-4C43-9659-59C5C5921E00}">
      <dgm:prSet/>
      <dgm:spPr/>
      <dgm:t>
        <a:bodyPr/>
        <a:lstStyle/>
        <a:p>
          <a:endParaRPr lang="en-US"/>
        </a:p>
      </dgm:t>
    </dgm:pt>
    <dgm:pt modelId="{1E34796B-A324-43AE-B409-18DAB14C62C2}" type="sibTrans" cxnId="{56DA4163-A0DF-4C43-9659-59C5C5921E00}">
      <dgm:prSet/>
      <dgm:spPr/>
      <dgm:t>
        <a:bodyPr/>
        <a:lstStyle/>
        <a:p>
          <a:endParaRPr lang="en-US"/>
        </a:p>
      </dgm:t>
    </dgm:pt>
    <dgm:pt modelId="{A3798AE0-DFDF-401B-97EC-2A28F37E9370}">
      <dgm:prSet/>
      <dgm:spPr/>
      <dgm:t>
        <a:bodyPr/>
        <a:lstStyle/>
        <a:p>
          <a:r>
            <a:rPr lang="en-US" b="0" i="0" baseline="0"/>
            <a:t>Analyse problems and design solutions</a:t>
          </a:r>
          <a:endParaRPr lang="en-US"/>
        </a:p>
      </dgm:t>
    </dgm:pt>
    <dgm:pt modelId="{CBDE8A7E-D9DA-4F9A-99D2-65273C4257D6}" type="parTrans" cxnId="{CFBEA639-9B77-499D-A6CB-8D37C262FFE2}">
      <dgm:prSet/>
      <dgm:spPr/>
      <dgm:t>
        <a:bodyPr/>
        <a:lstStyle/>
        <a:p>
          <a:endParaRPr lang="en-US"/>
        </a:p>
      </dgm:t>
    </dgm:pt>
    <dgm:pt modelId="{64169080-3E18-4E3F-AE55-5EC3B16CCEAC}" type="sibTrans" cxnId="{CFBEA639-9B77-499D-A6CB-8D37C262FFE2}">
      <dgm:prSet/>
      <dgm:spPr/>
      <dgm:t>
        <a:bodyPr/>
        <a:lstStyle/>
        <a:p>
          <a:endParaRPr lang="en-US"/>
        </a:p>
      </dgm:t>
    </dgm:pt>
    <dgm:pt modelId="{613DC562-2475-4A62-A020-9CE16FF6C1DB}">
      <dgm:prSet/>
      <dgm:spPr/>
      <dgm:t>
        <a:bodyPr/>
        <a:lstStyle/>
        <a:p>
          <a:r>
            <a:rPr lang="en-US" b="0" i="0" baseline="0"/>
            <a:t>Specialise in systems such as:</a:t>
          </a:r>
          <a:endParaRPr lang="en-US"/>
        </a:p>
      </dgm:t>
    </dgm:pt>
    <dgm:pt modelId="{649CF183-773A-4199-9D83-FD29CF727591}" type="parTrans" cxnId="{2A191E85-3422-40CA-9035-570C3D477624}">
      <dgm:prSet/>
      <dgm:spPr/>
      <dgm:t>
        <a:bodyPr/>
        <a:lstStyle/>
        <a:p>
          <a:endParaRPr lang="en-US"/>
        </a:p>
      </dgm:t>
    </dgm:pt>
    <dgm:pt modelId="{542BF7BE-FF02-434D-B755-549EC24E8ACF}" type="sibTrans" cxnId="{2A191E85-3422-40CA-9035-570C3D477624}">
      <dgm:prSet/>
      <dgm:spPr/>
      <dgm:t>
        <a:bodyPr/>
        <a:lstStyle/>
        <a:p>
          <a:endParaRPr lang="en-US"/>
        </a:p>
      </dgm:t>
    </dgm:pt>
    <dgm:pt modelId="{59D8376A-91DA-4007-8EFA-5FF9C54EF52E}">
      <dgm:prSet/>
      <dgm:spPr/>
      <dgm:t>
        <a:bodyPr/>
        <a:lstStyle/>
        <a:p>
          <a:r>
            <a:rPr lang="en-US" b="0" i="0" baseline="0"/>
            <a:t>Financial</a:t>
          </a:r>
          <a:endParaRPr lang="en-US"/>
        </a:p>
      </dgm:t>
    </dgm:pt>
    <dgm:pt modelId="{0DBA8526-7A20-43E1-8DDA-B5BA3413FC10}" type="parTrans" cxnId="{282080B7-4E05-499D-839D-E67290E702EA}">
      <dgm:prSet/>
      <dgm:spPr/>
      <dgm:t>
        <a:bodyPr/>
        <a:lstStyle/>
        <a:p>
          <a:endParaRPr lang="en-US"/>
        </a:p>
      </dgm:t>
    </dgm:pt>
    <dgm:pt modelId="{D1A9E936-6677-4518-8CA2-E03E6F6C8FD3}" type="sibTrans" cxnId="{282080B7-4E05-499D-839D-E67290E702EA}">
      <dgm:prSet/>
      <dgm:spPr/>
      <dgm:t>
        <a:bodyPr/>
        <a:lstStyle/>
        <a:p>
          <a:endParaRPr lang="en-US"/>
        </a:p>
      </dgm:t>
    </dgm:pt>
    <dgm:pt modelId="{AC6F21A8-1646-48B0-975A-946545D2CDE3}">
      <dgm:prSet/>
      <dgm:spPr/>
      <dgm:t>
        <a:bodyPr/>
        <a:lstStyle/>
        <a:p>
          <a:r>
            <a:rPr lang="en-US" b="0" i="0" baseline="0"/>
            <a:t>Accounting</a:t>
          </a:r>
          <a:endParaRPr lang="en-US"/>
        </a:p>
      </dgm:t>
    </dgm:pt>
    <dgm:pt modelId="{CC6C712E-4CA9-4B5C-942A-6FC4D433114E}" type="parTrans" cxnId="{027E8966-6AF1-4A14-9F59-E9C0DE903601}">
      <dgm:prSet/>
      <dgm:spPr/>
      <dgm:t>
        <a:bodyPr/>
        <a:lstStyle/>
        <a:p>
          <a:endParaRPr lang="en-US"/>
        </a:p>
      </dgm:t>
    </dgm:pt>
    <dgm:pt modelId="{684C2468-E852-4FB6-83E0-1F4564CDF36D}" type="sibTrans" cxnId="{027E8966-6AF1-4A14-9F59-E9C0DE903601}">
      <dgm:prSet/>
      <dgm:spPr/>
      <dgm:t>
        <a:bodyPr/>
        <a:lstStyle/>
        <a:p>
          <a:endParaRPr lang="en-US"/>
        </a:p>
      </dgm:t>
    </dgm:pt>
    <dgm:pt modelId="{F0B84DC1-3701-4DC2-8021-A04973253B38}">
      <dgm:prSet/>
      <dgm:spPr/>
      <dgm:t>
        <a:bodyPr/>
        <a:lstStyle/>
        <a:p>
          <a:r>
            <a:rPr lang="en-US" b="0" i="0" baseline="0"/>
            <a:t>Engineering</a:t>
          </a:r>
          <a:endParaRPr lang="en-US"/>
        </a:p>
      </dgm:t>
    </dgm:pt>
    <dgm:pt modelId="{C4634E32-037B-4838-972D-C0B30F6532CB}" type="parTrans" cxnId="{D3358883-62C4-4A15-944A-B8866B4C4C12}">
      <dgm:prSet/>
      <dgm:spPr/>
      <dgm:t>
        <a:bodyPr/>
        <a:lstStyle/>
        <a:p>
          <a:endParaRPr lang="en-US"/>
        </a:p>
      </dgm:t>
    </dgm:pt>
    <dgm:pt modelId="{894F4D8F-C7F5-4BCA-8D63-75FEC1426F62}" type="sibTrans" cxnId="{D3358883-62C4-4A15-944A-B8866B4C4C12}">
      <dgm:prSet/>
      <dgm:spPr/>
      <dgm:t>
        <a:bodyPr/>
        <a:lstStyle/>
        <a:p>
          <a:endParaRPr lang="en-US"/>
        </a:p>
      </dgm:t>
    </dgm:pt>
    <dgm:pt modelId="{24D0A57D-26A8-44CD-906A-91E065037F20}">
      <dgm:prSet/>
      <dgm:spPr/>
      <dgm:t>
        <a:bodyPr/>
        <a:lstStyle/>
        <a:p>
          <a:r>
            <a:rPr lang="en-US" b="0" i="0" baseline="0"/>
            <a:t>Focus on improving or upgrading systems</a:t>
          </a:r>
          <a:endParaRPr lang="en-US"/>
        </a:p>
      </dgm:t>
    </dgm:pt>
    <dgm:pt modelId="{7B0F931B-6E65-402B-AF1D-8E4BC5FB9C27}" type="parTrans" cxnId="{E7910C7A-A1F4-4FFF-B459-3763557682DE}">
      <dgm:prSet/>
      <dgm:spPr/>
      <dgm:t>
        <a:bodyPr/>
        <a:lstStyle/>
        <a:p>
          <a:endParaRPr lang="en-US"/>
        </a:p>
      </dgm:t>
    </dgm:pt>
    <dgm:pt modelId="{0D803C58-4AFF-4110-99D6-675635EC2FCA}" type="sibTrans" cxnId="{E7910C7A-A1F4-4FFF-B459-3763557682DE}">
      <dgm:prSet/>
      <dgm:spPr/>
      <dgm:t>
        <a:bodyPr/>
        <a:lstStyle/>
        <a:p>
          <a:endParaRPr lang="en-US"/>
        </a:p>
      </dgm:t>
    </dgm:pt>
    <dgm:pt modelId="{D7344AA9-9A1C-4CD9-8ABC-650169BFF0C4}" type="pres">
      <dgm:prSet presAssocID="{6976FB4A-6295-4544-8856-96E7E36702C3}" presName="root" presStyleCnt="0">
        <dgm:presLayoutVars>
          <dgm:dir/>
          <dgm:resizeHandles val="exact"/>
        </dgm:presLayoutVars>
      </dgm:prSet>
      <dgm:spPr/>
    </dgm:pt>
    <dgm:pt modelId="{9C3B49B5-CF10-435A-8EE6-07261EB2C260}" type="pres">
      <dgm:prSet presAssocID="{CB4EB021-3FD3-4E30-B37B-C3774686B793}" presName="compNode" presStyleCnt="0"/>
      <dgm:spPr/>
    </dgm:pt>
    <dgm:pt modelId="{C72C2D1C-DE7B-46D0-9671-786CEF545650}" type="pres">
      <dgm:prSet presAssocID="{CB4EB021-3FD3-4E30-B37B-C3774686B793}" presName="bgRect" presStyleLbl="bgShp" presStyleIdx="0" presStyleCnt="4"/>
      <dgm:spPr/>
    </dgm:pt>
    <dgm:pt modelId="{3AD334EA-7A03-4E61-AFB9-269AB6AB6989}" type="pres">
      <dgm:prSet presAssocID="{CB4EB021-3FD3-4E30-B37B-C3774686B7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C698764-8DE3-49B9-8CF2-EBE81FF03B28}" type="pres">
      <dgm:prSet presAssocID="{CB4EB021-3FD3-4E30-B37B-C3774686B793}" presName="spaceRect" presStyleCnt="0"/>
      <dgm:spPr/>
    </dgm:pt>
    <dgm:pt modelId="{1AA68CE9-FAF0-47D3-B398-99BB8FDDCB35}" type="pres">
      <dgm:prSet presAssocID="{CB4EB021-3FD3-4E30-B37B-C3774686B793}" presName="parTx" presStyleLbl="revTx" presStyleIdx="0" presStyleCnt="5">
        <dgm:presLayoutVars>
          <dgm:chMax val="0"/>
          <dgm:chPref val="0"/>
        </dgm:presLayoutVars>
      </dgm:prSet>
      <dgm:spPr/>
    </dgm:pt>
    <dgm:pt modelId="{61180510-FE83-487B-B138-8114970CD30C}" type="pres">
      <dgm:prSet presAssocID="{1E34796B-A324-43AE-B409-18DAB14C62C2}" presName="sibTrans" presStyleCnt="0"/>
      <dgm:spPr/>
    </dgm:pt>
    <dgm:pt modelId="{EC0A634F-0482-4F34-A8B1-E1838D8F7491}" type="pres">
      <dgm:prSet presAssocID="{A3798AE0-DFDF-401B-97EC-2A28F37E9370}" presName="compNode" presStyleCnt="0"/>
      <dgm:spPr/>
    </dgm:pt>
    <dgm:pt modelId="{237F41EA-0BBE-4519-A9DF-01F1D597A386}" type="pres">
      <dgm:prSet presAssocID="{A3798AE0-DFDF-401B-97EC-2A28F37E9370}" presName="bgRect" presStyleLbl="bgShp" presStyleIdx="1" presStyleCnt="4"/>
      <dgm:spPr/>
    </dgm:pt>
    <dgm:pt modelId="{E1AAC2D4-7C92-4849-B9C6-7BBCA4E4E062}" type="pres">
      <dgm:prSet presAssocID="{A3798AE0-DFDF-401B-97EC-2A28F37E937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9C0CDAE-2E05-4FA8-9A3F-F48DE41B301A}" type="pres">
      <dgm:prSet presAssocID="{A3798AE0-DFDF-401B-97EC-2A28F37E9370}" presName="spaceRect" presStyleCnt="0"/>
      <dgm:spPr/>
    </dgm:pt>
    <dgm:pt modelId="{2D5EF9A0-D7FF-4376-A4AF-29E9A988CC36}" type="pres">
      <dgm:prSet presAssocID="{A3798AE0-DFDF-401B-97EC-2A28F37E9370}" presName="parTx" presStyleLbl="revTx" presStyleIdx="1" presStyleCnt="5">
        <dgm:presLayoutVars>
          <dgm:chMax val="0"/>
          <dgm:chPref val="0"/>
        </dgm:presLayoutVars>
      </dgm:prSet>
      <dgm:spPr/>
    </dgm:pt>
    <dgm:pt modelId="{6C2BCAB9-FC84-4A1A-B961-5A79E7453D12}" type="pres">
      <dgm:prSet presAssocID="{64169080-3E18-4E3F-AE55-5EC3B16CCEAC}" presName="sibTrans" presStyleCnt="0"/>
      <dgm:spPr/>
    </dgm:pt>
    <dgm:pt modelId="{85141D45-80B8-49E6-B57D-1EE202529109}" type="pres">
      <dgm:prSet presAssocID="{613DC562-2475-4A62-A020-9CE16FF6C1DB}" presName="compNode" presStyleCnt="0"/>
      <dgm:spPr/>
    </dgm:pt>
    <dgm:pt modelId="{EF84F618-F534-4088-B29F-4F196B7C0634}" type="pres">
      <dgm:prSet presAssocID="{613DC562-2475-4A62-A020-9CE16FF6C1DB}" presName="bgRect" presStyleLbl="bgShp" presStyleIdx="2" presStyleCnt="4"/>
      <dgm:spPr/>
    </dgm:pt>
    <dgm:pt modelId="{13F3CD2E-B3AE-4339-9FD6-26A5D79AAA40}" type="pres">
      <dgm:prSet presAssocID="{613DC562-2475-4A62-A020-9CE16FF6C1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53DA9CD7-AE77-4A2E-ADB4-9517987AE630}" type="pres">
      <dgm:prSet presAssocID="{613DC562-2475-4A62-A020-9CE16FF6C1DB}" presName="spaceRect" presStyleCnt="0"/>
      <dgm:spPr/>
    </dgm:pt>
    <dgm:pt modelId="{1F5EC96C-4684-4745-B503-00514584D8AA}" type="pres">
      <dgm:prSet presAssocID="{613DC562-2475-4A62-A020-9CE16FF6C1DB}" presName="parTx" presStyleLbl="revTx" presStyleIdx="2" presStyleCnt="5">
        <dgm:presLayoutVars>
          <dgm:chMax val="0"/>
          <dgm:chPref val="0"/>
        </dgm:presLayoutVars>
      </dgm:prSet>
      <dgm:spPr/>
    </dgm:pt>
    <dgm:pt modelId="{AF2D3635-2099-4961-87F1-598592C5A792}" type="pres">
      <dgm:prSet presAssocID="{613DC562-2475-4A62-A020-9CE16FF6C1DB}" presName="desTx" presStyleLbl="revTx" presStyleIdx="3" presStyleCnt="5">
        <dgm:presLayoutVars/>
      </dgm:prSet>
      <dgm:spPr/>
    </dgm:pt>
    <dgm:pt modelId="{499D9D82-3982-40EB-92BC-DF755ACED805}" type="pres">
      <dgm:prSet presAssocID="{542BF7BE-FF02-434D-B755-549EC24E8ACF}" presName="sibTrans" presStyleCnt="0"/>
      <dgm:spPr/>
    </dgm:pt>
    <dgm:pt modelId="{F2F5A962-8D92-4089-A3DB-46F109FDBF24}" type="pres">
      <dgm:prSet presAssocID="{24D0A57D-26A8-44CD-906A-91E065037F20}" presName="compNode" presStyleCnt="0"/>
      <dgm:spPr/>
    </dgm:pt>
    <dgm:pt modelId="{0610BAB0-05F0-42A4-876D-43854C81FB27}" type="pres">
      <dgm:prSet presAssocID="{24D0A57D-26A8-44CD-906A-91E065037F20}" presName="bgRect" presStyleLbl="bgShp" presStyleIdx="3" presStyleCnt="4"/>
      <dgm:spPr/>
    </dgm:pt>
    <dgm:pt modelId="{F6426A11-AA1F-436B-AD9E-19FE0083AF2B}" type="pres">
      <dgm:prSet presAssocID="{24D0A57D-26A8-44CD-906A-91E065037F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0EF63AB-8AD5-43E0-AE4B-6D7B7F6C8D0E}" type="pres">
      <dgm:prSet presAssocID="{24D0A57D-26A8-44CD-906A-91E065037F20}" presName="spaceRect" presStyleCnt="0"/>
      <dgm:spPr/>
    </dgm:pt>
    <dgm:pt modelId="{72E82642-EC98-453E-BFE1-0D9191DF55B8}" type="pres">
      <dgm:prSet presAssocID="{24D0A57D-26A8-44CD-906A-91E065037F2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60ED0D-A121-4AEA-AEAA-5E3CABBF0427}" type="presOf" srcId="{F0B84DC1-3701-4DC2-8021-A04973253B38}" destId="{AF2D3635-2099-4961-87F1-598592C5A792}" srcOrd="0" destOrd="2" presId="urn:microsoft.com/office/officeart/2018/2/layout/IconVerticalSolidList"/>
    <dgm:cxn modelId="{CFBEA639-9B77-499D-A6CB-8D37C262FFE2}" srcId="{6976FB4A-6295-4544-8856-96E7E36702C3}" destId="{A3798AE0-DFDF-401B-97EC-2A28F37E9370}" srcOrd="1" destOrd="0" parTransId="{CBDE8A7E-D9DA-4F9A-99D2-65273C4257D6}" sibTransId="{64169080-3E18-4E3F-AE55-5EC3B16CCEAC}"/>
    <dgm:cxn modelId="{56DA4163-A0DF-4C43-9659-59C5C5921E00}" srcId="{6976FB4A-6295-4544-8856-96E7E36702C3}" destId="{CB4EB021-3FD3-4E30-B37B-C3774686B793}" srcOrd="0" destOrd="0" parTransId="{427ECA54-CB58-4DF0-BF4C-158C7C12DEB2}" sibTransId="{1E34796B-A324-43AE-B409-18DAB14C62C2}"/>
    <dgm:cxn modelId="{33AA7645-FD9B-4190-9E0D-47E4795F6A5B}" type="presOf" srcId="{613DC562-2475-4A62-A020-9CE16FF6C1DB}" destId="{1F5EC96C-4684-4745-B503-00514584D8AA}" srcOrd="0" destOrd="0" presId="urn:microsoft.com/office/officeart/2018/2/layout/IconVerticalSolidList"/>
    <dgm:cxn modelId="{027E8966-6AF1-4A14-9F59-E9C0DE903601}" srcId="{613DC562-2475-4A62-A020-9CE16FF6C1DB}" destId="{AC6F21A8-1646-48B0-975A-946545D2CDE3}" srcOrd="1" destOrd="0" parTransId="{CC6C712E-4CA9-4B5C-942A-6FC4D433114E}" sibTransId="{684C2468-E852-4FB6-83E0-1F4564CDF36D}"/>
    <dgm:cxn modelId="{344B3269-C40F-41D9-B808-4C6CDCF4A37A}" type="presOf" srcId="{A3798AE0-DFDF-401B-97EC-2A28F37E9370}" destId="{2D5EF9A0-D7FF-4376-A4AF-29E9A988CC36}" srcOrd="0" destOrd="0" presId="urn:microsoft.com/office/officeart/2018/2/layout/IconVerticalSolidList"/>
    <dgm:cxn modelId="{EEDEB755-33BA-4E7D-B459-A53519CCEED5}" type="presOf" srcId="{6976FB4A-6295-4544-8856-96E7E36702C3}" destId="{D7344AA9-9A1C-4CD9-8ABC-650169BFF0C4}" srcOrd="0" destOrd="0" presId="urn:microsoft.com/office/officeart/2018/2/layout/IconVerticalSolidList"/>
    <dgm:cxn modelId="{E7910C7A-A1F4-4FFF-B459-3763557682DE}" srcId="{6976FB4A-6295-4544-8856-96E7E36702C3}" destId="{24D0A57D-26A8-44CD-906A-91E065037F20}" srcOrd="3" destOrd="0" parTransId="{7B0F931B-6E65-402B-AF1D-8E4BC5FB9C27}" sibTransId="{0D803C58-4AFF-4110-99D6-675635EC2FCA}"/>
    <dgm:cxn modelId="{D3358883-62C4-4A15-944A-B8866B4C4C12}" srcId="{613DC562-2475-4A62-A020-9CE16FF6C1DB}" destId="{F0B84DC1-3701-4DC2-8021-A04973253B38}" srcOrd="2" destOrd="0" parTransId="{C4634E32-037B-4838-972D-C0B30F6532CB}" sibTransId="{894F4D8F-C7F5-4BCA-8D63-75FEC1426F62}"/>
    <dgm:cxn modelId="{2A191E85-3422-40CA-9035-570C3D477624}" srcId="{6976FB4A-6295-4544-8856-96E7E36702C3}" destId="{613DC562-2475-4A62-A020-9CE16FF6C1DB}" srcOrd="2" destOrd="0" parTransId="{649CF183-773A-4199-9D83-FD29CF727591}" sibTransId="{542BF7BE-FF02-434D-B755-549EC24E8ACF}"/>
    <dgm:cxn modelId="{01AC7AA0-DB23-4010-9796-0BA2360E83BC}" type="presOf" srcId="{AC6F21A8-1646-48B0-975A-946545D2CDE3}" destId="{AF2D3635-2099-4961-87F1-598592C5A792}" srcOrd="0" destOrd="1" presId="urn:microsoft.com/office/officeart/2018/2/layout/IconVerticalSolidList"/>
    <dgm:cxn modelId="{61D745AA-F051-4821-837E-17E2B767C398}" type="presOf" srcId="{59D8376A-91DA-4007-8EFA-5FF9C54EF52E}" destId="{AF2D3635-2099-4961-87F1-598592C5A792}" srcOrd="0" destOrd="0" presId="urn:microsoft.com/office/officeart/2018/2/layout/IconVerticalSolidList"/>
    <dgm:cxn modelId="{282080B7-4E05-499D-839D-E67290E702EA}" srcId="{613DC562-2475-4A62-A020-9CE16FF6C1DB}" destId="{59D8376A-91DA-4007-8EFA-5FF9C54EF52E}" srcOrd="0" destOrd="0" parTransId="{0DBA8526-7A20-43E1-8DDA-B5BA3413FC10}" sibTransId="{D1A9E936-6677-4518-8CA2-E03E6F6C8FD3}"/>
    <dgm:cxn modelId="{2D315FC5-C10E-4227-B019-308AA5D090FA}" type="presOf" srcId="{24D0A57D-26A8-44CD-906A-91E065037F20}" destId="{72E82642-EC98-453E-BFE1-0D9191DF55B8}" srcOrd="0" destOrd="0" presId="urn:microsoft.com/office/officeart/2018/2/layout/IconVerticalSolidList"/>
    <dgm:cxn modelId="{6AB412CF-6075-4E56-8A48-B3ACC52BC762}" type="presOf" srcId="{CB4EB021-3FD3-4E30-B37B-C3774686B793}" destId="{1AA68CE9-FAF0-47D3-B398-99BB8FDDCB35}" srcOrd="0" destOrd="0" presId="urn:microsoft.com/office/officeart/2018/2/layout/IconVerticalSolidList"/>
    <dgm:cxn modelId="{9F9BD0B3-C9B2-495A-9EC4-53B0A0DE7D20}" type="presParOf" srcId="{D7344AA9-9A1C-4CD9-8ABC-650169BFF0C4}" destId="{9C3B49B5-CF10-435A-8EE6-07261EB2C260}" srcOrd="0" destOrd="0" presId="urn:microsoft.com/office/officeart/2018/2/layout/IconVerticalSolidList"/>
    <dgm:cxn modelId="{96386767-7A91-4A97-B1C0-7A3F32966870}" type="presParOf" srcId="{9C3B49B5-CF10-435A-8EE6-07261EB2C260}" destId="{C72C2D1C-DE7B-46D0-9671-786CEF545650}" srcOrd="0" destOrd="0" presId="urn:microsoft.com/office/officeart/2018/2/layout/IconVerticalSolidList"/>
    <dgm:cxn modelId="{18B2F8FE-5708-4596-830A-F78D3253F89C}" type="presParOf" srcId="{9C3B49B5-CF10-435A-8EE6-07261EB2C260}" destId="{3AD334EA-7A03-4E61-AFB9-269AB6AB6989}" srcOrd="1" destOrd="0" presId="urn:microsoft.com/office/officeart/2018/2/layout/IconVerticalSolidList"/>
    <dgm:cxn modelId="{5508AE52-90DE-4B5C-BCC3-6A1F23BEF15E}" type="presParOf" srcId="{9C3B49B5-CF10-435A-8EE6-07261EB2C260}" destId="{0C698764-8DE3-49B9-8CF2-EBE81FF03B28}" srcOrd="2" destOrd="0" presId="urn:microsoft.com/office/officeart/2018/2/layout/IconVerticalSolidList"/>
    <dgm:cxn modelId="{1B19DC80-94C6-403A-B438-B043E8CF3610}" type="presParOf" srcId="{9C3B49B5-CF10-435A-8EE6-07261EB2C260}" destId="{1AA68CE9-FAF0-47D3-B398-99BB8FDDCB35}" srcOrd="3" destOrd="0" presId="urn:microsoft.com/office/officeart/2018/2/layout/IconVerticalSolidList"/>
    <dgm:cxn modelId="{31E89E0F-DBF2-4236-84F8-4C3840A4C3BC}" type="presParOf" srcId="{D7344AA9-9A1C-4CD9-8ABC-650169BFF0C4}" destId="{61180510-FE83-487B-B138-8114970CD30C}" srcOrd="1" destOrd="0" presId="urn:microsoft.com/office/officeart/2018/2/layout/IconVerticalSolidList"/>
    <dgm:cxn modelId="{1D7C67DC-67EC-4142-867F-BD640D8B8279}" type="presParOf" srcId="{D7344AA9-9A1C-4CD9-8ABC-650169BFF0C4}" destId="{EC0A634F-0482-4F34-A8B1-E1838D8F7491}" srcOrd="2" destOrd="0" presId="urn:microsoft.com/office/officeart/2018/2/layout/IconVerticalSolidList"/>
    <dgm:cxn modelId="{B8D2150F-861A-4A74-91A3-45A978C0145A}" type="presParOf" srcId="{EC0A634F-0482-4F34-A8B1-E1838D8F7491}" destId="{237F41EA-0BBE-4519-A9DF-01F1D597A386}" srcOrd="0" destOrd="0" presId="urn:microsoft.com/office/officeart/2018/2/layout/IconVerticalSolidList"/>
    <dgm:cxn modelId="{91FE4D5E-AD35-4F73-85AB-7816B8B94EBC}" type="presParOf" srcId="{EC0A634F-0482-4F34-A8B1-E1838D8F7491}" destId="{E1AAC2D4-7C92-4849-B9C6-7BBCA4E4E062}" srcOrd="1" destOrd="0" presId="urn:microsoft.com/office/officeart/2018/2/layout/IconVerticalSolidList"/>
    <dgm:cxn modelId="{64DEAA45-7710-416D-809E-339A2E535C42}" type="presParOf" srcId="{EC0A634F-0482-4F34-A8B1-E1838D8F7491}" destId="{79C0CDAE-2E05-4FA8-9A3F-F48DE41B301A}" srcOrd="2" destOrd="0" presId="urn:microsoft.com/office/officeart/2018/2/layout/IconVerticalSolidList"/>
    <dgm:cxn modelId="{79C9F398-D7E9-4AD1-8F53-7FD8FC93A459}" type="presParOf" srcId="{EC0A634F-0482-4F34-A8B1-E1838D8F7491}" destId="{2D5EF9A0-D7FF-4376-A4AF-29E9A988CC36}" srcOrd="3" destOrd="0" presId="urn:microsoft.com/office/officeart/2018/2/layout/IconVerticalSolidList"/>
    <dgm:cxn modelId="{DC275882-F927-47A4-A2F3-2692AB7062CE}" type="presParOf" srcId="{D7344AA9-9A1C-4CD9-8ABC-650169BFF0C4}" destId="{6C2BCAB9-FC84-4A1A-B961-5A79E7453D12}" srcOrd="3" destOrd="0" presId="urn:microsoft.com/office/officeart/2018/2/layout/IconVerticalSolidList"/>
    <dgm:cxn modelId="{134F3C9F-8E20-4DBA-9FB4-794D9D6B5696}" type="presParOf" srcId="{D7344AA9-9A1C-4CD9-8ABC-650169BFF0C4}" destId="{85141D45-80B8-49E6-B57D-1EE202529109}" srcOrd="4" destOrd="0" presId="urn:microsoft.com/office/officeart/2018/2/layout/IconVerticalSolidList"/>
    <dgm:cxn modelId="{08C11D5C-C9E8-4653-BBE0-348EDC2AF228}" type="presParOf" srcId="{85141D45-80B8-49E6-B57D-1EE202529109}" destId="{EF84F618-F534-4088-B29F-4F196B7C0634}" srcOrd="0" destOrd="0" presId="urn:microsoft.com/office/officeart/2018/2/layout/IconVerticalSolidList"/>
    <dgm:cxn modelId="{242CCCD3-06CC-4E17-85F8-AF3D8CC888A2}" type="presParOf" srcId="{85141D45-80B8-49E6-B57D-1EE202529109}" destId="{13F3CD2E-B3AE-4339-9FD6-26A5D79AAA40}" srcOrd="1" destOrd="0" presId="urn:microsoft.com/office/officeart/2018/2/layout/IconVerticalSolidList"/>
    <dgm:cxn modelId="{A99ED42D-55F2-44A3-B828-BEFED71E0C24}" type="presParOf" srcId="{85141D45-80B8-49E6-B57D-1EE202529109}" destId="{53DA9CD7-AE77-4A2E-ADB4-9517987AE630}" srcOrd="2" destOrd="0" presId="urn:microsoft.com/office/officeart/2018/2/layout/IconVerticalSolidList"/>
    <dgm:cxn modelId="{CFF61CC1-937A-4FFF-9EB3-6BCB6742B270}" type="presParOf" srcId="{85141D45-80B8-49E6-B57D-1EE202529109}" destId="{1F5EC96C-4684-4745-B503-00514584D8AA}" srcOrd="3" destOrd="0" presId="urn:microsoft.com/office/officeart/2018/2/layout/IconVerticalSolidList"/>
    <dgm:cxn modelId="{3F17E5C6-CD28-4571-8DF7-0DD1A779FBD1}" type="presParOf" srcId="{85141D45-80B8-49E6-B57D-1EE202529109}" destId="{AF2D3635-2099-4961-87F1-598592C5A792}" srcOrd="4" destOrd="0" presId="urn:microsoft.com/office/officeart/2018/2/layout/IconVerticalSolidList"/>
    <dgm:cxn modelId="{F6F5EE4D-FFB2-4A62-BE70-261FC2D6653F}" type="presParOf" srcId="{D7344AA9-9A1C-4CD9-8ABC-650169BFF0C4}" destId="{499D9D82-3982-40EB-92BC-DF755ACED805}" srcOrd="5" destOrd="0" presId="urn:microsoft.com/office/officeart/2018/2/layout/IconVerticalSolidList"/>
    <dgm:cxn modelId="{C5817391-7505-46D0-BA34-3465A41D95D7}" type="presParOf" srcId="{D7344AA9-9A1C-4CD9-8ABC-650169BFF0C4}" destId="{F2F5A962-8D92-4089-A3DB-46F109FDBF24}" srcOrd="6" destOrd="0" presId="urn:microsoft.com/office/officeart/2018/2/layout/IconVerticalSolidList"/>
    <dgm:cxn modelId="{4BAF9C5E-DB19-4856-A7B0-FB43543D0741}" type="presParOf" srcId="{F2F5A962-8D92-4089-A3DB-46F109FDBF24}" destId="{0610BAB0-05F0-42A4-876D-43854C81FB27}" srcOrd="0" destOrd="0" presId="urn:microsoft.com/office/officeart/2018/2/layout/IconVerticalSolidList"/>
    <dgm:cxn modelId="{6B9A95DB-5BBF-45F5-AAE4-E6F11E8BF83B}" type="presParOf" srcId="{F2F5A962-8D92-4089-A3DB-46F109FDBF24}" destId="{F6426A11-AA1F-436B-AD9E-19FE0083AF2B}" srcOrd="1" destOrd="0" presId="urn:microsoft.com/office/officeart/2018/2/layout/IconVerticalSolidList"/>
    <dgm:cxn modelId="{5F9D13BF-2CBE-43F2-AD52-319A5C0773A0}" type="presParOf" srcId="{F2F5A962-8D92-4089-A3DB-46F109FDBF24}" destId="{F0EF63AB-8AD5-43E0-AE4B-6D7B7F6C8D0E}" srcOrd="2" destOrd="0" presId="urn:microsoft.com/office/officeart/2018/2/layout/IconVerticalSolidList"/>
    <dgm:cxn modelId="{CFB5DB2E-DD56-419A-879B-585672B35840}" type="presParOf" srcId="{F2F5A962-8D92-4089-A3DB-46F109FDBF24}" destId="{72E82642-EC98-453E-BFE1-0D9191DF55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F15F4FD-5D53-474C-B08B-7CD6CDBA64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63F34F-A973-45C1-95C6-BD823E0EBCDE}">
      <dgm:prSet/>
      <dgm:spPr/>
      <dgm:t>
        <a:bodyPr/>
        <a:lstStyle/>
        <a:p>
          <a:r>
            <a:rPr lang="en-US" b="0" i="0" baseline="0"/>
            <a:t>Help users solve technical problems</a:t>
          </a:r>
          <a:endParaRPr lang="en-US"/>
        </a:p>
      </dgm:t>
    </dgm:pt>
    <dgm:pt modelId="{CE0D82DB-0246-4E6C-A44E-A52B048810FE}" type="parTrans" cxnId="{6350BA11-2888-4922-B9DE-B994244E930F}">
      <dgm:prSet/>
      <dgm:spPr/>
      <dgm:t>
        <a:bodyPr/>
        <a:lstStyle/>
        <a:p>
          <a:endParaRPr lang="en-US"/>
        </a:p>
      </dgm:t>
    </dgm:pt>
    <dgm:pt modelId="{0E5F8348-B4DB-489D-8481-B332439B7B24}" type="sibTrans" cxnId="{6350BA11-2888-4922-B9DE-B994244E930F}">
      <dgm:prSet/>
      <dgm:spPr/>
      <dgm:t>
        <a:bodyPr/>
        <a:lstStyle/>
        <a:p>
          <a:endParaRPr lang="en-US"/>
        </a:p>
      </dgm:t>
    </dgm:pt>
    <dgm:pt modelId="{25314E5F-9B57-4117-9C31-B1578B264A14}">
      <dgm:prSet/>
      <dgm:spPr/>
      <dgm:t>
        <a:bodyPr/>
        <a:lstStyle/>
        <a:p>
          <a:r>
            <a:rPr lang="en-US" b="0" i="0" baseline="0"/>
            <a:t>Work in help desks or support teams</a:t>
          </a:r>
          <a:endParaRPr lang="en-US"/>
        </a:p>
      </dgm:t>
    </dgm:pt>
    <dgm:pt modelId="{0112C31E-CA0E-4A0C-9971-19ADADD21539}" type="parTrans" cxnId="{5D67607B-2FA0-45DA-A0EA-8898BAAB539E}">
      <dgm:prSet/>
      <dgm:spPr/>
      <dgm:t>
        <a:bodyPr/>
        <a:lstStyle/>
        <a:p>
          <a:endParaRPr lang="en-US"/>
        </a:p>
      </dgm:t>
    </dgm:pt>
    <dgm:pt modelId="{CF954C56-03A3-4F93-B16A-76BD19F82E27}" type="sibTrans" cxnId="{5D67607B-2FA0-45DA-A0EA-8898BAAB539E}">
      <dgm:prSet/>
      <dgm:spPr/>
      <dgm:t>
        <a:bodyPr/>
        <a:lstStyle/>
        <a:p>
          <a:endParaRPr lang="en-US"/>
        </a:p>
      </dgm:t>
    </dgm:pt>
    <dgm:pt modelId="{CD539B28-D536-4146-B410-B0AA1C7895D9}">
      <dgm:prSet/>
      <dgm:spPr/>
      <dgm:t>
        <a:bodyPr/>
        <a:lstStyle/>
        <a:p>
          <a:r>
            <a:rPr lang="en-US" b="0" i="0" baseline="0"/>
            <a:t>Tasks include:</a:t>
          </a:r>
          <a:endParaRPr lang="en-US"/>
        </a:p>
      </dgm:t>
    </dgm:pt>
    <dgm:pt modelId="{B9200E80-8284-4DC0-A63C-2FCE75D01B8E}" type="parTrans" cxnId="{6D790D76-5F35-45CD-BBAA-7B10DB597489}">
      <dgm:prSet/>
      <dgm:spPr/>
      <dgm:t>
        <a:bodyPr/>
        <a:lstStyle/>
        <a:p>
          <a:endParaRPr lang="en-US"/>
        </a:p>
      </dgm:t>
    </dgm:pt>
    <dgm:pt modelId="{C86F1E3E-9F1C-4A3E-B79F-2B5A7DD99C25}" type="sibTrans" cxnId="{6D790D76-5F35-45CD-BBAA-7B10DB597489}">
      <dgm:prSet/>
      <dgm:spPr/>
      <dgm:t>
        <a:bodyPr/>
        <a:lstStyle/>
        <a:p>
          <a:endParaRPr lang="en-US"/>
        </a:p>
      </dgm:t>
    </dgm:pt>
    <dgm:pt modelId="{EBC8E81D-DD45-41D7-AE53-A4168972A631}">
      <dgm:prSet/>
      <dgm:spPr/>
      <dgm:t>
        <a:bodyPr/>
        <a:lstStyle/>
        <a:p>
          <a:r>
            <a:rPr lang="en-US" b="0" i="0" baseline="0"/>
            <a:t>Troubleshooting errors</a:t>
          </a:r>
          <a:endParaRPr lang="en-US"/>
        </a:p>
      </dgm:t>
    </dgm:pt>
    <dgm:pt modelId="{52665FDC-20CB-41F3-93C5-908BBB5AC8E7}" type="parTrans" cxnId="{21D87DC0-7E50-4B41-BD64-CA59CC46914C}">
      <dgm:prSet/>
      <dgm:spPr/>
      <dgm:t>
        <a:bodyPr/>
        <a:lstStyle/>
        <a:p>
          <a:endParaRPr lang="en-US"/>
        </a:p>
      </dgm:t>
    </dgm:pt>
    <dgm:pt modelId="{69E8DEAE-4126-4840-922B-74D2BE00BA64}" type="sibTrans" cxnId="{21D87DC0-7E50-4B41-BD64-CA59CC46914C}">
      <dgm:prSet/>
      <dgm:spPr/>
      <dgm:t>
        <a:bodyPr/>
        <a:lstStyle/>
        <a:p>
          <a:endParaRPr lang="en-US"/>
        </a:p>
      </dgm:t>
    </dgm:pt>
    <dgm:pt modelId="{698DDD56-4AE1-4730-8147-97AD834D20C5}">
      <dgm:prSet/>
      <dgm:spPr/>
      <dgm:t>
        <a:bodyPr/>
        <a:lstStyle/>
        <a:p>
          <a:r>
            <a:rPr lang="en-US" b="0" i="0" baseline="0"/>
            <a:t>Fixing hardware issues</a:t>
          </a:r>
          <a:endParaRPr lang="en-US"/>
        </a:p>
      </dgm:t>
    </dgm:pt>
    <dgm:pt modelId="{958E1021-CA3C-443C-80E2-647F38671678}" type="parTrans" cxnId="{3D181578-C63D-4906-A2EC-8EA1B7C27825}">
      <dgm:prSet/>
      <dgm:spPr/>
      <dgm:t>
        <a:bodyPr/>
        <a:lstStyle/>
        <a:p>
          <a:endParaRPr lang="en-US"/>
        </a:p>
      </dgm:t>
    </dgm:pt>
    <dgm:pt modelId="{CBC6F8DE-8532-4D3F-8AEB-51276A645118}" type="sibTrans" cxnId="{3D181578-C63D-4906-A2EC-8EA1B7C27825}">
      <dgm:prSet/>
      <dgm:spPr/>
      <dgm:t>
        <a:bodyPr/>
        <a:lstStyle/>
        <a:p>
          <a:endParaRPr lang="en-US"/>
        </a:p>
      </dgm:t>
    </dgm:pt>
    <dgm:pt modelId="{01B2966B-3A13-491A-BA3F-22199376C4D1}">
      <dgm:prSet/>
      <dgm:spPr/>
      <dgm:t>
        <a:bodyPr/>
        <a:lstStyle/>
        <a:p>
          <a:r>
            <a:rPr lang="en-US" b="0" i="0" baseline="0"/>
            <a:t>Interpreting error messages</a:t>
          </a:r>
          <a:endParaRPr lang="en-US"/>
        </a:p>
      </dgm:t>
    </dgm:pt>
    <dgm:pt modelId="{44FAF492-EE89-448B-A7E3-C101C3A09105}" type="parTrans" cxnId="{18CC4CB9-482D-4F60-9663-842FC257EAA8}">
      <dgm:prSet/>
      <dgm:spPr/>
      <dgm:t>
        <a:bodyPr/>
        <a:lstStyle/>
        <a:p>
          <a:endParaRPr lang="en-US"/>
        </a:p>
      </dgm:t>
    </dgm:pt>
    <dgm:pt modelId="{C2980891-D7BE-47FE-8D8C-918B89BCB4D6}" type="sibTrans" cxnId="{18CC4CB9-482D-4F60-9663-842FC257EAA8}">
      <dgm:prSet/>
      <dgm:spPr/>
      <dgm:t>
        <a:bodyPr/>
        <a:lstStyle/>
        <a:p>
          <a:endParaRPr lang="en-US"/>
        </a:p>
      </dgm:t>
    </dgm:pt>
    <dgm:pt modelId="{DC982B80-AF21-4FCF-8295-ED5F08D11B3D}">
      <dgm:prSet/>
      <dgm:spPr/>
      <dgm:t>
        <a:bodyPr/>
        <a:lstStyle/>
        <a:p>
          <a:r>
            <a:rPr lang="en-US" b="0" i="0" baseline="0"/>
            <a:t>More complex repairs handled by technicians</a:t>
          </a:r>
          <a:endParaRPr lang="en-US"/>
        </a:p>
      </dgm:t>
    </dgm:pt>
    <dgm:pt modelId="{11F3B1E9-7EFF-4150-BF07-CBFC0EEFC172}" type="parTrans" cxnId="{F5A3FA21-A860-4F27-91B3-13B66036A86B}">
      <dgm:prSet/>
      <dgm:spPr/>
      <dgm:t>
        <a:bodyPr/>
        <a:lstStyle/>
        <a:p>
          <a:endParaRPr lang="en-US"/>
        </a:p>
      </dgm:t>
    </dgm:pt>
    <dgm:pt modelId="{EE751F7D-1692-4FC8-9BC9-B71CCB945C4D}" type="sibTrans" cxnId="{F5A3FA21-A860-4F27-91B3-13B66036A86B}">
      <dgm:prSet/>
      <dgm:spPr/>
      <dgm:t>
        <a:bodyPr/>
        <a:lstStyle/>
        <a:p>
          <a:endParaRPr lang="en-US"/>
        </a:p>
      </dgm:t>
    </dgm:pt>
    <dgm:pt modelId="{F05278A2-73DC-4986-AD45-68D0A4AD5E89}" type="pres">
      <dgm:prSet presAssocID="{7F15F4FD-5D53-474C-B08B-7CD6CDBA646F}" presName="root" presStyleCnt="0">
        <dgm:presLayoutVars>
          <dgm:dir/>
          <dgm:resizeHandles val="exact"/>
        </dgm:presLayoutVars>
      </dgm:prSet>
      <dgm:spPr/>
    </dgm:pt>
    <dgm:pt modelId="{AC126212-5F6D-4FAA-9DD5-E4A8B3768D00}" type="pres">
      <dgm:prSet presAssocID="{2463F34F-A973-45C1-95C6-BD823E0EBCDE}" presName="compNode" presStyleCnt="0"/>
      <dgm:spPr/>
    </dgm:pt>
    <dgm:pt modelId="{9E44F240-2A78-4E9C-95A4-E904A750026E}" type="pres">
      <dgm:prSet presAssocID="{2463F34F-A973-45C1-95C6-BD823E0EBCDE}" presName="bgRect" presStyleLbl="bgShp" presStyleIdx="0" presStyleCnt="4"/>
      <dgm:spPr/>
    </dgm:pt>
    <dgm:pt modelId="{C764048E-6340-44BE-861F-0DDF5EDD8E75}" type="pres">
      <dgm:prSet presAssocID="{2463F34F-A973-45C1-95C6-BD823E0EBC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DEA1DFA-D4EE-4142-B271-B3642CAE42FA}" type="pres">
      <dgm:prSet presAssocID="{2463F34F-A973-45C1-95C6-BD823E0EBCDE}" presName="spaceRect" presStyleCnt="0"/>
      <dgm:spPr/>
    </dgm:pt>
    <dgm:pt modelId="{875D4275-5322-4071-9CCA-96B4A603180B}" type="pres">
      <dgm:prSet presAssocID="{2463F34F-A973-45C1-95C6-BD823E0EBCDE}" presName="parTx" presStyleLbl="revTx" presStyleIdx="0" presStyleCnt="5">
        <dgm:presLayoutVars>
          <dgm:chMax val="0"/>
          <dgm:chPref val="0"/>
        </dgm:presLayoutVars>
      </dgm:prSet>
      <dgm:spPr/>
    </dgm:pt>
    <dgm:pt modelId="{E24D3B66-BFD1-4233-B674-37B1E787C764}" type="pres">
      <dgm:prSet presAssocID="{0E5F8348-B4DB-489D-8481-B332439B7B24}" presName="sibTrans" presStyleCnt="0"/>
      <dgm:spPr/>
    </dgm:pt>
    <dgm:pt modelId="{69AC1561-9BBB-41BE-96C7-0B910350477F}" type="pres">
      <dgm:prSet presAssocID="{25314E5F-9B57-4117-9C31-B1578B264A14}" presName="compNode" presStyleCnt="0"/>
      <dgm:spPr/>
    </dgm:pt>
    <dgm:pt modelId="{CFACCE63-BABA-4232-B21F-B177FD30A680}" type="pres">
      <dgm:prSet presAssocID="{25314E5F-9B57-4117-9C31-B1578B264A14}" presName="bgRect" presStyleLbl="bgShp" presStyleIdx="1" presStyleCnt="4"/>
      <dgm:spPr/>
    </dgm:pt>
    <dgm:pt modelId="{FDED4B97-8DEA-4DB0-B4DC-85720D118D74}" type="pres">
      <dgm:prSet presAssocID="{25314E5F-9B57-4117-9C31-B1578B264A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4E1A410-A8DC-4431-B571-7684A11F6A48}" type="pres">
      <dgm:prSet presAssocID="{25314E5F-9B57-4117-9C31-B1578B264A14}" presName="spaceRect" presStyleCnt="0"/>
      <dgm:spPr/>
    </dgm:pt>
    <dgm:pt modelId="{4C9F832D-47D0-4114-BFC3-E1A0F9D614D5}" type="pres">
      <dgm:prSet presAssocID="{25314E5F-9B57-4117-9C31-B1578B264A14}" presName="parTx" presStyleLbl="revTx" presStyleIdx="1" presStyleCnt="5">
        <dgm:presLayoutVars>
          <dgm:chMax val="0"/>
          <dgm:chPref val="0"/>
        </dgm:presLayoutVars>
      </dgm:prSet>
      <dgm:spPr/>
    </dgm:pt>
    <dgm:pt modelId="{7C51BE6F-273A-4687-AD87-EEE31999A37A}" type="pres">
      <dgm:prSet presAssocID="{CF954C56-03A3-4F93-B16A-76BD19F82E27}" presName="sibTrans" presStyleCnt="0"/>
      <dgm:spPr/>
    </dgm:pt>
    <dgm:pt modelId="{2725B38E-2526-42ED-A214-77661EBBA81A}" type="pres">
      <dgm:prSet presAssocID="{CD539B28-D536-4146-B410-B0AA1C7895D9}" presName="compNode" presStyleCnt="0"/>
      <dgm:spPr/>
    </dgm:pt>
    <dgm:pt modelId="{CA4B23CA-36DD-4FFB-8922-FC35B67FAA7B}" type="pres">
      <dgm:prSet presAssocID="{CD539B28-D536-4146-B410-B0AA1C7895D9}" presName="bgRect" presStyleLbl="bgShp" presStyleIdx="2" presStyleCnt="4"/>
      <dgm:spPr/>
    </dgm:pt>
    <dgm:pt modelId="{2E03042E-DE7E-4BF5-BCC3-C49B71825661}" type="pres">
      <dgm:prSet presAssocID="{CD539B28-D536-4146-B410-B0AA1C7895D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4523912-37A5-4FEC-AAB3-283FD332115A}" type="pres">
      <dgm:prSet presAssocID="{CD539B28-D536-4146-B410-B0AA1C7895D9}" presName="spaceRect" presStyleCnt="0"/>
      <dgm:spPr/>
    </dgm:pt>
    <dgm:pt modelId="{08A83AB7-3609-4931-ACA2-A9A1D29A4DFB}" type="pres">
      <dgm:prSet presAssocID="{CD539B28-D536-4146-B410-B0AA1C7895D9}" presName="parTx" presStyleLbl="revTx" presStyleIdx="2" presStyleCnt="5">
        <dgm:presLayoutVars>
          <dgm:chMax val="0"/>
          <dgm:chPref val="0"/>
        </dgm:presLayoutVars>
      </dgm:prSet>
      <dgm:spPr/>
    </dgm:pt>
    <dgm:pt modelId="{7F63BAD9-95CF-439B-B0A6-9DBA6D403053}" type="pres">
      <dgm:prSet presAssocID="{CD539B28-D536-4146-B410-B0AA1C7895D9}" presName="desTx" presStyleLbl="revTx" presStyleIdx="3" presStyleCnt="5">
        <dgm:presLayoutVars/>
      </dgm:prSet>
      <dgm:spPr/>
    </dgm:pt>
    <dgm:pt modelId="{127BDD8E-674D-473D-8705-C67286A47B1F}" type="pres">
      <dgm:prSet presAssocID="{C86F1E3E-9F1C-4A3E-B79F-2B5A7DD99C25}" presName="sibTrans" presStyleCnt="0"/>
      <dgm:spPr/>
    </dgm:pt>
    <dgm:pt modelId="{BAAD2937-7530-4832-8243-FEA3CC999BF0}" type="pres">
      <dgm:prSet presAssocID="{DC982B80-AF21-4FCF-8295-ED5F08D11B3D}" presName="compNode" presStyleCnt="0"/>
      <dgm:spPr/>
    </dgm:pt>
    <dgm:pt modelId="{DC4EB2F8-1109-4D92-8541-B186E12F3ED5}" type="pres">
      <dgm:prSet presAssocID="{DC982B80-AF21-4FCF-8295-ED5F08D11B3D}" presName="bgRect" presStyleLbl="bgShp" presStyleIdx="3" presStyleCnt="4"/>
      <dgm:spPr/>
    </dgm:pt>
    <dgm:pt modelId="{AB7954F9-6410-4D13-9790-B783D152B28A}" type="pres">
      <dgm:prSet presAssocID="{DC982B80-AF21-4FCF-8295-ED5F08D11B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mer"/>
        </a:ext>
      </dgm:extLst>
    </dgm:pt>
    <dgm:pt modelId="{32ADBC8F-6EB8-4F61-BE04-9B9C2B80E9D0}" type="pres">
      <dgm:prSet presAssocID="{DC982B80-AF21-4FCF-8295-ED5F08D11B3D}" presName="spaceRect" presStyleCnt="0"/>
      <dgm:spPr/>
    </dgm:pt>
    <dgm:pt modelId="{68EB5703-87C8-4120-9B2C-515015E92EB6}" type="pres">
      <dgm:prSet presAssocID="{DC982B80-AF21-4FCF-8295-ED5F08D11B3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5A670F-2CA8-4D6B-AA5C-14DB37B50932}" type="presOf" srcId="{01B2966B-3A13-491A-BA3F-22199376C4D1}" destId="{7F63BAD9-95CF-439B-B0A6-9DBA6D403053}" srcOrd="0" destOrd="2" presId="urn:microsoft.com/office/officeart/2018/2/layout/IconVerticalSolidList"/>
    <dgm:cxn modelId="{6350BA11-2888-4922-B9DE-B994244E930F}" srcId="{7F15F4FD-5D53-474C-B08B-7CD6CDBA646F}" destId="{2463F34F-A973-45C1-95C6-BD823E0EBCDE}" srcOrd="0" destOrd="0" parTransId="{CE0D82DB-0246-4E6C-A44E-A52B048810FE}" sibTransId="{0E5F8348-B4DB-489D-8481-B332439B7B24}"/>
    <dgm:cxn modelId="{F5A3FA21-A860-4F27-91B3-13B66036A86B}" srcId="{7F15F4FD-5D53-474C-B08B-7CD6CDBA646F}" destId="{DC982B80-AF21-4FCF-8295-ED5F08D11B3D}" srcOrd="3" destOrd="0" parTransId="{11F3B1E9-7EFF-4150-BF07-CBFC0EEFC172}" sibTransId="{EE751F7D-1692-4FC8-9BC9-B71CCB945C4D}"/>
    <dgm:cxn modelId="{EE81D12B-3742-49CD-AD4F-34E4EE706469}" type="presOf" srcId="{25314E5F-9B57-4117-9C31-B1578B264A14}" destId="{4C9F832D-47D0-4114-BFC3-E1A0F9D614D5}" srcOrd="0" destOrd="0" presId="urn:microsoft.com/office/officeart/2018/2/layout/IconVerticalSolidList"/>
    <dgm:cxn modelId="{B831613F-9954-4447-B1A0-23E7AE8EB2F6}" type="presOf" srcId="{698DDD56-4AE1-4730-8147-97AD834D20C5}" destId="{7F63BAD9-95CF-439B-B0A6-9DBA6D403053}" srcOrd="0" destOrd="1" presId="urn:microsoft.com/office/officeart/2018/2/layout/IconVerticalSolidList"/>
    <dgm:cxn modelId="{6D790D76-5F35-45CD-BBAA-7B10DB597489}" srcId="{7F15F4FD-5D53-474C-B08B-7CD6CDBA646F}" destId="{CD539B28-D536-4146-B410-B0AA1C7895D9}" srcOrd="2" destOrd="0" parTransId="{B9200E80-8284-4DC0-A63C-2FCE75D01B8E}" sibTransId="{C86F1E3E-9F1C-4A3E-B79F-2B5A7DD99C25}"/>
    <dgm:cxn modelId="{3D181578-C63D-4906-A2EC-8EA1B7C27825}" srcId="{CD539B28-D536-4146-B410-B0AA1C7895D9}" destId="{698DDD56-4AE1-4730-8147-97AD834D20C5}" srcOrd="1" destOrd="0" parTransId="{958E1021-CA3C-443C-80E2-647F38671678}" sibTransId="{CBC6F8DE-8532-4D3F-8AEB-51276A645118}"/>
    <dgm:cxn modelId="{5D67607B-2FA0-45DA-A0EA-8898BAAB539E}" srcId="{7F15F4FD-5D53-474C-B08B-7CD6CDBA646F}" destId="{25314E5F-9B57-4117-9C31-B1578B264A14}" srcOrd="1" destOrd="0" parTransId="{0112C31E-CA0E-4A0C-9971-19ADADD21539}" sibTransId="{CF954C56-03A3-4F93-B16A-76BD19F82E27}"/>
    <dgm:cxn modelId="{18CC4CB9-482D-4F60-9663-842FC257EAA8}" srcId="{CD539B28-D536-4146-B410-B0AA1C7895D9}" destId="{01B2966B-3A13-491A-BA3F-22199376C4D1}" srcOrd="2" destOrd="0" parTransId="{44FAF492-EE89-448B-A7E3-C101C3A09105}" sibTransId="{C2980891-D7BE-47FE-8D8C-918B89BCB4D6}"/>
    <dgm:cxn modelId="{21D87DC0-7E50-4B41-BD64-CA59CC46914C}" srcId="{CD539B28-D536-4146-B410-B0AA1C7895D9}" destId="{EBC8E81D-DD45-41D7-AE53-A4168972A631}" srcOrd="0" destOrd="0" parTransId="{52665FDC-20CB-41F3-93C5-908BBB5AC8E7}" sibTransId="{69E8DEAE-4126-4840-922B-74D2BE00BA64}"/>
    <dgm:cxn modelId="{0B9B9DD0-BE23-487D-B89D-8D33A5A89DAB}" type="presOf" srcId="{7F15F4FD-5D53-474C-B08B-7CD6CDBA646F}" destId="{F05278A2-73DC-4986-AD45-68D0A4AD5E89}" srcOrd="0" destOrd="0" presId="urn:microsoft.com/office/officeart/2018/2/layout/IconVerticalSolidList"/>
    <dgm:cxn modelId="{5BE260DB-22E3-4C90-A872-DA9308979F0D}" type="presOf" srcId="{2463F34F-A973-45C1-95C6-BD823E0EBCDE}" destId="{875D4275-5322-4071-9CCA-96B4A603180B}" srcOrd="0" destOrd="0" presId="urn:microsoft.com/office/officeart/2018/2/layout/IconVerticalSolidList"/>
    <dgm:cxn modelId="{CDAD90DB-FDC5-4932-8433-A0AA13F94BB5}" type="presOf" srcId="{DC982B80-AF21-4FCF-8295-ED5F08D11B3D}" destId="{68EB5703-87C8-4120-9B2C-515015E92EB6}" srcOrd="0" destOrd="0" presId="urn:microsoft.com/office/officeart/2018/2/layout/IconVerticalSolidList"/>
    <dgm:cxn modelId="{119115F2-B7AB-4E44-8E60-5B652390142B}" type="presOf" srcId="{CD539B28-D536-4146-B410-B0AA1C7895D9}" destId="{08A83AB7-3609-4931-ACA2-A9A1D29A4DFB}" srcOrd="0" destOrd="0" presId="urn:microsoft.com/office/officeart/2018/2/layout/IconVerticalSolidList"/>
    <dgm:cxn modelId="{00C1B7FE-FDFE-454E-954D-1D42E12E6860}" type="presOf" srcId="{EBC8E81D-DD45-41D7-AE53-A4168972A631}" destId="{7F63BAD9-95CF-439B-B0A6-9DBA6D403053}" srcOrd="0" destOrd="0" presId="urn:microsoft.com/office/officeart/2018/2/layout/IconVerticalSolidList"/>
    <dgm:cxn modelId="{63619FD9-FE9D-48D1-AFA9-7CF3FA01D071}" type="presParOf" srcId="{F05278A2-73DC-4986-AD45-68D0A4AD5E89}" destId="{AC126212-5F6D-4FAA-9DD5-E4A8B3768D00}" srcOrd="0" destOrd="0" presId="urn:microsoft.com/office/officeart/2018/2/layout/IconVerticalSolidList"/>
    <dgm:cxn modelId="{2E59F399-EB34-4ADF-8E0D-B3F6DBD1A5AC}" type="presParOf" srcId="{AC126212-5F6D-4FAA-9DD5-E4A8B3768D00}" destId="{9E44F240-2A78-4E9C-95A4-E904A750026E}" srcOrd="0" destOrd="0" presId="urn:microsoft.com/office/officeart/2018/2/layout/IconVerticalSolidList"/>
    <dgm:cxn modelId="{FE784012-6782-4DD8-9589-94E987087ABB}" type="presParOf" srcId="{AC126212-5F6D-4FAA-9DD5-E4A8B3768D00}" destId="{C764048E-6340-44BE-861F-0DDF5EDD8E75}" srcOrd="1" destOrd="0" presId="urn:microsoft.com/office/officeart/2018/2/layout/IconVerticalSolidList"/>
    <dgm:cxn modelId="{61960F87-091D-4889-B06E-4723BCFB5C15}" type="presParOf" srcId="{AC126212-5F6D-4FAA-9DD5-E4A8B3768D00}" destId="{4DEA1DFA-D4EE-4142-B271-B3642CAE42FA}" srcOrd="2" destOrd="0" presId="urn:microsoft.com/office/officeart/2018/2/layout/IconVerticalSolidList"/>
    <dgm:cxn modelId="{A317463A-0457-48D2-9489-BE098DBD5780}" type="presParOf" srcId="{AC126212-5F6D-4FAA-9DD5-E4A8B3768D00}" destId="{875D4275-5322-4071-9CCA-96B4A603180B}" srcOrd="3" destOrd="0" presId="urn:microsoft.com/office/officeart/2018/2/layout/IconVerticalSolidList"/>
    <dgm:cxn modelId="{0A49134E-7010-4FCB-AB88-9435F17CFCCE}" type="presParOf" srcId="{F05278A2-73DC-4986-AD45-68D0A4AD5E89}" destId="{E24D3B66-BFD1-4233-B674-37B1E787C764}" srcOrd="1" destOrd="0" presId="urn:microsoft.com/office/officeart/2018/2/layout/IconVerticalSolidList"/>
    <dgm:cxn modelId="{FEC490C7-1CEC-402E-93E9-509CD1E85516}" type="presParOf" srcId="{F05278A2-73DC-4986-AD45-68D0A4AD5E89}" destId="{69AC1561-9BBB-41BE-96C7-0B910350477F}" srcOrd="2" destOrd="0" presId="urn:microsoft.com/office/officeart/2018/2/layout/IconVerticalSolidList"/>
    <dgm:cxn modelId="{73FEF749-F769-42EE-9239-C831CF70B26F}" type="presParOf" srcId="{69AC1561-9BBB-41BE-96C7-0B910350477F}" destId="{CFACCE63-BABA-4232-B21F-B177FD30A680}" srcOrd="0" destOrd="0" presId="urn:microsoft.com/office/officeart/2018/2/layout/IconVerticalSolidList"/>
    <dgm:cxn modelId="{EB10F721-2293-44BF-A5D0-6F19A73354D1}" type="presParOf" srcId="{69AC1561-9BBB-41BE-96C7-0B910350477F}" destId="{FDED4B97-8DEA-4DB0-B4DC-85720D118D74}" srcOrd="1" destOrd="0" presId="urn:microsoft.com/office/officeart/2018/2/layout/IconVerticalSolidList"/>
    <dgm:cxn modelId="{084D1CF9-908E-412A-BF2E-D07653E102BE}" type="presParOf" srcId="{69AC1561-9BBB-41BE-96C7-0B910350477F}" destId="{44E1A410-A8DC-4431-B571-7684A11F6A48}" srcOrd="2" destOrd="0" presId="urn:microsoft.com/office/officeart/2018/2/layout/IconVerticalSolidList"/>
    <dgm:cxn modelId="{08A020D2-E1C0-46F5-A3CF-56A7BC7A2B4F}" type="presParOf" srcId="{69AC1561-9BBB-41BE-96C7-0B910350477F}" destId="{4C9F832D-47D0-4114-BFC3-E1A0F9D614D5}" srcOrd="3" destOrd="0" presId="urn:microsoft.com/office/officeart/2018/2/layout/IconVerticalSolidList"/>
    <dgm:cxn modelId="{4DCADE3C-DE5E-4771-A593-B219EED3FA8D}" type="presParOf" srcId="{F05278A2-73DC-4986-AD45-68D0A4AD5E89}" destId="{7C51BE6F-273A-4687-AD87-EEE31999A37A}" srcOrd="3" destOrd="0" presId="urn:microsoft.com/office/officeart/2018/2/layout/IconVerticalSolidList"/>
    <dgm:cxn modelId="{6301F77C-BDF2-47FA-80F4-E2F984EC981B}" type="presParOf" srcId="{F05278A2-73DC-4986-AD45-68D0A4AD5E89}" destId="{2725B38E-2526-42ED-A214-77661EBBA81A}" srcOrd="4" destOrd="0" presId="urn:microsoft.com/office/officeart/2018/2/layout/IconVerticalSolidList"/>
    <dgm:cxn modelId="{006F18D1-2719-415A-89F7-BAE0418CBADC}" type="presParOf" srcId="{2725B38E-2526-42ED-A214-77661EBBA81A}" destId="{CA4B23CA-36DD-4FFB-8922-FC35B67FAA7B}" srcOrd="0" destOrd="0" presId="urn:microsoft.com/office/officeart/2018/2/layout/IconVerticalSolidList"/>
    <dgm:cxn modelId="{9D0C9AC3-4B42-4518-9F6B-98289FE328E7}" type="presParOf" srcId="{2725B38E-2526-42ED-A214-77661EBBA81A}" destId="{2E03042E-DE7E-4BF5-BCC3-C49B71825661}" srcOrd="1" destOrd="0" presId="urn:microsoft.com/office/officeart/2018/2/layout/IconVerticalSolidList"/>
    <dgm:cxn modelId="{A3BEA8D5-A8D8-445D-AA5A-61A2500830E1}" type="presParOf" srcId="{2725B38E-2526-42ED-A214-77661EBBA81A}" destId="{64523912-37A5-4FEC-AAB3-283FD332115A}" srcOrd="2" destOrd="0" presId="urn:microsoft.com/office/officeart/2018/2/layout/IconVerticalSolidList"/>
    <dgm:cxn modelId="{0C8D6511-8C08-4E5F-9FA9-4C3C60A032B5}" type="presParOf" srcId="{2725B38E-2526-42ED-A214-77661EBBA81A}" destId="{08A83AB7-3609-4931-ACA2-A9A1D29A4DFB}" srcOrd="3" destOrd="0" presId="urn:microsoft.com/office/officeart/2018/2/layout/IconVerticalSolidList"/>
    <dgm:cxn modelId="{FA276EA1-1E94-4547-8D82-FC449CF9E7ED}" type="presParOf" srcId="{2725B38E-2526-42ED-A214-77661EBBA81A}" destId="{7F63BAD9-95CF-439B-B0A6-9DBA6D403053}" srcOrd="4" destOrd="0" presId="urn:microsoft.com/office/officeart/2018/2/layout/IconVerticalSolidList"/>
    <dgm:cxn modelId="{D216142D-499E-45BF-95F7-A93233C4DE42}" type="presParOf" srcId="{F05278A2-73DC-4986-AD45-68D0A4AD5E89}" destId="{127BDD8E-674D-473D-8705-C67286A47B1F}" srcOrd="5" destOrd="0" presId="urn:microsoft.com/office/officeart/2018/2/layout/IconVerticalSolidList"/>
    <dgm:cxn modelId="{EF601010-B7D8-42C5-A1FE-77782129B641}" type="presParOf" srcId="{F05278A2-73DC-4986-AD45-68D0A4AD5E89}" destId="{BAAD2937-7530-4832-8243-FEA3CC999BF0}" srcOrd="6" destOrd="0" presId="urn:microsoft.com/office/officeart/2018/2/layout/IconVerticalSolidList"/>
    <dgm:cxn modelId="{4E6A16D7-3FFA-4803-B58B-739F8BB29C00}" type="presParOf" srcId="{BAAD2937-7530-4832-8243-FEA3CC999BF0}" destId="{DC4EB2F8-1109-4D92-8541-B186E12F3ED5}" srcOrd="0" destOrd="0" presId="urn:microsoft.com/office/officeart/2018/2/layout/IconVerticalSolidList"/>
    <dgm:cxn modelId="{5F14934F-C46D-4E5F-B92E-E16C3CEDC81A}" type="presParOf" srcId="{BAAD2937-7530-4832-8243-FEA3CC999BF0}" destId="{AB7954F9-6410-4D13-9790-B783D152B28A}" srcOrd="1" destOrd="0" presId="urn:microsoft.com/office/officeart/2018/2/layout/IconVerticalSolidList"/>
    <dgm:cxn modelId="{CEE14FA3-16D8-44D9-BD83-52900B811E5E}" type="presParOf" srcId="{BAAD2937-7530-4832-8243-FEA3CC999BF0}" destId="{32ADBC8F-6EB8-4F61-BE04-9B9C2B80E9D0}" srcOrd="2" destOrd="0" presId="urn:microsoft.com/office/officeart/2018/2/layout/IconVerticalSolidList"/>
    <dgm:cxn modelId="{92694F4D-7496-4BC2-8FEA-B654895657BA}" type="presParOf" srcId="{BAAD2937-7530-4832-8243-FEA3CC999BF0}" destId="{68EB5703-87C8-4120-9B2C-515015E92E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EBAE081-0F01-4CCB-A0C1-C2B3EFB00C97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AFED7B-1D33-4ACD-AD6A-57B34DC8805B}">
      <dgm:prSet/>
      <dgm:spPr/>
      <dgm:t>
        <a:bodyPr/>
        <a:lstStyle/>
        <a:p>
          <a:r>
            <a:rPr lang="en-US" b="0" i="0" baseline="0"/>
            <a:t>Teach people how to use technology</a:t>
          </a:r>
          <a:endParaRPr lang="en-US"/>
        </a:p>
      </dgm:t>
    </dgm:pt>
    <dgm:pt modelId="{0E802F4E-5545-4DFB-8A48-DF0BE40C719C}" type="parTrans" cxnId="{5C07E646-9A74-49E0-846F-07D6CE52F531}">
      <dgm:prSet/>
      <dgm:spPr/>
      <dgm:t>
        <a:bodyPr/>
        <a:lstStyle/>
        <a:p>
          <a:endParaRPr lang="en-US"/>
        </a:p>
      </dgm:t>
    </dgm:pt>
    <dgm:pt modelId="{23442CFF-27FC-4AD6-9E78-C722B76CFD59}" type="sibTrans" cxnId="{5C07E646-9A74-49E0-846F-07D6CE52F531}">
      <dgm:prSet/>
      <dgm:spPr/>
      <dgm:t>
        <a:bodyPr/>
        <a:lstStyle/>
        <a:p>
          <a:endParaRPr lang="en-US"/>
        </a:p>
      </dgm:t>
    </dgm:pt>
    <dgm:pt modelId="{EBDC1405-04BF-452E-82A1-02085D11AABA}">
      <dgm:prSet/>
      <dgm:spPr/>
      <dgm:t>
        <a:bodyPr/>
        <a:lstStyle/>
        <a:p>
          <a:r>
            <a:rPr lang="en-US" b="0" i="0" baseline="0"/>
            <a:t>Plan and deliver IT training</a:t>
          </a:r>
          <a:endParaRPr lang="en-US"/>
        </a:p>
      </dgm:t>
    </dgm:pt>
    <dgm:pt modelId="{E6A72977-7183-4331-9D9C-0A3FD4960546}" type="parTrans" cxnId="{E553C47A-B13F-4B65-8206-4B316E471503}">
      <dgm:prSet/>
      <dgm:spPr/>
      <dgm:t>
        <a:bodyPr/>
        <a:lstStyle/>
        <a:p>
          <a:endParaRPr lang="en-US"/>
        </a:p>
      </dgm:t>
    </dgm:pt>
    <dgm:pt modelId="{003E4FB1-FF7F-4779-B0E3-07A8830FBED5}" type="sibTrans" cxnId="{E553C47A-B13F-4B65-8206-4B316E471503}">
      <dgm:prSet/>
      <dgm:spPr/>
      <dgm:t>
        <a:bodyPr/>
        <a:lstStyle/>
        <a:p>
          <a:endParaRPr lang="en-US"/>
        </a:p>
      </dgm:t>
    </dgm:pt>
    <dgm:pt modelId="{AA26442D-DAF6-409D-A8BB-811AF156FCBD}">
      <dgm:prSet/>
      <dgm:spPr/>
      <dgm:t>
        <a:bodyPr/>
        <a:lstStyle/>
        <a:p>
          <a:r>
            <a:rPr lang="en-US" b="0" i="0" baseline="0"/>
            <a:t>Support:</a:t>
          </a:r>
          <a:endParaRPr lang="en-US"/>
        </a:p>
      </dgm:t>
    </dgm:pt>
    <dgm:pt modelId="{582E0F40-6D78-446F-A1F2-344436BD46EB}" type="parTrans" cxnId="{B81F1DC8-CE07-48DA-93BD-461CA6A652ED}">
      <dgm:prSet/>
      <dgm:spPr/>
      <dgm:t>
        <a:bodyPr/>
        <a:lstStyle/>
        <a:p>
          <a:endParaRPr lang="en-US"/>
        </a:p>
      </dgm:t>
    </dgm:pt>
    <dgm:pt modelId="{BDC50C44-6A58-4428-A96A-D8658C9F3AC9}" type="sibTrans" cxnId="{B81F1DC8-CE07-48DA-93BD-461CA6A652ED}">
      <dgm:prSet/>
      <dgm:spPr/>
      <dgm:t>
        <a:bodyPr/>
        <a:lstStyle/>
        <a:p>
          <a:endParaRPr lang="en-US"/>
        </a:p>
      </dgm:t>
    </dgm:pt>
    <dgm:pt modelId="{6A2B00F2-80A0-4F92-8E9A-3616D3C3EF2A}">
      <dgm:prSet/>
      <dgm:spPr/>
      <dgm:t>
        <a:bodyPr/>
        <a:lstStyle/>
        <a:p>
          <a:r>
            <a:rPr lang="en-US" b="0" i="0" baseline="0"/>
            <a:t>Workers</a:t>
          </a:r>
          <a:endParaRPr lang="en-US"/>
        </a:p>
      </dgm:t>
    </dgm:pt>
    <dgm:pt modelId="{5ABFB0B6-50FE-4E53-A348-6D92205E79E7}" type="parTrans" cxnId="{05141EBF-FE8B-49B2-A4BB-9E3620354DF0}">
      <dgm:prSet/>
      <dgm:spPr/>
      <dgm:t>
        <a:bodyPr/>
        <a:lstStyle/>
        <a:p>
          <a:endParaRPr lang="en-US"/>
        </a:p>
      </dgm:t>
    </dgm:pt>
    <dgm:pt modelId="{434A6C29-D7C7-4A35-A32B-56C0A060CAE1}" type="sibTrans" cxnId="{05141EBF-FE8B-49B2-A4BB-9E3620354DF0}">
      <dgm:prSet/>
      <dgm:spPr/>
      <dgm:t>
        <a:bodyPr/>
        <a:lstStyle/>
        <a:p>
          <a:endParaRPr lang="en-US"/>
        </a:p>
      </dgm:t>
    </dgm:pt>
    <dgm:pt modelId="{7642EAFD-8E79-47AA-85F1-FAA828D1EB05}">
      <dgm:prSet/>
      <dgm:spPr/>
      <dgm:t>
        <a:bodyPr/>
        <a:lstStyle/>
        <a:p>
          <a:r>
            <a:rPr lang="en-US" b="0" i="0" baseline="0"/>
            <a:t>Students</a:t>
          </a:r>
          <a:endParaRPr lang="en-US"/>
        </a:p>
      </dgm:t>
    </dgm:pt>
    <dgm:pt modelId="{47FC2F86-680E-4625-8FE6-7FDC9066D377}" type="parTrans" cxnId="{590439A8-9822-46F1-9760-3E104A5E02F1}">
      <dgm:prSet/>
      <dgm:spPr/>
      <dgm:t>
        <a:bodyPr/>
        <a:lstStyle/>
        <a:p>
          <a:endParaRPr lang="en-US"/>
        </a:p>
      </dgm:t>
    </dgm:pt>
    <dgm:pt modelId="{0B3F90E4-32D9-45AC-B6AD-04DB2659F158}" type="sibTrans" cxnId="{590439A8-9822-46F1-9760-3E104A5E02F1}">
      <dgm:prSet/>
      <dgm:spPr/>
      <dgm:t>
        <a:bodyPr/>
        <a:lstStyle/>
        <a:p>
          <a:endParaRPr lang="en-US"/>
        </a:p>
      </dgm:t>
    </dgm:pt>
    <dgm:pt modelId="{3E2E68F3-3728-4091-92BB-281B17F42526}">
      <dgm:prSet/>
      <dgm:spPr/>
      <dgm:t>
        <a:bodyPr/>
        <a:lstStyle/>
        <a:p>
          <a:r>
            <a:rPr lang="en-US" b="0" i="0" baseline="0"/>
            <a:t>Organisations</a:t>
          </a:r>
          <a:endParaRPr lang="en-US"/>
        </a:p>
      </dgm:t>
    </dgm:pt>
    <dgm:pt modelId="{A9E39798-8871-46EE-B543-636EFFB6B7D5}" type="parTrans" cxnId="{7E42377D-7C54-4F4E-B754-ED6008A656AB}">
      <dgm:prSet/>
      <dgm:spPr/>
      <dgm:t>
        <a:bodyPr/>
        <a:lstStyle/>
        <a:p>
          <a:endParaRPr lang="en-US"/>
        </a:p>
      </dgm:t>
    </dgm:pt>
    <dgm:pt modelId="{E4862768-B7F5-46C4-BA15-B1DD6A6AF9C7}" type="sibTrans" cxnId="{7E42377D-7C54-4F4E-B754-ED6008A656AB}">
      <dgm:prSet/>
      <dgm:spPr/>
      <dgm:t>
        <a:bodyPr/>
        <a:lstStyle/>
        <a:p>
          <a:endParaRPr lang="en-US"/>
        </a:p>
      </dgm:t>
    </dgm:pt>
    <dgm:pt modelId="{5D4924F0-B74A-4359-B4B5-932B60EC5958}">
      <dgm:prSet/>
      <dgm:spPr/>
      <dgm:t>
        <a:bodyPr/>
        <a:lstStyle/>
        <a:p>
          <a:r>
            <a:rPr lang="en-US" b="0" i="0" baseline="0"/>
            <a:t>Important as technology changes rapidly</a:t>
          </a:r>
          <a:endParaRPr lang="en-US"/>
        </a:p>
      </dgm:t>
    </dgm:pt>
    <dgm:pt modelId="{BB910F32-2803-4271-846C-CA013ED86A54}" type="parTrans" cxnId="{F41F99DC-A0AB-45C5-9110-032FCFB27F8D}">
      <dgm:prSet/>
      <dgm:spPr/>
      <dgm:t>
        <a:bodyPr/>
        <a:lstStyle/>
        <a:p>
          <a:endParaRPr lang="en-US"/>
        </a:p>
      </dgm:t>
    </dgm:pt>
    <dgm:pt modelId="{7D0A101C-DD02-48FD-B33B-C0C190DFE49B}" type="sibTrans" cxnId="{F41F99DC-A0AB-45C5-9110-032FCFB27F8D}">
      <dgm:prSet/>
      <dgm:spPr/>
      <dgm:t>
        <a:bodyPr/>
        <a:lstStyle/>
        <a:p>
          <a:endParaRPr lang="en-US"/>
        </a:p>
      </dgm:t>
    </dgm:pt>
    <dgm:pt modelId="{1B93C572-00F6-4739-B096-70763E252A82}" type="pres">
      <dgm:prSet presAssocID="{0EBAE081-0F01-4CCB-A0C1-C2B3EFB00C97}" presName="linear" presStyleCnt="0">
        <dgm:presLayoutVars>
          <dgm:dir/>
          <dgm:animLvl val="lvl"/>
          <dgm:resizeHandles val="exact"/>
        </dgm:presLayoutVars>
      </dgm:prSet>
      <dgm:spPr/>
    </dgm:pt>
    <dgm:pt modelId="{E57370B3-3189-4B2B-83FC-3A080E77459B}" type="pres">
      <dgm:prSet presAssocID="{35AFED7B-1D33-4ACD-AD6A-57B34DC8805B}" presName="parentLin" presStyleCnt="0"/>
      <dgm:spPr/>
    </dgm:pt>
    <dgm:pt modelId="{E24EAC37-2E60-4A60-8C99-A98171A218FB}" type="pres">
      <dgm:prSet presAssocID="{35AFED7B-1D33-4ACD-AD6A-57B34DC8805B}" presName="parentLeftMargin" presStyleLbl="node1" presStyleIdx="0" presStyleCnt="4"/>
      <dgm:spPr/>
    </dgm:pt>
    <dgm:pt modelId="{691EB747-5863-4C3F-849A-8038A10D85A0}" type="pres">
      <dgm:prSet presAssocID="{35AFED7B-1D33-4ACD-AD6A-57B34DC880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2F1AFD1-2492-4AF0-9251-24C155BDAD4F}" type="pres">
      <dgm:prSet presAssocID="{35AFED7B-1D33-4ACD-AD6A-57B34DC8805B}" presName="negativeSpace" presStyleCnt="0"/>
      <dgm:spPr/>
    </dgm:pt>
    <dgm:pt modelId="{6C420B15-F8CB-42C7-A9DC-D70CBF88F0D2}" type="pres">
      <dgm:prSet presAssocID="{35AFED7B-1D33-4ACD-AD6A-57B34DC8805B}" presName="childText" presStyleLbl="conFgAcc1" presStyleIdx="0" presStyleCnt="4">
        <dgm:presLayoutVars>
          <dgm:bulletEnabled val="1"/>
        </dgm:presLayoutVars>
      </dgm:prSet>
      <dgm:spPr/>
    </dgm:pt>
    <dgm:pt modelId="{55A1D398-DD46-40E1-88C5-7036BB7E056C}" type="pres">
      <dgm:prSet presAssocID="{23442CFF-27FC-4AD6-9E78-C722B76CFD59}" presName="spaceBetweenRectangles" presStyleCnt="0"/>
      <dgm:spPr/>
    </dgm:pt>
    <dgm:pt modelId="{F8041800-3157-4219-85AC-7CDD05D71F65}" type="pres">
      <dgm:prSet presAssocID="{EBDC1405-04BF-452E-82A1-02085D11AABA}" presName="parentLin" presStyleCnt="0"/>
      <dgm:spPr/>
    </dgm:pt>
    <dgm:pt modelId="{D5B320ED-01CB-4205-B827-B11BD645D56B}" type="pres">
      <dgm:prSet presAssocID="{EBDC1405-04BF-452E-82A1-02085D11AABA}" presName="parentLeftMargin" presStyleLbl="node1" presStyleIdx="0" presStyleCnt="4"/>
      <dgm:spPr/>
    </dgm:pt>
    <dgm:pt modelId="{C3896F86-DF46-4BFE-A9F3-100E07D942F3}" type="pres">
      <dgm:prSet presAssocID="{EBDC1405-04BF-452E-82A1-02085D11AA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2D9518-4397-45E4-B5BF-3865954F1CE5}" type="pres">
      <dgm:prSet presAssocID="{EBDC1405-04BF-452E-82A1-02085D11AABA}" presName="negativeSpace" presStyleCnt="0"/>
      <dgm:spPr/>
    </dgm:pt>
    <dgm:pt modelId="{E0664D45-2038-4144-8588-B3D1EC0D45B3}" type="pres">
      <dgm:prSet presAssocID="{EBDC1405-04BF-452E-82A1-02085D11AABA}" presName="childText" presStyleLbl="conFgAcc1" presStyleIdx="1" presStyleCnt="4">
        <dgm:presLayoutVars>
          <dgm:bulletEnabled val="1"/>
        </dgm:presLayoutVars>
      </dgm:prSet>
      <dgm:spPr/>
    </dgm:pt>
    <dgm:pt modelId="{82D39D30-E7F5-4562-B410-BBD66561C4EC}" type="pres">
      <dgm:prSet presAssocID="{003E4FB1-FF7F-4779-B0E3-07A8830FBED5}" presName="spaceBetweenRectangles" presStyleCnt="0"/>
      <dgm:spPr/>
    </dgm:pt>
    <dgm:pt modelId="{B4171411-C033-4508-9B69-6A506D6C64B4}" type="pres">
      <dgm:prSet presAssocID="{AA26442D-DAF6-409D-A8BB-811AF156FCBD}" presName="parentLin" presStyleCnt="0"/>
      <dgm:spPr/>
    </dgm:pt>
    <dgm:pt modelId="{CA41BC22-3167-44E4-9B45-182EBF87B658}" type="pres">
      <dgm:prSet presAssocID="{AA26442D-DAF6-409D-A8BB-811AF156FCBD}" presName="parentLeftMargin" presStyleLbl="node1" presStyleIdx="1" presStyleCnt="4"/>
      <dgm:spPr/>
    </dgm:pt>
    <dgm:pt modelId="{F3E05A2F-FFF3-4DCB-905A-AC9AE66101F6}" type="pres">
      <dgm:prSet presAssocID="{AA26442D-DAF6-409D-A8BB-811AF156FC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CC46C7-6170-443D-BDDD-4135C2CB230B}" type="pres">
      <dgm:prSet presAssocID="{AA26442D-DAF6-409D-A8BB-811AF156FCBD}" presName="negativeSpace" presStyleCnt="0"/>
      <dgm:spPr/>
    </dgm:pt>
    <dgm:pt modelId="{0D3EF4BF-025E-44D4-8ACB-B8122584BDB9}" type="pres">
      <dgm:prSet presAssocID="{AA26442D-DAF6-409D-A8BB-811AF156FCBD}" presName="childText" presStyleLbl="conFgAcc1" presStyleIdx="2" presStyleCnt="4">
        <dgm:presLayoutVars>
          <dgm:bulletEnabled val="1"/>
        </dgm:presLayoutVars>
      </dgm:prSet>
      <dgm:spPr/>
    </dgm:pt>
    <dgm:pt modelId="{9B0F1907-D556-4762-B9E4-50DBB7F9CB91}" type="pres">
      <dgm:prSet presAssocID="{BDC50C44-6A58-4428-A96A-D8658C9F3AC9}" presName="spaceBetweenRectangles" presStyleCnt="0"/>
      <dgm:spPr/>
    </dgm:pt>
    <dgm:pt modelId="{85207EFE-3D46-4030-BFC7-AB33E56B97EA}" type="pres">
      <dgm:prSet presAssocID="{5D4924F0-B74A-4359-B4B5-932B60EC5958}" presName="parentLin" presStyleCnt="0"/>
      <dgm:spPr/>
    </dgm:pt>
    <dgm:pt modelId="{907A52C3-7695-4A72-814B-88C7ED8327B6}" type="pres">
      <dgm:prSet presAssocID="{5D4924F0-B74A-4359-B4B5-932B60EC5958}" presName="parentLeftMargin" presStyleLbl="node1" presStyleIdx="2" presStyleCnt="4"/>
      <dgm:spPr/>
    </dgm:pt>
    <dgm:pt modelId="{BC7E95F4-F5CD-47B7-A157-AA7E488ABB26}" type="pres">
      <dgm:prSet presAssocID="{5D4924F0-B74A-4359-B4B5-932B60EC595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B165A08-3B86-43A2-AD3C-88274EECCF77}" type="pres">
      <dgm:prSet presAssocID="{5D4924F0-B74A-4359-B4B5-932B60EC5958}" presName="negativeSpace" presStyleCnt="0"/>
      <dgm:spPr/>
    </dgm:pt>
    <dgm:pt modelId="{C387872D-C654-4178-976A-7C06153D9C77}" type="pres">
      <dgm:prSet presAssocID="{5D4924F0-B74A-4359-B4B5-932B60EC595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1D3A90A-68BC-4A99-8E9E-416BC67C0CC2}" type="presOf" srcId="{35AFED7B-1D33-4ACD-AD6A-57B34DC8805B}" destId="{691EB747-5863-4C3F-849A-8038A10D85A0}" srcOrd="1" destOrd="0" presId="urn:microsoft.com/office/officeart/2005/8/layout/list1"/>
    <dgm:cxn modelId="{69FD720C-CEF2-41D1-99C2-612DE506E00B}" type="presOf" srcId="{6A2B00F2-80A0-4F92-8E9A-3616D3C3EF2A}" destId="{0D3EF4BF-025E-44D4-8ACB-B8122584BDB9}" srcOrd="0" destOrd="0" presId="urn:microsoft.com/office/officeart/2005/8/layout/list1"/>
    <dgm:cxn modelId="{693A8430-AA40-4DD9-B5B3-EBAF1E3A34B8}" type="presOf" srcId="{35AFED7B-1D33-4ACD-AD6A-57B34DC8805B}" destId="{E24EAC37-2E60-4A60-8C99-A98171A218FB}" srcOrd="0" destOrd="0" presId="urn:microsoft.com/office/officeart/2005/8/layout/list1"/>
    <dgm:cxn modelId="{E7B3F83E-BA74-4041-B4CC-B339977756F7}" type="presOf" srcId="{3E2E68F3-3728-4091-92BB-281B17F42526}" destId="{0D3EF4BF-025E-44D4-8ACB-B8122584BDB9}" srcOrd="0" destOrd="2" presId="urn:microsoft.com/office/officeart/2005/8/layout/list1"/>
    <dgm:cxn modelId="{3FA5C65B-FB7F-4E1B-8893-BF4153FCE211}" type="presOf" srcId="{EBDC1405-04BF-452E-82A1-02085D11AABA}" destId="{D5B320ED-01CB-4205-B827-B11BD645D56B}" srcOrd="0" destOrd="0" presId="urn:microsoft.com/office/officeart/2005/8/layout/list1"/>
    <dgm:cxn modelId="{5C07E646-9A74-49E0-846F-07D6CE52F531}" srcId="{0EBAE081-0F01-4CCB-A0C1-C2B3EFB00C97}" destId="{35AFED7B-1D33-4ACD-AD6A-57B34DC8805B}" srcOrd="0" destOrd="0" parTransId="{0E802F4E-5545-4DFB-8A48-DF0BE40C719C}" sibTransId="{23442CFF-27FC-4AD6-9E78-C722B76CFD59}"/>
    <dgm:cxn modelId="{A1AE4E79-DB13-45F6-9EE6-9F1B1A7524AE}" type="presOf" srcId="{0EBAE081-0F01-4CCB-A0C1-C2B3EFB00C97}" destId="{1B93C572-00F6-4739-B096-70763E252A82}" srcOrd="0" destOrd="0" presId="urn:microsoft.com/office/officeart/2005/8/layout/list1"/>
    <dgm:cxn modelId="{E553C47A-B13F-4B65-8206-4B316E471503}" srcId="{0EBAE081-0F01-4CCB-A0C1-C2B3EFB00C97}" destId="{EBDC1405-04BF-452E-82A1-02085D11AABA}" srcOrd="1" destOrd="0" parTransId="{E6A72977-7183-4331-9D9C-0A3FD4960546}" sibTransId="{003E4FB1-FF7F-4779-B0E3-07A8830FBED5}"/>
    <dgm:cxn modelId="{13271E7C-C236-4181-92BE-CC6912B48BE3}" type="presOf" srcId="{AA26442D-DAF6-409D-A8BB-811AF156FCBD}" destId="{F3E05A2F-FFF3-4DCB-905A-AC9AE66101F6}" srcOrd="1" destOrd="0" presId="urn:microsoft.com/office/officeart/2005/8/layout/list1"/>
    <dgm:cxn modelId="{7E42377D-7C54-4F4E-B754-ED6008A656AB}" srcId="{AA26442D-DAF6-409D-A8BB-811AF156FCBD}" destId="{3E2E68F3-3728-4091-92BB-281B17F42526}" srcOrd="2" destOrd="0" parTransId="{A9E39798-8871-46EE-B543-636EFFB6B7D5}" sibTransId="{E4862768-B7F5-46C4-BA15-B1DD6A6AF9C7}"/>
    <dgm:cxn modelId="{4BFA848D-EAFC-434D-BE78-ED015C28D363}" type="presOf" srcId="{EBDC1405-04BF-452E-82A1-02085D11AABA}" destId="{C3896F86-DF46-4BFE-A9F3-100E07D942F3}" srcOrd="1" destOrd="0" presId="urn:microsoft.com/office/officeart/2005/8/layout/list1"/>
    <dgm:cxn modelId="{320DB792-0698-4C12-B884-3E5B3FDEA825}" type="presOf" srcId="{5D4924F0-B74A-4359-B4B5-932B60EC5958}" destId="{907A52C3-7695-4A72-814B-88C7ED8327B6}" srcOrd="0" destOrd="0" presId="urn:microsoft.com/office/officeart/2005/8/layout/list1"/>
    <dgm:cxn modelId="{753950A4-DD60-44BD-B947-99663E87C959}" type="presOf" srcId="{5D4924F0-B74A-4359-B4B5-932B60EC5958}" destId="{BC7E95F4-F5CD-47B7-A157-AA7E488ABB26}" srcOrd="1" destOrd="0" presId="urn:microsoft.com/office/officeart/2005/8/layout/list1"/>
    <dgm:cxn modelId="{590439A8-9822-46F1-9760-3E104A5E02F1}" srcId="{AA26442D-DAF6-409D-A8BB-811AF156FCBD}" destId="{7642EAFD-8E79-47AA-85F1-FAA828D1EB05}" srcOrd="1" destOrd="0" parTransId="{47FC2F86-680E-4625-8FE6-7FDC9066D377}" sibTransId="{0B3F90E4-32D9-45AC-B6AD-04DB2659F158}"/>
    <dgm:cxn modelId="{05141EBF-FE8B-49B2-A4BB-9E3620354DF0}" srcId="{AA26442D-DAF6-409D-A8BB-811AF156FCBD}" destId="{6A2B00F2-80A0-4F92-8E9A-3616D3C3EF2A}" srcOrd="0" destOrd="0" parTransId="{5ABFB0B6-50FE-4E53-A348-6D92205E79E7}" sibTransId="{434A6C29-D7C7-4A35-A32B-56C0A060CAE1}"/>
    <dgm:cxn modelId="{3EFD4EC0-A02F-4E95-98EA-6075A3ADE3D9}" type="presOf" srcId="{7642EAFD-8E79-47AA-85F1-FAA828D1EB05}" destId="{0D3EF4BF-025E-44D4-8ACB-B8122584BDB9}" srcOrd="0" destOrd="1" presId="urn:microsoft.com/office/officeart/2005/8/layout/list1"/>
    <dgm:cxn modelId="{B81F1DC8-CE07-48DA-93BD-461CA6A652ED}" srcId="{0EBAE081-0F01-4CCB-A0C1-C2B3EFB00C97}" destId="{AA26442D-DAF6-409D-A8BB-811AF156FCBD}" srcOrd="2" destOrd="0" parTransId="{582E0F40-6D78-446F-A1F2-344436BD46EB}" sibTransId="{BDC50C44-6A58-4428-A96A-D8658C9F3AC9}"/>
    <dgm:cxn modelId="{F41F99DC-A0AB-45C5-9110-032FCFB27F8D}" srcId="{0EBAE081-0F01-4CCB-A0C1-C2B3EFB00C97}" destId="{5D4924F0-B74A-4359-B4B5-932B60EC5958}" srcOrd="3" destOrd="0" parTransId="{BB910F32-2803-4271-846C-CA013ED86A54}" sibTransId="{7D0A101C-DD02-48FD-B33B-C0C190DFE49B}"/>
    <dgm:cxn modelId="{7BCB57E0-E808-43CB-A25B-E15A76865FC6}" type="presOf" srcId="{AA26442D-DAF6-409D-A8BB-811AF156FCBD}" destId="{CA41BC22-3167-44E4-9B45-182EBF87B658}" srcOrd="0" destOrd="0" presId="urn:microsoft.com/office/officeart/2005/8/layout/list1"/>
    <dgm:cxn modelId="{23767B3F-87F7-411B-A07F-E856E4C15EBD}" type="presParOf" srcId="{1B93C572-00F6-4739-B096-70763E252A82}" destId="{E57370B3-3189-4B2B-83FC-3A080E77459B}" srcOrd="0" destOrd="0" presId="urn:microsoft.com/office/officeart/2005/8/layout/list1"/>
    <dgm:cxn modelId="{EB55F627-EEA3-49F6-9434-2A46693D36EE}" type="presParOf" srcId="{E57370B3-3189-4B2B-83FC-3A080E77459B}" destId="{E24EAC37-2E60-4A60-8C99-A98171A218FB}" srcOrd="0" destOrd="0" presId="urn:microsoft.com/office/officeart/2005/8/layout/list1"/>
    <dgm:cxn modelId="{252DA568-F850-4E28-94CD-597E4061864A}" type="presParOf" srcId="{E57370B3-3189-4B2B-83FC-3A080E77459B}" destId="{691EB747-5863-4C3F-849A-8038A10D85A0}" srcOrd="1" destOrd="0" presId="urn:microsoft.com/office/officeart/2005/8/layout/list1"/>
    <dgm:cxn modelId="{B33C6762-2B02-4FE6-A880-EB6D23F587AF}" type="presParOf" srcId="{1B93C572-00F6-4739-B096-70763E252A82}" destId="{32F1AFD1-2492-4AF0-9251-24C155BDAD4F}" srcOrd="1" destOrd="0" presId="urn:microsoft.com/office/officeart/2005/8/layout/list1"/>
    <dgm:cxn modelId="{A5F42D17-8210-4A10-ACC3-564F93849EAC}" type="presParOf" srcId="{1B93C572-00F6-4739-B096-70763E252A82}" destId="{6C420B15-F8CB-42C7-A9DC-D70CBF88F0D2}" srcOrd="2" destOrd="0" presId="urn:microsoft.com/office/officeart/2005/8/layout/list1"/>
    <dgm:cxn modelId="{955AF38C-72F8-486F-BBF5-C66F4C453D48}" type="presParOf" srcId="{1B93C572-00F6-4739-B096-70763E252A82}" destId="{55A1D398-DD46-40E1-88C5-7036BB7E056C}" srcOrd="3" destOrd="0" presId="urn:microsoft.com/office/officeart/2005/8/layout/list1"/>
    <dgm:cxn modelId="{B935C251-0AB2-4465-956E-AC2E9E22D3C0}" type="presParOf" srcId="{1B93C572-00F6-4739-B096-70763E252A82}" destId="{F8041800-3157-4219-85AC-7CDD05D71F65}" srcOrd="4" destOrd="0" presId="urn:microsoft.com/office/officeart/2005/8/layout/list1"/>
    <dgm:cxn modelId="{605E22E3-AD58-4440-A934-333ECBC8771E}" type="presParOf" srcId="{F8041800-3157-4219-85AC-7CDD05D71F65}" destId="{D5B320ED-01CB-4205-B827-B11BD645D56B}" srcOrd="0" destOrd="0" presId="urn:microsoft.com/office/officeart/2005/8/layout/list1"/>
    <dgm:cxn modelId="{4D9826A5-AEA7-446D-8199-0D744F68423A}" type="presParOf" srcId="{F8041800-3157-4219-85AC-7CDD05D71F65}" destId="{C3896F86-DF46-4BFE-A9F3-100E07D942F3}" srcOrd="1" destOrd="0" presId="urn:microsoft.com/office/officeart/2005/8/layout/list1"/>
    <dgm:cxn modelId="{D68200DD-E52E-4733-B16D-CF0145A471B5}" type="presParOf" srcId="{1B93C572-00F6-4739-B096-70763E252A82}" destId="{232D9518-4397-45E4-B5BF-3865954F1CE5}" srcOrd="5" destOrd="0" presId="urn:microsoft.com/office/officeart/2005/8/layout/list1"/>
    <dgm:cxn modelId="{9A6FB880-DF2F-4278-8CED-7BFC0A1B1AFE}" type="presParOf" srcId="{1B93C572-00F6-4739-B096-70763E252A82}" destId="{E0664D45-2038-4144-8588-B3D1EC0D45B3}" srcOrd="6" destOrd="0" presId="urn:microsoft.com/office/officeart/2005/8/layout/list1"/>
    <dgm:cxn modelId="{32DB6387-08A0-4C56-8CD6-50E4D9DF40FC}" type="presParOf" srcId="{1B93C572-00F6-4739-B096-70763E252A82}" destId="{82D39D30-E7F5-4562-B410-BBD66561C4EC}" srcOrd="7" destOrd="0" presId="urn:microsoft.com/office/officeart/2005/8/layout/list1"/>
    <dgm:cxn modelId="{7AA9E8FA-3859-49CD-B0A1-656793B991D4}" type="presParOf" srcId="{1B93C572-00F6-4739-B096-70763E252A82}" destId="{B4171411-C033-4508-9B69-6A506D6C64B4}" srcOrd="8" destOrd="0" presId="urn:microsoft.com/office/officeart/2005/8/layout/list1"/>
    <dgm:cxn modelId="{5D59547C-6088-4B10-8E24-AC0D29EE9BAD}" type="presParOf" srcId="{B4171411-C033-4508-9B69-6A506D6C64B4}" destId="{CA41BC22-3167-44E4-9B45-182EBF87B658}" srcOrd="0" destOrd="0" presId="urn:microsoft.com/office/officeart/2005/8/layout/list1"/>
    <dgm:cxn modelId="{9A916CE3-2A4F-42DF-8A92-B1AC3C50162F}" type="presParOf" srcId="{B4171411-C033-4508-9B69-6A506D6C64B4}" destId="{F3E05A2F-FFF3-4DCB-905A-AC9AE66101F6}" srcOrd="1" destOrd="0" presId="urn:microsoft.com/office/officeart/2005/8/layout/list1"/>
    <dgm:cxn modelId="{DBB8ACB3-559A-4381-94B2-758E512E4BDE}" type="presParOf" srcId="{1B93C572-00F6-4739-B096-70763E252A82}" destId="{8BCC46C7-6170-443D-BDDD-4135C2CB230B}" srcOrd="9" destOrd="0" presId="urn:microsoft.com/office/officeart/2005/8/layout/list1"/>
    <dgm:cxn modelId="{CFBC95E4-5BD7-465B-BBCE-7A2AD7E4EC91}" type="presParOf" srcId="{1B93C572-00F6-4739-B096-70763E252A82}" destId="{0D3EF4BF-025E-44D4-8ACB-B8122584BDB9}" srcOrd="10" destOrd="0" presId="urn:microsoft.com/office/officeart/2005/8/layout/list1"/>
    <dgm:cxn modelId="{F7C1C4FE-6A09-40FC-AFFA-85BCE36811EE}" type="presParOf" srcId="{1B93C572-00F6-4739-B096-70763E252A82}" destId="{9B0F1907-D556-4762-B9E4-50DBB7F9CB91}" srcOrd="11" destOrd="0" presId="urn:microsoft.com/office/officeart/2005/8/layout/list1"/>
    <dgm:cxn modelId="{A81F6870-9617-4A84-99B6-59DD13611AAD}" type="presParOf" srcId="{1B93C572-00F6-4739-B096-70763E252A82}" destId="{85207EFE-3D46-4030-BFC7-AB33E56B97EA}" srcOrd="12" destOrd="0" presId="urn:microsoft.com/office/officeart/2005/8/layout/list1"/>
    <dgm:cxn modelId="{DE9D3AB4-48CA-4156-A6A5-E10882F1D1C5}" type="presParOf" srcId="{85207EFE-3D46-4030-BFC7-AB33E56B97EA}" destId="{907A52C3-7695-4A72-814B-88C7ED8327B6}" srcOrd="0" destOrd="0" presId="urn:microsoft.com/office/officeart/2005/8/layout/list1"/>
    <dgm:cxn modelId="{E018CE48-5DAB-4BDF-8BBA-63346F0ADE64}" type="presParOf" srcId="{85207EFE-3D46-4030-BFC7-AB33E56B97EA}" destId="{BC7E95F4-F5CD-47B7-A157-AA7E488ABB26}" srcOrd="1" destOrd="0" presId="urn:microsoft.com/office/officeart/2005/8/layout/list1"/>
    <dgm:cxn modelId="{F302D46E-F746-4715-B87F-C383D9C23954}" type="presParOf" srcId="{1B93C572-00F6-4739-B096-70763E252A82}" destId="{9B165A08-3B86-43A2-AD3C-88274EECCF77}" srcOrd="13" destOrd="0" presId="urn:microsoft.com/office/officeart/2005/8/layout/list1"/>
    <dgm:cxn modelId="{FE4CE74F-3B60-443D-B6F4-1D9C76AE6596}" type="presParOf" srcId="{1B93C572-00F6-4739-B096-70763E252A82}" destId="{C387872D-C654-4178-976A-7C06153D9C7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0151DC7-8449-4D15-BAFD-ED9D448875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E53703-0115-49B1-8B4E-F9A58F6AD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Senior management role</a:t>
          </a:r>
          <a:endParaRPr lang="en-US"/>
        </a:p>
      </dgm:t>
    </dgm:pt>
    <dgm:pt modelId="{D23BFA05-10E0-41D2-A498-9F03A24254DA}" type="parTrans" cxnId="{8ABB081D-B5A8-4B7C-8832-900F48D702EC}">
      <dgm:prSet/>
      <dgm:spPr/>
      <dgm:t>
        <a:bodyPr/>
        <a:lstStyle/>
        <a:p>
          <a:endParaRPr lang="en-US"/>
        </a:p>
      </dgm:t>
    </dgm:pt>
    <dgm:pt modelId="{0CE4BBDF-FFB5-4CA0-960C-551879CEC854}" type="sibTrans" cxnId="{8ABB081D-B5A8-4B7C-8832-900F48D702EC}">
      <dgm:prSet/>
      <dgm:spPr/>
      <dgm:t>
        <a:bodyPr/>
        <a:lstStyle/>
        <a:p>
          <a:endParaRPr lang="en-US"/>
        </a:p>
      </dgm:t>
    </dgm:pt>
    <dgm:pt modelId="{8B44E9EC-9F71-4B2F-B4BF-61D2FFCD62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Oversees information systems strategy</a:t>
          </a:r>
          <a:endParaRPr lang="en-US"/>
        </a:p>
      </dgm:t>
    </dgm:pt>
    <dgm:pt modelId="{7D58F7B4-BFFA-4480-B547-1379B263FD7D}" type="parTrans" cxnId="{CD952CBE-0BA8-491F-BEB6-2C891A279A5D}">
      <dgm:prSet/>
      <dgm:spPr/>
      <dgm:t>
        <a:bodyPr/>
        <a:lstStyle/>
        <a:p>
          <a:endParaRPr lang="en-US"/>
        </a:p>
      </dgm:t>
    </dgm:pt>
    <dgm:pt modelId="{820A882A-3071-484C-9277-CC2B98C83C70}" type="sibTrans" cxnId="{CD952CBE-0BA8-491F-BEB6-2C891A279A5D}">
      <dgm:prSet/>
      <dgm:spPr/>
      <dgm:t>
        <a:bodyPr/>
        <a:lstStyle/>
        <a:p>
          <a:endParaRPr lang="en-US"/>
        </a:p>
      </dgm:t>
    </dgm:pt>
    <dgm:pt modelId="{A70E3320-1341-45E1-8373-33C8D9C8A4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Responsibilities include:</a:t>
          </a:r>
          <a:endParaRPr lang="en-US"/>
        </a:p>
      </dgm:t>
    </dgm:pt>
    <dgm:pt modelId="{406633DB-FAA1-4A89-A522-6E84597D3704}" type="parTrans" cxnId="{C829ECF7-D0B7-448F-9A71-34D030328133}">
      <dgm:prSet/>
      <dgm:spPr/>
      <dgm:t>
        <a:bodyPr/>
        <a:lstStyle/>
        <a:p>
          <a:endParaRPr lang="en-US"/>
        </a:p>
      </dgm:t>
    </dgm:pt>
    <dgm:pt modelId="{7562414C-FFFA-441F-B7B0-755550E094B2}" type="sibTrans" cxnId="{C829ECF7-D0B7-448F-9A71-34D030328133}">
      <dgm:prSet/>
      <dgm:spPr/>
      <dgm:t>
        <a:bodyPr/>
        <a:lstStyle/>
        <a:p>
          <a:endParaRPr lang="en-US"/>
        </a:p>
      </dgm:t>
    </dgm:pt>
    <dgm:pt modelId="{1776660F-C1AC-47A7-9D54-5913026506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Budgeting</a:t>
          </a:r>
          <a:endParaRPr lang="en-US"/>
        </a:p>
      </dgm:t>
    </dgm:pt>
    <dgm:pt modelId="{174C3E0D-D797-49D0-8EC7-396FAF3C4B22}" type="parTrans" cxnId="{12D24B9D-EC67-492E-B67E-B704FE1EA446}">
      <dgm:prSet/>
      <dgm:spPr/>
      <dgm:t>
        <a:bodyPr/>
        <a:lstStyle/>
        <a:p>
          <a:endParaRPr lang="en-US"/>
        </a:p>
      </dgm:t>
    </dgm:pt>
    <dgm:pt modelId="{56D940AC-C01A-4325-9DE9-CCF917CECE72}" type="sibTrans" cxnId="{12D24B9D-EC67-492E-B67E-B704FE1EA446}">
      <dgm:prSet/>
      <dgm:spPr/>
      <dgm:t>
        <a:bodyPr/>
        <a:lstStyle/>
        <a:p>
          <a:endParaRPr lang="en-US"/>
        </a:p>
      </dgm:t>
    </dgm:pt>
    <dgm:pt modelId="{E2C784B3-039C-435B-AE34-D081B529B9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Scheduling</a:t>
          </a:r>
          <a:endParaRPr lang="en-US"/>
        </a:p>
      </dgm:t>
    </dgm:pt>
    <dgm:pt modelId="{F1B4E80B-41EC-4B5B-9335-13FFBEB2FAAC}" type="parTrans" cxnId="{327DD74E-156B-4FC3-822A-387957E6BC9D}">
      <dgm:prSet/>
      <dgm:spPr/>
      <dgm:t>
        <a:bodyPr/>
        <a:lstStyle/>
        <a:p>
          <a:endParaRPr lang="en-US"/>
        </a:p>
      </dgm:t>
    </dgm:pt>
    <dgm:pt modelId="{7B5A89A5-C131-42E2-9939-28076B984FE1}" type="sibTrans" cxnId="{327DD74E-156B-4FC3-822A-387957E6BC9D}">
      <dgm:prSet/>
      <dgm:spPr/>
      <dgm:t>
        <a:bodyPr/>
        <a:lstStyle/>
        <a:p>
          <a:endParaRPr lang="en-US"/>
        </a:p>
      </dgm:t>
    </dgm:pt>
    <dgm:pt modelId="{F667252A-B94E-4A41-AFB8-60B2ADD7E6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Aligning IT with business goals</a:t>
          </a:r>
          <a:endParaRPr lang="en-US"/>
        </a:p>
      </dgm:t>
    </dgm:pt>
    <dgm:pt modelId="{F9270A38-2EBD-4302-96E0-425AFB3A07B4}" type="parTrans" cxnId="{58877C16-8224-4BE1-8393-488C997E6D01}">
      <dgm:prSet/>
      <dgm:spPr/>
      <dgm:t>
        <a:bodyPr/>
        <a:lstStyle/>
        <a:p>
          <a:endParaRPr lang="en-US"/>
        </a:p>
      </dgm:t>
    </dgm:pt>
    <dgm:pt modelId="{0DDC7B6C-B230-481D-A5B7-468EDD23CC7F}" type="sibTrans" cxnId="{58877C16-8224-4BE1-8393-488C997E6D01}">
      <dgm:prSet/>
      <dgm:spPr/>
      <dgm:t>
        <a:bodyPr/>
        <a:lstStyle/>
        <a:p>
          <a:endParaRPr lang="en-US"/>
        </a:p>
      </dgm:t>
    </dgm:pt>
    <dgm:pt modelId="{AAF84EB3-9F9E-4CA7-A092-DA059A8D84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Strong management and communication skills required</a:t>
          </a:r>
          <a:endParaRPr lang="en-US"/>
        </a:p>
      </dgm:t>
    </dgm:pt>
    <dgm:pt modelId="{2E8EA552-9AAF-43C6-86AA-46AE29DC992B}" type="parTrans" cxnId="{66DBF0CA-47F7-4558-9FD6-F1D675847E86}">
      <dgm:prSet/>
      <dgm:spPr/>
      <dgm:t>
        <a:bodyPr/>
        <a:lstStyle/>
        <a:p>
          <a:endParaRPr lang="en-US"/>
        </a:p>
      </dgm:t>
    </dgm:pt>
    <dgm:pt modelId="{411B9FFF-5A4C-4E6E-9B74-339A1CBD39AF}" type="sibTrans" cxnId="{66DBF0CA-47F7-4558-9FD6-F1D675847E86}">
      <dgm:prSet/>
      <dgm:spPr/>
      <dgm:t>
        <a:bodyPr/>
        <a:lstStyle/>
        <a:p>
          <a:endParaRPr lang="en-US"/>
        </a:p>
      </dgm:t>
    </dgm:pt>
    <dgm:pt modelId="{D3AE9759-AB99-4073-B066-2B2B4975CA7C}" type="pres">
      <dgm:prSet presAssocID="{80151DC7-8449-4D15-BAFD-ED9D448875D6}" presName="root" presStyleCnt="0">
        <dgm:presLayoutVars>
          <dgm:dir/>
          <dgm:resizeHandles val="exact"/>
        </dgm:presLayoutVars>
      </dgm:prSet>
      <dgm:spPr/>
    </dgm:pt>
    <dgm:pt modelId="{F7ABF41F-EE30-492E-8BC4-56964972331F}" type="pres">
      <dgm:prSet presAssocID="{BAE53703-0115-49B1-8B4E-F9A58F6AD968}" presName="compNode" presStyleCnt="0"/>
      <dgm:spPr/>
    </dgm:pt>
    <dgm:pt modelId="{623B184D-A88E-45F4-8B4B-71F7A10BD3D0}" type="pres">
      <dgm:prSet presAssocID="{BAE53703-0115-49B1-8B4E-F9A58F6AD968}" presName="bgRect" presStyleLbl="bgShp" presStyleIdx="0" presStyleCnt="4"/>
      <dgm:spPr/>
    </dgm:pt>
    <dgm:pt modelId="{5E1C3414-E646-4317-A5A3-7C98A52E36E9}" type="pres">
      <dgm:prSet presAssocID="{BAE53703-0115-49B1-8B4E-F9A58F6AD9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370F37D-813C-452B-96C6-056003631B6F}" type="pres">
      <dgm:prSet presAssocID="{BAE53703-0115-49B1-8B4E-F9A58F6AD968}" presName="spaceRect" presStyleCnt="0"/>
      <dgm:spPr/>
    </dgm:pt>
    <dgm:pt modelId="{45F6427F-7235-4AEC-9AA8-62EAC3CBE527}" type="pres">
      <dgm:prSet presAssocID="{BAE53703-0115-49B1-8B4E-F9A58F6AD968}" presName="parTx" presStyleLbl="revTx" presStyleIdx="0" presStyleCnt="5">
        <dgm:presLayoutVars>
          <dgm:chMax val="0"/>
          <dgm:chPref val="0"/>
        </dgm:presLayoutVars>
      </dgm:prSet>
      <dgm:spPr/>
    </dgm:pt>
    <dgm:pt modelId="{A7FD4A48-3D09-4317-B934-50316E889042}" type="pres">
      <dgm:prSet presAssocID="{0CE4BBDF-FFB5-4CA0-960C-551879CEC854}" presName="sibTrans" presStyleCnt="0"/>
      <dgm:spPr/>
    </dgm:pt>
    <dgm:pt modelId="{0263C4AF-7AB5-4277-B087-AA81987233DA}" type="pres">
      <dgm:prSet presAssocID="{8B44E9EC-9F71-4B2F-B4BF-61D2FFCD6201}" presName="compNode" presStyleCnt="0"/>
      <dgm:spPr/>
    </dgm:pt>
    <dgm:pt modelId="{FD945351-6B35-47A6-AFA2-4D864E19347B}" type="pres">
      <dgm:prSet presAssocID="{8B44E9EC-9F71-4B2F-B4BF-61D2FFCD6201}" presName="bgRect" presStyleLbl="bgShp" presStyleIdx="1" presStyleCnt="4"/>
      <dgm:spPr/>
    </dgm:pt>
    <dgm:pt modelId="{402E637F-2471-487D-B7C6-B705CACB51CC}" type="pres">
      <dgm:prSet presAssocID="{8B44E9EC-9F71-4B2F-B4BF-61D2FFCD62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BD539B7-81B7-48B9-931B-714FDD89E33C}" type="pres">
      <dgm:prSet presAssocID="{8B44E9EC-9F71-4B2F-B4BF-61D2FFCD6201}" presName="spaceRect" presStyleCnt="0"/>
      <dgm:spPr/>
    </dgm:pt>
    <dgm:pt modelId="{E575A29D-CA62-449F-B0F7-3F3BDD228207}" type="pres">
      <dgm:prSet presAssocID="{8B44E9EC-9F71-4B2F-B4BF-61D2FFCD6201}" presName="parTx" presStyleLbl="revTx" presStyleIdx="1" presStyleCnt="5">
        <dgm:presLayoutVars>
          <dgm:chMax val="0"/>
          <dgm:chPref val="0"/>
        </dgm:presLayoutVars>
      </dgm:prSet>
      <dgm:spPr/>
    </dgm:pt>
    <dgm:pt modelId="{87C69967-427B-4C43-9F7F-FF4391FC256E}" type="pres">
      <dgm:prSet presAssocID="{820A882A-3071-484C-9277-CC2B98C83C70}" presName="sibTrans" presStyleCnt="0"/>
      <dgm:spPr/>
    </dgm:pt>
    <dgm:pt modelId="{75BED618-8C3A-41A0-91E3-69438BF6A85E}" type="pres">
      <dgm:prSet presAssocID="{A70E3320-1341-45E1-8373-33C8D9C8A48F}" presName="compNode" presStyleCnt="0"/>
      <dgm:spPr/>
    </dgm:pt>
    <dgm:pt modelId="{22A6A356-8D49-4F6E-9920-AE8148911B16}" type="pres">
      <dgm:prSet presAssocID="{A70E3320-1341-45E1-8373-33C8D9C8A48F}" presName="bgRect" presStyleLbl="bgShp" presStyleIdx="2" presStyleCnt="4"/>
      <dgm:spPr/>
    </dgm:pt>
    <dgm:pt modelId="{2B1C3C67-D1E7-4A2E-9549-DCE4145648B2}" type="pres">
      <dgm:prSet presAssocID="{A70E3320-1341-45E1-8373-33C8D9C8A4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3E30EFC6-8E5A-47DF-89C1-FEEAE3B821A6}" type="pres">
      <dgm:prSet presAssocID="{A70E3320-1341-45E1-8373-33C8D9C8A48F}" presName="spaceRect" presStyleCnt="0"/>
      <dgm:spPr/>
    </dgm:pt>
    <dgm:pt modelId="{5316AC8D-7CA6-40FE-B076-96029372709D}" type="pres">
      <dgm:prSet presAssocID="{A70E3320-1341-45E1-8373-33C8D9C8A48F}" presName="parTx" presStyleLbl="revTx" presStyleIdx="2" presStyleCnt="5">
        <dgm:presLayoutVars>
          <dgm:chMax val="0"/>
          <dgm:chPref val="0"/>
        </dgm:presLayoutVars>
      </dgm:prSet>
      <dgm:spPr/>
    </dgm:pt>
    <dgm:pt modelId="{E03A2BE5-A0B6-4C4F-9BF1-80029C2BC75C}" type="pres">
      <dgm:prSet presAssocID="{A70E3320-1341-45E1-8373-33C8D9C8A48F}" presName="desTx" presStyleLbl="revTx" presStyleIdx="3" presStyleCnt="5">
        <dgm:presLayoutVars/>
      </dgm:prSet>
      <dgm:spPr/>
    </dgm:pt>
    <dgm:pt modelId="{F8234966-9F29-471F-B070-685CC9AB103F}" type="pres">
      <dgm:prSet presAssocID="{7562414C-FFFA-441F-B7B0-755550E094B2}" presName="sibTrans" presStyleCnt="0"/>
      <dgm:spPr/>
    </dgm:pt>
    <dgm:pt modelId="{3663E1BE-6F0F-4BD4-812E-03D72B6DED78}" type="pres">
      <dgm:prSet presAssocID="{AAF84EB3-9F9E-4CA7-A092-DA059A8D8478}" presName="compNode" presStyleCnt="0"/>
      <dgm:spPr/>
    </dgm:pt>
    <dgm:pt modelId="{89919944-E4DE-4C33-B904-DC7CB10B642C}" type="pres">
      <dgm:prSet presAssocID="{AAF84EB3-9F9E-4CA7-A092-DA059A8D8478}" presName="bgRect" presStyleLbl="bgShp" presStyleIdx="3" presStyleCnt="4"/>
      <dgm:spPr/>
    </dgm:pt>
    <dgm:pt modelId="{AC4BA431-5706-4B97-A17C-3E25103FD42B}" type="pres">
      <dgm:prSet presAssocID="{AAF84EB3-9F9E-4CA7-A092-DA059A8D84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3E0967F-569F-485A-9D24-9D98A74F4642}" type="pres">
      <dgm:prSet presAssocID="{AAF84EB3-9F9E-4CA7-A092-DA059A8D8478}" presName="spaceRect" presStyleCnt="0"/>
      <dgm:spPr/>
    </dgm:pt>
    <dgm:pt modelId="{CEFB738F-27F9-4AE9-B058-D68A92F4E2BD}" type="pres">
      <dgm:prSet presAssocID="{AAF84EB3-9F9E-4CA7-A092-DA059A8D847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A68F402-1391-403C-BEAC-180B67DF6FB7}" type="presOf" srcId="{1776660F-C1AC-47A7-9D54-5913026506C6}" destId="{E03A2BE5-A0B6-4C4F-9BF1-80029C2BC75C}" srcOrd="0" destOrd="0" presId="urn:microsoft.com/office/officeart/2018/2/layout/IconVerticalSolidList"/>
    <dgm:cxn modelId="{16F5780A-75B9-4086-96A4-63B06198DBD2}" type="presOf" srcId="{E2C784B3-039C-435B-AE34-D081B529B9E1}" destId="{E03A2BE5-A0B6-4C4F-9BF1-80029C2BC75C}" srcOrd="0" destOrd="1" presId="urn:microsoft.com/office/officeart/2018/2/layout/IconVerticalSolidList"/>
    <dgm:cxn modelId="{A6717516-A1CB-45E3-B755-878E3F989DF2}" type="presOf" srcId="{A70E3320-1341-45E1-8373-33C8D9C8A48F}" destId="{5316AC8D-7CA6-40FE-B076-96029372709D}" srcOrd="0" destOrd="0" presId="urn:microsoft.com/office/officeart/2018/2/layout/IconVerticalSolidList"/>
    <dgm:cxn modelId="{58877C16-8224-4BE1-8393-488C997E6D01}" srcId="{A70E3320-1341-45E1-8373-33C8D9C8A48F}" destId="{F667252A-B94E-4A41-AFB8-60B2ADD7E69B}" srcOrd="2" destOrd="0" parTransId="{F9270A38-2EBD-4302-96E0-425AFB3A07B4}" sibTransId="{0DDC7B6C-B230-481D-A5B7-468EDD23CC7F}"/>
    <dgm:cxn modelId="{8ABB081D-B5A8-4B7C-8832-900F48D702EC}" srcId="{80151DC7-8449-4D15-BAFD-ED9D448875D6}" destId="{BAE53703-0115-49B1-8B4E-F9A58F6AD968}" srcOrd="0" destOrd="0" parTransId="{D23BFA05-10E0-41D2-A498-9F03A24254DA}" sibTransId="{0CE4BBDF-FFB5-4CA0-960C-551879CEC854}"/>
    <dgm:cxn modelId="{0B965B1F-8BDF-4990-ACF8-3D46D87916B7}" type="presOf" srcId="{F667252A-B94E-4A41-AFB8-60B2ADD7E69B}" destId="{E03A2BE5-A0B6-4C4F-9BF1-80029C2BC75C}" srcOrd="0" destOrd="2" presId="urn:microsoft.com/office/officeart/2018/2/layout/IconVerticalSolidList"/>
    <dgm:cxn modelId="{327DD74E-156B-4FC3-822A-387957E6BC9D}" srcId="{A70E3320-1341-45E1-8373-33C8D9C8A48F}" destId="{E2C784B3-039C-435B-AE34-D081B529B9E1}" srcOrd="1" destOrd="0" parTransId="{F1B4E80B-41EC-4B5B-9335-13FFBEB2FAAC}" sibTransId="{7B5A89A5-C131-42E2-9939-28076B984FE1}"/>
    <dgm:cxn modelId="{6DF29059-0287-4FFA-9A28-88EDFB6E34AC}" type="presOf" srcId="{BAE53703-0115-49B1-8B4E-F9A58F6AD968}" destId="{45F6427F-7235-4AEC-9AA8-62EAC3CBE527}" srcOrd="0" destOrd="0" presId="urn:microsoft.com/office/officeart/2018/2/layout/IconVerticalSolidList"/>
    <dgm:cxn modelId="{8E88149D-0D82-464D-87C0-A15DA355DBBE}" type="presOf" srcId="{AAF84EB3-9F9E-4CA7-A092-DA059A8D8478}" destId="{CEFB738F-27F9-4AE9-B058-D68A92F4E2BD}" srcOrd="0" destOrd="0" presId="urn:microsoft.com/office/officeart/2018/2/layout/IconVerticalSolidList"/>
    <dgm:cxn modelId="{12D24B9D-EC67-492E-B67E-B704FE1EA446}" srcId="{A70E3320-1341-45E1-8373-33C8D9C8A48F}" destId="{1776660F-C1AC-47A7-9D54-5913026506C6}" srcOrd="0" destOrd="0" parTransId="{174C3E0D-D797-49D0-8EC7-396FAF3C4B22}" sibTransId="{56D940AC-C01A-4325-9DE9-CCF917CECE72}"/>
    <dgm:cxn modelId="{BCEECBAA-C542-4C3D-AB02-8C653B584FD4}" type="presOf" srcId="{8B44E9EC-9F71-4B2F-B4BF-61D2FFCD6201}" destId="{E575A29D-CA62-449F-B0F7-3F3BDD228207}" srcOrd="0" destOrd="0" presId="urn:microsoft.com/office/officeart/2018/2/layout/IconVerticalSolidList"/>
    <dgm:cxn modelId="{CD952CBE-0BA8-491F-BEB6-2C891A279A5D}" srcId="{80151DC7-8449-4D15-BAFD-ED9D448875D6}" destId="{8B44E9EC-9F71-4B2F-B4BF-61D2FFCD6201}" srcOrd="1" destOrd="0" parTransId="{7D58F7B4-BFFA-4480-B547-1379B263FD7D}" sibTransId="{820A882A-3071-484C-9277-CC2B98C83C70}"/>
    <dgm:cxn modelId="{66DBF0CA-47F7-4558-9FD6-F1D675847E86}" srcId="{80151DC7-8449-4D15-BAFD-ED9D448875D6}" destId="{AAF84EB3-9F9E-4CA7-A092-DA059A8D8478}" srcOrd="3" destOrd="0" parTransId="{2E8EA552-9AAF-43C6-86AA-46AE29DC992B}" sibTransId="{411B9FFF-5A4C-4E6E-9B74-339A1CBD39AF}"/>
    <dgm:cxn modelId="{503DECCB-BAFF-4106-BAED-A55A2719F46C}" type="presOf" srcId="{80151DC7-8449-4D15-BAFD-ED9D448875D6}" destId="{D3AE9759-AB99-4073-B066-2B2B4975CA7C}" srcOrd="0" destOrd="0" presId="urn:microsoft.com/office/officeart/2018/2/layout/IconVerticalSolidList"/>
    <dgm:cxn modelId="{C829ECF7-D0B7-448F-9A71-34D030328133}" srcId="{80151DC7-8449-4D15-BAFD-ED9D448875D6}" destId="{A70E3320-1341-45E1-8373-33C8D9C8A48F}" srcOrd="2" destOrd="0" parTransId="{406633DB-FAA1-4A89-A522-6E84597D3704}" sibTransId="{7562414C-FFFA-441F-B7B0-755550E094B2}"/>
    <dgm:cxn modelId="{243C0EA4-42AA-4D85-ADB5-839D6342EF33}" type="presParOf" srcId="{D3AE9759-AB99-4073-B066-2B2B4975CA7C}" destId="{F7ABF41F-EE30-492E-8BC4-56964972331F}" srcOrd="0" destOrd="0" presId="urn:microsoft.com/office/officeart/2018/2/layout/IconVerticalSolidList"/>
    <dgm:cxn modelId="{1CD1A2E5-A28E-473E-9BC5-9EF45A9564F1}" type="presParOf" srcId="{F7ABF41F-EE30-492E-8BC4-56964972331F}" destId="{623B184D-A88E-45F4-8B4B-71F7A10BD3D0}" srcOrd="0" destOrd="0" presId="urn:microsoft.com/office/officeart/2018/2/layout/IconVerticalSolidList"/>
    <dgm:cxn modelId="{0D68FA28-D3A2-4844-A0E2-E2202CBE44A9}" type="presParOf" srcId="{F7ABF41F-EE30-492E-8BC4-56964972331F}" destId="{5E1C3414-E646-4317-A5A3-7C98A52E36E9}" srcOrd="1" destOrd="0" presId="urn:microsoft.com/office/officeart/2018/2/layout/IconVerticalSolidList"/>
    <dgm:cxn modelId="{4A390216-511D-4965-BBFD-1603D2F2DDBE}" type="presParOf" srcId="{F7ABF41F-EE30-492E-8BC4-56964972331F}" destId="{E370F37D-813C-452B-96C6-056003631B6F}" srcOrd="2" destOrd="0" presId="urn:microsoft.com/office/officeart/2018/2/layout/IconVerticalSolidList"/>
    <dgm:cxn modelId="{24255884-A1E3-4419-85E7-916BFE615E97}" type="presParOf" srcId="{F7ABF41F-EE30-492E-8BC4-56964972331F}" destId="{45F6427F-7235-4AEC-9AA8-62EAC3CBE527}" srcOrd="3" destOrd="0" presId="urn:microsoft.com/office/officeart/2018/2/layout/IconVerticalSolidList"/>
    <dgm:cxn modelId="{61E8D11B-6A81-4ADE-A5B8-69E83F185FC0}" type="presParOf" srcId="{D3AE9759-AB99-4073-B066-2B2B4975CA7C}" destId="{A7FD4A48-3D09-4317-B934-50316E889042}" srcOrd="1" destOrd="0" presId="urn:microsoft.com/office/officeart/2018/2/layout/IconVerticalSolidList"/>
    <dgm:cxn modelId="{1A715339-5476-49FC-B745-B9034D4A7F10}" type="presParOf" srcId="{D3AE9759-AB99-4073-B066-2B2B4975CA7C}" destId="{0263C4AF-7AB5-4277-B087-AA81987233DA}" srcOrd="2" destOrd="0" presId="urn:microsoft.com/office/officeart/2018/2/layout/IconVerticalSolidList"/>
    <dgm:cxn modelId="{93EF89D4-847A-40BA-8475-4122D762A0D0}" type="presParOf" srcId="{0263C4AF-7AB5-4277-B087-AA81987233DA}" destId="{FD945351-6B35-47A6-AFA2-4D864E19347B}" srcOrd="0" destOrd="0" presId="urn:microsoft.com/office/officeart/2018/2/layout/IconVerticalSolidList"/>
    <dgm:cxn modelId="{FB59F2FC-7AEE-4A0B-BDAB-82FD1CF5B9BD}" type="presParOf" srcId="{0263C4AF-7AB5-4277-B087-AA81987233DA}" destId="{402E637F-2471-487D-B7C6-B705CACB51CC}" srcOrd="1" destOrd="0" presId="urn:microsoft.com/office/officeart/2018/2/layout/IconVerticalSolidList"/>
    <dgm:cxn modelId="{0543373E-0E40-43F3-A1C6-D306583602A4}" type="presParOf" srcId="{0263C4AF-7AB5-4277-B087-AA81987233DA}" destId="{EBD539B7-81B7-48B9-931B-714FDD89E33C}" srcOrd="2" destOrd="0" presId="urn:microsoft.com/office/officeart/2018/2/layout/IconVerticalSolidList"/>
    <dgm:cxn modelId="{BBBDCA95-A8D7-4F0A-BE58-448E17EB7A87}" type="presParOf" srcId="{0263C4AF-7AB5-4277-B087-AA81987233DA}" destId="{E575A29D-CA62-449F-B0F7-3F3BDD228207}" srcOrd="3" destOrd="0" presId="urn:microsoft.com/office/officeart/2018/2/layout/IconVerticalSolidList"/>
    <dgm:cxn modelId="{F4D1BC21-900F-42B6-B97E-1D1F753E831F}" type="presParOf" srcId="{D3AE9759-AB99-4073-B066-2B2B4975CA7C}" destId="{87C69967-427B-4C43-9F7F-FF4391FC256E}" srcOrd="3" destOrd="0" presId="urn:microsoft.com/office/officeart/2018/2/layout/IconVerticalSolidList"/>
    <dgm:cxn modelId="{685ECDAC-3342-49EE-890B-C9EED3104217}" type="presParOf" srcId="{D3AE9759-AB99-4073-B066-2B2B4975CA7C}" destId="{75BED618-8C3A-41A0-91E3-69438BF6A85E}" srcOrd="4" destOrd="0" presId="urn:microsoft.com/office/officeart/2018/2/layout/IconVerticalSolidList"/>
    <dgm:cxn modelId="{2680CD07-3634-45BD-B0EC-89954C69FFE5}" type="presParOf" srcId="{75BED618-8C3A-41A0-91E3-69438BF6A85E}" destId="{22A6A356-8D49-4F6E-9920-AE8148911B16}" srcOrd="0" destOrd="0" presId="urn:microsoft.com/office/officeart/2018/2/layout/IconVerticalSolidList"/>
    <dgm:cxn modelId="{6EBCF2D7-14BA-467C-BFF7-B83B32D16814}" type="presParOf" srcId="{75BED618-8C3A-41A0-91E3-69438BF6A85E}" destId="{2B1C3C67-D1E7-4A2E-9549-DCE4145648B2}" srcOrd="1" destOrd="0" presId="urn:microsoft.com/office/officeart/2018/2/layout/IconVerticalSolidList"/>
    <dgm:cxn modelId="{67F53056-AB4C-463C-8F8A-71741C580898}" type="presParOf" srcId="{75BED618-8C3A-41A0-91E3-69438BF6A85E}" destId="{3E30EFC6-8E5A-47DF-89C1-FEEAE3B821A6}" srcOrd="2" destOrd="0" presId="urn:microsoft.com/office/officeart/2018/2/layout/IconVerticalSolidList"/>
    <dgm:cxn modelId="{35BF51CB-1336-4EB1-8C01-8A79B606705F}" type="presParOf" srcId="{75BED618-8C3A-41A0-91E3-69438BF6A85E}" destId="{5316AC8D-7CA6-40FE-B076-96029372709D}" srcOrd="3" destOrd="0" presId="urn:microsoft.com/office/officeart/2018/2/layout/IconVerticalSolidList"/>
    <dgm:cxn modelId="{4618B2F4-4B1E-4011-94E7-B0901B5A1E97}" type="presParOf" srcId="{75BED618-8C3A-41A0-91E3-69438BF6A85E}" destId="{E03A2BE5-A0B6-4C4F-9BF1-80029C2BC75C}" srcOrd="4" destOrd="0" presId="urn:microsoft.com/office/officeart/2018/2/layout/IconVerticalSolidList"/>
    <dgm:cxn modelId="{52DB9578-DAFB-4FA5-A744-19C53B7CDE15}" type="presParOf" srcId="{D3AE9759-AB99-4073-B066-2B2B4975CA7C}" destId="{F8234966-9F29-471F-B070-685CC9AB103F}" srcOrd="5" destOrd="0" presId="urn:microsoft.com/office/officeart/2018/2/layout/IconVerticalSolidList"/>
    <dgm:cxn modelId="{F35E1DC5-F18C-4F51-8B75-F058FF316EB5}" type="presParOf" srcId="{D3AE9759-AB99-4073-B066-2B2B4975CA7C}" destId="{3663E1BE-6F0F-4BD4-812E-03D72B6DED78}" srcOrd="6" destOrd="0" presId="urn:microsoft.com/office/officeart/2018/2/layout/IconVerticalSolidList"/>
    <dgm:cxn modelId="{B97973DA-BD95-4359-BE25-A24CBE479978}" type="presParOf" srcId="{3663E1BE-6F0F-4BD4-812E-03D72B6DED78}" destId="{89919944-E4DE-4C33-B904-DC7CB10B642C}" srcOrd="0" destOrd="0" presId="urn:microsoft.com/office/officeart/2018/2/layout/IconVerticalSolidList"/>
    <dgm:cxn modelId="{4F8C99B3-8CB4-49DC-AD87-6B65AB565AB9}" type="presParOf" srcId="{3663E1BE-6F0F-4BD4-812E-03D72B6DED78}" destId="{AC4BA431-5706-4B97-A17C-3E25103FD42B}" srcOrd="1" destOrd="0" presId="urn:microsoft.com/office/officeart/2018/2/layout/IconVerticalSolidList"/>
    <dgm:cxn modelId="{A79755A6-E997-4E05-B970-C88A327816B9}" type="presParOf" srcId="{3663E1BE-6F0F-4BD4-812E-03D72B6DED78}" destId="{B3E0967F-569F-485A-9D24-9D98A74F4642}" srcOrd="2" destOrd="0" presId="urn:microsoft.com/office/officeart/2018/2/layout/IconVerticalSolidList"/>
    <dgm:cxn modelId="{B57244AD-B587-4CBD-9123-7A5296417430}" type="presParOf" srcId="{3663E1BE-6F0F-4BD4-812E-03D72B6DED78}" destId="{CEFB738F-27F9-4AE9-B058-D68A92F4E2B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78B2AE6-3BCF-43B8-BF2F-06C7D6315D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3B4CCB-AB8F-4A66-8E61-C2194A074641}">
      <dgm:prSet/>
      <dgm:spPr/>
      <dgm:t>
        <a:bodyPr/>
        <a:lstStyle/>
        <a:p>
          <a:r>
            <a:rPr lang="en-GB"/>
            <a:t>Manage IT projects from start to finish</a:t>
          </a:r>
          <a:endParaRPr lang="en-US"/>
        </a:p>
      </dgm:t>
    </dgm:pt>
    <dgm:pt modelId="{B358E8EC-3D37-4F6F-BDDE-B8E4832EFFAC}" type="parTrans" cxnId="{CEA7D76E-0F09-405A-927E-E004AD75DBA9}">
      <dgm:prSet/>
      <dgm:spPr/>
      <dgm:t>
        <a:bodyPr/>
        <a:lstStyle/>
        <a:p>
          <a:endParaRPr lang="en-US"/>
        </a:p>
      </dgm:t>
    </dgm:pt>
    <dgm:pt modelId="{AC414524-73C0-4F36-B278-7EF5831D7FAF}" type="sibTrans" cxnId="{CEA7D76E-0F09-405A-927E-E004AD75DBA9}">
      <dgm:prSet/>
      <dgm:spPr/>
      <dgm:t>
        <a:bodyPr/>
        <a:lstStyle/>
        <a:p>
          <a:endParaRPr lang="en-US"/>
        </a:p>
      </dgm:t>
    </dgm:pt>
    <dgm:pt modelId="{C3B168B5-7E89-458B-8653-398256AD0366}">
      <dgm:prSet/>
      <dgm:spPr/>
      <dgm:t>
        <a:bodyPr/>
        <a:lstStyle/>
        <a:p>
          <a:r>
            <a:rPr lang="en-GB"/>
            <a:t>Ensure projects:</a:t>
          </a:r>
          <a:endParaRPr lang="en-US"/>
        </a:p>
      </dgm:t>
    </dgm:pt>
    <dgm:pt modelId="{3C727E28-6329-411D-A91A-3C4BB46F28E8}" type="parTrans" cxnId="{FC01448B-8221-4F72-BEEF-9D858A39DB6F}">
      <dgm:prSet/>
      <dgm:spPr/>
      <dgm:t>
        <a:bodyPr/>
        <a:lstStyle/>
        <a:p>
          <a:endParaRPr lang="en-US"/>
        </a:p>
      </dgm:t>
    </dgm:pt>
    <dgm:pt modelId="{14567FD4-E96D-451C-A54B-72D1EDC5C370}" type="sibTrans" cxnId="{FC01448B-8221-4F72-BEEF-9D858A39DB6F}">
      <dgm:prSet/>
      <dgm:spPr/>
      <dgm:t>
        <a:bodyPr/>
        <a:lstStyle/>
        <a:p>
          <a:endParaRPr lang="en-US"/>
        </a:p>
      </dgm:t>
    </dgm:pt>
    <dgm:pt modelId="{86BB2541-6890-4027-88F4-711169A93D32}">
      <dgm:prSet/>
      <dgm:spPr/>
      <dgm:t>
        <a:bodyPr/>
        <a:lstStyle/>
        <a:p>
          <a:r>
            <a:rPr lang="en-GB"/>
            <a:t>Stay on schedule</a:t>
          </a:r>
          <a:endParaRPr lang="en-US"/>
        </a:p>
      </dgm:t>
    </dgm:pt>
    <dgm:pt modelId="{30587048-7969-41E4-AA96-E5AD89104E8D}" type="parTrans" cxnId="{1F69988A-24DA-4B82-A699-1345E689977A}">
      <dgm:prSet/>
      <dgm:spPr/>
      <dgm:t>
        <a:bodyPr/>
        <a:lstStyle/>
        <a:p>
          <a:endParaRPr lang="en-US"/>
        </a:p>
      </dgm:t>
    </dgm:pt>
    <dgm:pt modelId="{24ADD74C-8FE2-45C7-A767-E0CA0926A59D}" type="sibTrans" cxnId="{1F69988A-24DA-4B82-A699-1345E689977A}">
      <dgm:prSet/>
      <dgm:spPr/>
      <dgm:t>
        <a:bodyPr/>
        <a:lstStyle/>
        <a:p>
          <a:endParaRPr lang="en-US"/>
        </a:p>
      </dgm:t>
    </dgm:pt>
    <dgm:pt modelId="{AE7667DD-E769-4129-8BDD-EF3E628963EB}">
      <dgm:prSet/>
      <dgm:spPr/>
      <dgm:t>
        <a:bodyPr/>
        <a:lstStyle/>
        <a:p>
          <a:r>
            <a:rPr lang="en-GB"/>
            <a:t>Stay within budget</a:t>
          </a:r>
          <a:endParaRPr lang="en-US"/>
        </a:p>
      </dgm:t>
    </dgm:pt>
    <dgm:pt modelId="{365F9D0A-33D6-48DE-AE47-CB5CA090F3E6}" type="parTrans" cxnId="{932F02D0-26B4-4035-AF7B-09608D1AF638}">
      <dgm:prSet/>
      <dgm:spPr/>
      <dgm:t>
        <a:bodyPr/>
        <a:lstStyle/>
        <a:p>
          <a:endParaRPr lang="en-US"/>
        </a:p>
      </dgm:t>
    </dgm:pt>
    <dgm:pt modelId="{D79B2C89-5EE0-4C59-9DEC-146DC5D97C64}" type="sibTrans" cxnId="{932F02D0-26B4-4035-AF7B-09608D1AF638}">
      <dgm:prSet/>
      <dgm:spPr/>
      <dgm:t>
        <a:bodyPr/>
        <a:lstStyle/>
        <a:p>
          <a:endParaRPr lang="en-US"/>
        </a:p>
      </dgm:t>
    </dgm:pt>
    <dgm:pt modelId="{0AC4372D-6F51-4763-968B-208AE3A124C3}">
      <dgm:prSet/>
      <dgm:spPr/>
      <dgm:t>
        <a:bodyPr/>
        <a:lstStyle/>
        <a:p>
          <a:r>
            <a:rPr lang="en-GB"/>
            <a:t>Coordinate teams and tasks</a:t>
          </a:r>
          <a:endParaRPr lang="en-US"/>
        </a:p>
      </dgm:t>
    </dgm:pt>
    <dgm:pt modelId="{E2B2E5FF-3EC2-4A77-9B37-6B3BC4484045}" type="parTrans" cxnId="{4B1C52BC-CB2A-46F1-8D57-E1E3AE747C0F}">
      <dgm:prSet/>
      <dgm:spPr/>
      <dgm:t>
        <a:bodyPr/>
        <a:lstStyle/>
        <a:p>
          <a:endParaRPr lang="en-US"/>
        </a:p>
      </dgm:t>
    </dgm:pt>
    <dgm:pt modelId="{D53D818E-0359-429E-B719-67253153B80D}" type="sibTrans" cxnId="{4B1C52BC-CB2A-46F1-8D57-E1E3AE747C0F}">
      <dgm:prSet/>
      <dgm:spPr/>
      <dgm:t>
        <a:bodyPr/>
        <a:lstStyle/>
        <a:p>
          <a:endParaRPr lang="en-US"/>
        </a:p>
      </dgm:t>
    </dgm:pt>
    <dgm:pt modelId="{086D6C8F-30C5-41CA-9A2E-777D80C1D6D8}">
      <dgm:prSet/>
      <dgm:spPr/>
      <dgm:t>
        <a:bodyPr/>
        <a:lstStyle/>
        <a:p>
          <a:r>
            <a:rPr lang="en-GB"/>
            <a:t>Used across many IT projects (apps, games, networks)</a:t>
          </a:r>
          <a:endParaRPr lang="en-US"/>
        </a:p>
      </dgm:t>
    </dgm:pt>
    <dgm:pt modelId="{A67214C2-1657-41E9-A1E2-D7D802587467}" type="parTrans" cxnId="{F74709A6-05B0-4307-AF03-809EB604A194}">
      <dgm:prSet/>
      <dgm:spPr/>
      <dgm:t>
        <a:bodyPr/>
        <a:lstStyle/>
        <a:p>
          <a:endParaRPr lang="en-US"/>
        </a:p>
      </dgm:t>
    </dgm:pt>
    <dgm:pt modelId="{DFEFAAFE-5173-49DD-88A3-CB18FC82F6FD}" type="sibTrans" cxnId="{F74709A6-05B0-4307-AF03-809EB604A194}">
      <dgm:prSet/>
      <dgm:spPr/>
      <dgm:t>
        <a:bodyPr/>
        <a:lstStyle/>
        <a:p>
          <a:endParaRPr lang="en-US"/>
        </a:p>
      </dgm:t>
    </dgm:pt>
    <dgm:pt modelId="{27371A81-AC76-4644-ABCE-59982FAA1535}" type="pres">
      <dgm:prSet presAssocID="{178B2AE6-3BCF-43B8-BF2F-06C7D6315DB3}" presName="root" presStyleCnt="0">
        <dgm:presLayoutVars>
          <dgm:dir/>
          <dgm:resizeHandles val="exact"/>
        </dgm:presLayoutVars>
      </dgm:prSet>
      <dgm:spPr/>
    </dgm:pt>
    <dgm:pt modelId="{D050F999-B936-4C1D-A911-2C6B91598745}" type="pres">
      <dgm:prSet presAssocID="{143B4CCB-AB8F-4A66-8E61-C2194A074641}" presName="compNode" presStyleCnt="0"/>
      <dgm:spPr/>
    </dgm:pt>
    <dgm:pt modelId="{E1306890-392E-479E-855A-E0110503F01E}" type="pres">
      <dgm:prSet presAssocID="{143B4CCB-AB8F-4A66-8E61-C2194A074641}" presName="bgRect" presStyleLbl="bgShp" presStyleIdx="0" presStyleCnt="4"/>
      <dgm:spPr/>
    </dgm:pt>
    <dgm:pt modelId="{B775C70A-D439-4927-A4CF-AD5460AA1D1E}" type="pres">
      <dgm:prSet presAssocID="{143B4CCB-AB8F-4A66-8E61-C2194A0746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571BAFB-82B5-45E9-97CF-2A6EA36A782E}" type="pres">
      <dgm:prSet presAssocID="{143B4CCB-AB8F-4A66-8E61-C2194A074641}" presName="spaceRect" presStyleCnt="0"/>
      <dgm:spPr/>
    </dgm:pt>
    <dgm:pt modelId="{4B14ACB1-F382-4497-9E38-DCDC1F8382D9}" type="pres">
      <dgm:prSet presAssocID="{143B4CCB-AB8F-4A66-8E61-C2194A074641}" presName="parTx" presStyleLbl="revTx" presStyleIdx="0" presStyleCnt="5">
        <dgm:presLayoutVars>
          <dgm:chMax val="0"/>
          <dgm:chPref val="0"/>
        </dgm:presLayoutVars>
      </dgm:prSet>
      <dgm:spPr/>
    </dgm:pt>
    <dgm:pt modelId="{38D20224-D5D5-4FC8-8A1A-3536BE9B761D}" type="pres">
      <dgm:prSet presAssocID="{AC414524-73C0-4F36-B278-7EF5831D7FAF}" presName="sibTrans" presStyleCnt="0"/>
      <dgm:spPr/>
    </dgm:pt>
    <dgm:pt modelId="{7A3814DD-2F9E-406D-9340-46CC246B6D54}" type="pres">
      <dgm:prSet presAssocID="{C3B168B5-7E89-458B-8653-398256AD0366}" presName="compNode" presStyleCnt="0"/>
      <dgm:spPr/>
    </dgm:pt>
    <dgm:pt modelId="{90434ED0-0112-4658-B628-9F1DFD47930D}" type="pres">
      <dgm:prSet presAssocID="{C3B168B5-7E89-458B-8653-398256AD0366}" presName="bgRect" presStyleLbl="bgShp" presStyleIdx="1" presStyleCnt="4"/>
      <dgm:spPr/>
    </dgm:pt>
    <dgm:pt modelId="{B428C5D1-798F-4C82-80E1-26AF37419712}" type="pres">
      <dgm:prSet presAssocID="{C3B168B5-7E89-458B-8653-398256AD03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C0A6464-1A03-4580-A4CF-4FCE3352C529}" type="pres">
      <dgm:prSet presAssocID="{C3B168B5-7E89-458B-8653-398256AD0366}" presName="spaceRect" presStyleCnt="0"/>
      <dgm:spPr/>
    </dgm:pt>
    <dgm:pt modelId="{0AA0B37B-A584-4ECB-9AF3-7C84069A337C}" type="pres">
      <dgm:prSet presAssocID="{C3B168B5-7E89-458B-8653-398256AD0366}" presName="parTx" presStyleLbl="revTx" presStyleIdx="1" presStyleCnt="5">
        <dgm:presLayoutVars>
          <dgm:chMax val="0"/>
          <dgm:chPref val="0"/>
        </dgm:presLayoutVars>
      </dgm:prSet>
      <dgm:spPr/>
    </dgm:pt>
    <dgm:pt modelId="{AABB4C69-AAAE-4D85-B1BE-F08B922CE2BE}" type="pres">
      <dgm:prSet presAssocID="{C3B168B5-7E89-458B-8653-398256AD0366}" presName="desTx" presStyleLbl="revTx" presStyleIdx="2" presStyleCnt="5">
        <dgm:presLayoutVars/>
      </dgm:prSet>
      <dgm:spPr/>
    </dgm:pt>
    <dgm:pt modelId="{4564378F-B135-45CA-BD5D-8E8A4BDE3C34}" type="pres">
      <dgm:prSet presAssocID="{14567FD4-E96D-451C-A54B-72D1EDC5C370}" presName="sibTrans" presStyleCnt="0"/>
      <dgm:spPr/>
    </dgm:pt>
    <dgm:pt modelId="{2B0B2D2D-4699-4623-9001-75251952BCE2}" type="pres">
      <dgm:prSet presAssocID="{0AC4372D-6F51-4763-968B-208AE3A124C3}" presName="compNode" presStyleCnt="0"/>
      <dgm:spPr/>
    </dgm:pt>
    <dgm:pt modelId="{6EE9E793-30DA-4A0D-A4FC-FC430F95C6D3}" type="pres">
      <dgm:prSet presAssocID="{0AC4372D-6F51-4763-968B-208AE3A124C3}" presName="bgRect" presStyleLbl="bgShp" presStyleIdx="2" presStyleCnt="4"/>
      <dgm:spPr/>
    </dgm:pt>
    <dgm:pt modelId="{71A47D3B-324F-41B5-87A2-73DE7F8DD0F2}" type="pres">
      <dgm:prSet presAssocID="{0AC4372D-6F51-4763-968B-208AE3A124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7CE9B6B-89ED-4E2F-93BE-5A026E22ADC8}" type="pres">
      <dgm:prSet presAssocID="{0AC4372D-6F51-4763-968B-208AE3A124C3}" presName="spaceRect" presStyleCnt="0"/>
      <dgm:spPr/>
    </dgm:pt>
    <dgm:pt modelId="{5F7F15DB-8BD6-4C9A-9086-70E56B53DE4A}" type="pres">
      <dgm:prSet presAssocID="{0AC4372D-6F51-4763-968B-208AE3A124C3}" presName="parTx" presStyleLbl="revTx" presStyleIdx="3" presStyleCnt="5">
        <dgm:presLayoutVars>
          <dgm:chMax val="0"/>
          <dgm:chPref val="0"/>
        </dgm:presLayoutVars>
      </dgm:prSet>
      <dgm:spPr/>
    </dgm:pt>
    <dgm:pt modelId="{8A2FDCFA-6D8A-451E-9D50-A26C494772ED}" type="pres">
      <dgm:prSet presAssocID="{D53D818E-0359-429E-B719-67253153B80D}" presName="sibTrans" presStyleCnt="0"/>
      <dgm:spPr/>
    </dgm:pt>
    <dgm:pt modelId="{FD0696C4-A3F6-4B43-BDDE-590C19758612}" type="pres">
      <dgm:prSet presAssocID="{086D6C8F-30C5-41CA-9A2E-777D80C1D6D8}" presName="compNode" presStyleCnt="0"/>
      <dgm:spPr/>
    </dgm:pt>
    <dgm:pt modelId="{1F94AE1A-9A83-4A5C-9A16-89A014F90DC6}" type="pres">
      <dgm:prSet presAssocID="{086D6C8F-30C5-41CA-9A2E-777D80C1D6D8}" presName="bgRect" presStyleLbl="bgShp" presStyleIdx="3" presStyleCnt="4"/>
      <dgm:spPr/>
    </dgm:pt>
    <dgm:pt modelId="{30B28518-0ABC-4289-A6DF-B46875BCA66C}" type="pres">
      <dgm:prSet presAssocID="{086D6C8F-30C5-41CA-9A2E-777D80C1D6D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5D4952F1-004B-4771-B8E2-9D7B06AE1FAE}" type="pres">
      <dgm:prSet presAssocID="{086D6C8F-30C5-41CA-9A2E-777D80C1D6D8}" presName="spaceRect" presStyleCnt="0"/>
      <dgm:spPr/>
    </dgm:pt>
    <dgm:pt modelId="{773D9994-305D-4021-94E7-1D80D9242E53}" type="pres">
      <dgm:prSet presAssocID="{086D6C8F-30C5-41CA-9A2E-777D80C1D6D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0EB8F14-62F3-44F6-AE78-8D033293FF17}" type="presOf" srcId="{AE7667DD-E769-4129-8BDD-EF3E628963EB}" destId="{AABB4C69-AAAE-4D85-B1BE-F08B922CE2BE}" srcOrd="0" destOrd="1" presId="urn:microsoft.com/office/officeart/2018/2/layout/IconVerticalSolidList"/>
    <dgm:cxn modelId="{3352C123-D21D-4F01-8A04-B4D0A5B04780}" type="presOf" srcId="{0AC4372D-6F51-4763-968B-208AE3A124C3}" destId="{5F7F15DB-8BD6-4C9A-9086-70E56B53DE4A}" srcOrd="0" destOrd="0" presId="urn:microsoft.com/office/officeart/2018/2/layout/IconVerticalSolidList"/>
    <dgm:cxn modelId="{CEA7D76E-0F09-405A-927E-E004AD75DBA9}" srcId="{178B2AE6-3BCF-43B8-BF2F-06C7D6315DB3}" destId="{143B4CCB-AB8F-4A66-8E61-C2194A074641}" srcOrd="0" destOrd="0" parTransId="{B358E8EC-3D37-4F6F-BDDE-B8E4832EFFAC}" sibTransId="{AC414524-73C0-4F36-B278-7EF5831D7FAF}"/>
    <dgm:cxn modelId="{A8543074-A87E-4126-8B2D-717AEE951C98}" type="presOf" srcId="{086D6C8F-30C5-41CA-9A2E-777D80C1D6D8}" destId="{773D9994-305D-4021-94E7-1D80D9242E53}" srcOrd="0" destOrd="0" presId="urn:microsoft.com/office/officeart/2018/2/layout/IconVerticalSolidList"/>
    <dgm:cxn modelId="{1F69988A-24DA-4B82-A699-1345E689977A}" srcId="{C3B168B5-7E89-458B-8653-398256AD0366}" destId="{86BB2541-6890-4027-88F4-711169A93D32}" srcOrd="0" destOrd="0" parTransId="{30587048-7969-41E4-AA96-E5AD89104E8D}" sibTransId="{24ADD74C-8FE2-45C7-A767-E0CA0926A59D}"/>
    <dgm:cxn modelId="{FC01448B-8221-4F72-BEEF-9D858A39DB6F}" srcId="{178B2AE6-3BCF-43B8-BF2F-06C7D6315DB3}" destId="{C3B168B5-7E89-458B-8653-398256AD0366}" srcOrd="1" destOrd="0" parTransId="{3C727E28-6329-411D-A91A-3C4BB46F28E8}" sibTransId="{14567FD4-E96D-451C-A54B-72D1EDC5C370}"/>
    <dgm:cxn modelId="{ACA577A2-AF90-4318-8100-3B1C3CCBB13E}" type="presOf" srcId="{178B2AE6-3BCF-43B8-BF2F-06C7D6315DB3}" destId="{27371A81-AC76-4644-ABCE-59982FAA1535}" srcOrd="0" destOrd="0" presId="urn:microsoft.com/office/officeart/2018/2/layout/IconVerticalSolidList"/>
    <dgm:cxn modelId="{F74709A6-05B0-4307-AF03-809EB604A194}" srcId="{178B2AE6-3BCF-43B8-BF2F-06C7D6315DB3}" destId="{086D6C8F-30C5-41CA-9A2E-777D80C1D6D8}" srcOrd="3" destOrd="0" parTransId="{A67214C2-1657-41E9-A1E2-D7D802587467}" sibTransId="{DFEFAAFE-5173-49DD-88A3-CB18FC82F6FD}"/>
    <dgm:cxn modelId="{384184A8-345D-4E46-A936-79705DED0021}" type="presOf" srcId="{86BB2541-6890-4027-88F4-711169A93D32}" destId="{AABB4C69-AAAE-4D85-B1BE-F08B922CE2BE}" srcOrd="0" destOrd="0" presId="urn:microsoft.com/office/officeart/2018/2/layout/IconVerticalSolidList"/>
    <dgm:cxn modelId="{8D73A2B7-B963-41A9-B117-D1D2B5F5DF66}" type="presOf" srcId="{C3B168B5-7E89-458B-8653-398256AD0366}" destId="{0AA0B37B-A584-4ECB-9AF3-7C84069A337C}" srcOrd="0" destOrd="0" presId="urn:microsoft.com/office/officeart/2018/2/layout/IconVerticalSolidList"/>
    <dgm:cxn modelId="{4B1C52BC-CB2A-46F1-8D57-E1E3AE747C0F}" srcId="{178B2AE6-3BCF-43B8-BF2F-06C7D6315DB3}" destId="{0AC4372D-6F51-4763-968B-208AE3A124C3}" srcOrd="2" destOrd="0" parTransId="{E2B2E5FF-3EC2-4A77-9B37-6B3BC4484045}" sibTransId="{D53D818E-0359-429E-B719-67253153B80D}"/>
    <dgm:cxn modelId="{932F02D0-26B4-4035-AF7B-09608D1AF638}" srcId="{C3B168B5-7E89-458B-8653-398256AD0366}" destId="{AE7667DD-E769-4129-8BDD-EF3E628963EB}" srcOrd="1" destOrd="0" parTransId="{365F9D0A-33D6-48DE-AE47-CB5CA090F3E6}" sibTransId="{D79B2C89-5EE0-4C59-9DEC-146DC5D97C64}"/>
    <dgm:cxn modelId="{DC08A1F6-B6A6-4FEE-9970-73D78D6D6723}" type="presOf" srcId="{143B4CCB-AB8F-4A66-8E61-C2194A074641}" destId="{4B14ACB1-F382-4497-9E38-DCDC1F8382D9}" srcOrd="0" destOrd="0" presId="urn:microsoft.com/office/officeart/2018/2/layout/IconVerticalSolidList"/>
    <dgm:cxn modelId="{6BE90AB4-175E-4982-BE45-925FE667F91B}" type="presParOf" srcId="{27371A81-AC76-4644-ABCE-59982FAA1535}" destId="{D050F999-B936-4C1D-A911-2C6B91598745}" srcOrd="0" destOrd="0" presId="urn:microsoft.com/office/officeart/2018/2/layout/IconVerticalSolidList"/>
    <dgm:cxn modelId="{9C07ECB3-E66E-4280-9571-DA518B4809D5}" type="presParOf" srcId="{D050F999-B936-4C1D-A911-2C6B91598745}" destId="{E1306890-392E-479E-855A-E0110503F01E}" srcOrd="0" destOrd="0" presId="urn:microsoft.com/office/officeart/2018/2/layout/IconVerticalSolidList"/>
    <dgm:cxn modelId="{94DAA517-05A1-4F3A-8D32-12BAB13E4586}" type="presParOf" srcId="{D050F999-B936-4C1D-A911-2C6B91598745}" destId="{B775C70A-D439-4927-A4CF-AD5460AA1D1E}" srcOrd="1" destOrd="0" presId="urn:microsoft.com/office/officeart/2018/2/layout/IconVerticalSolidList"/>
    <dgm:cxn modelId="{88114A16-239B-4211-B721-5082F3F4BAB3}" type="presParOf" srcId="{D050F999-B936-4C1D-A911-2C6B91598745}" destId="{8571BAFB-82B5-45E9-97CF-2A6EA36A782E}" srcOrd="2" destOrd="0" presId="urn:microsoft.com/office/officeart/2018/2/layout/IconVerticalSolidList"/>
    <dgm:cxn modelId="{68C91617-539B-4A7B-99EA-1D9982F5CB00}" type="presParOf" srcId="{D050F999-B936-4C1D-A911-2C6B91598745}" destId="{4B14ACB1-F382-4497-9E38-DCDC1F8382D9}" srcOrd="3" destOrd="0" presId="urn:microsoft.com/office/officeart/2018/2/layout/IconVerticalSolidList"/>
    <dgm:cxn modelId="{FA04AB27-631A-47EC-8085-3E41E338D581}" type="presParOf" srcId="{27371A81-AC76-4644-ABCE-59982FAA1535}" destId="{38D20224-D5D5-4FC8-8A1A-3536BE9B761D}" srcOrd="1" destOrd="0" presId="urn:microsoft.com/office/officeart/2018/2/layout/IconVerticalSolidList"/>
    <dgm:cxn modelId="{822C1BD3-7AAC-456D-985B-8B6405B74207}" type="presParOf" srcId="{27371A81-AC76-4644-ABCE-59982FAA1535}" destId="{7A3814DD-2F9E-406D-9340-46CC246B6D54}" srcOrd="2" destOrd="0" presId="urn:microsoft.com/office/officeart/2018/2/layout/IconVerticalSolidList"/>
    <dgm:cxn modelId="{E765ECB1-C1E4-4D38-A6B9-8E9A03FF7EE8}" type="presParOf" srcId="{7A3814DD-2F9E-406D-9340-46CC246B6D54}" destId="{90434ED0-0112-4658-B628-9F1DFD47930D}" srcOrd="0" destOrd="0" presId="urn:microsoft.com/office/officeart/2018/2/layout/IconVerticalSolidList"/>
    <dgm:cxn modelId="{2AE4D02D-2C97-4350-BE8E-C51FF5ABA7C7}" type="presParOf" srcId="{7A3814DD-2F9E-406D-9340-46CC246B6D54}" destId="{B428C5D1-798F-4C82-80E1-26AF37419712}" srcOrd="1" destOrd="0" presId="urn:microsoft.com/office/officeart/2018/2/layout/IconVerticalSolidList"/>
    <dgm:cxn modelId="{DB9036AD-76C7-490A-918F-2204A798FF3C}" type="presParOf" srcId="{7A3814DD-2F9E-406D-9340-46CC246B6D54}" destId="{6C0A6464-1A03-4580-A4CF-4FCE3352C529}" srcOrd="2" destOrd="0" presId="urn:microsoft.com/office/officeart/2018/2/layout/IconVerticalSolidList"/>
    <dgm:cxn modelId="{C63F53DA-C272-48DC-BEC0-74FB58AA4E65}" type="presParOf" srcId="{7A3814DD-2F9E-406D-9340-46CC246B6D54}" destId="{0AA0B37B-A584-4ECB-9AF3-7C84069A337C}" srcOrd="3" destOrd="0" presId="urn:microsoft.com/office/officeart/2018/2/layout/IconVerticalSolidList"/>
    <dgm:cxn modelId="{461251E8-1106-48FD-9FD9-C36FA1B9CA4E}" type="presParOf" srcId="{7A3814DD-2F9E-406D-9340-46CC246B6D54}" destId="{AABB4C69-AAAE-4D85-B1BE-F08B922CE2BE}" srcOrd="4" destOrd="0" presId="urn:microsoft.com/office/officeart/2018/2/layout/IconVerticalSolidList"/>
    <dgm:cxn modelId="{87BA60B1-7033-49EB-9343-1981729BE922}" type="presParOf" srcId="{27371A81-AC76-4644-ABCE-59982FAA1535}" destId="{4564378F-B135-45CA-BD5D-8E8A4BDE3C34}" srcOrd="3" destOrd="0" presId="urn:microsoft.com/office/officeart/2018/2/layout/IconVerticalSolidList"/>
    <dgm:cxn modelId="{EA08490A-A002-4D18-9800-336CCACB453B}" type="presParOf" srcId="{27371A81-AC76-4644-ABCE-59982FAA1535}" destId="{2B0B2D2D-4699-4623-9001-75251952BCE2}" srcOrd="4" destOrd="0" presId="urn:microsoft.com/office/officeart/2018/2/layout/IconVerticalSolidList"/>
    <dgm:cxn modelId="{DB711578-37F4-4DA7-863E-3AEE042E428F}" type="presParOf" srcId="{2B0B2D2D-4699-4623-9001-75251952BCE2}" destId="{6EE9E793-30DA-4A0D-A4FC-FC430F95C6D3}" srcOrd="0" destOrd="0" presId="urn:microsoft.com/office/officeart/2018/2/layout/IconVerticalSolidList"/>
    <dgm:cxn modelId="{FDC77B89-C705-401B-AB7B-922020163346}" type="presParOf" srcId="{2B0B2D2D-4699-4623-9001-75251952BCE2}" destId="{71A47D3B-324F-41B5-87A2-73DE7F8DD0F2}" srcOrd="1" destOrd="0" presId="urn:microsoft.com/office/officeart/2018/2/layout/IconVerticalSolidList"/>
    <dgm:cxn modelId="{BDEE8C41-B417-4C9C-8DED-31C4A0FB079A}" type="presParOf" srcId="{2B0B2D2D-4699-4623-9001-75251952BCE2}" destId="{17CE9B6B-89ED-4E2F-93BE-5A026E22ADC8}" srcOrd="2" destOrd="0" presId="urn:microsoft.com/office/officeart/2018/2/layout/IconVerticalSolidList"/>
    <dgm:cxn modelId="{3FCD5D84-0DDC-4D2D-8EEE-2BFA2EBE435A}" type="presParOf" srcId="{2B0B2D2D-4699-4623-9001-75251952BCE2}" destId="{5F7F15DB-8BD6-4C9A-9086-70E56B53DE4A}" srcOrd="3" destOrd="0" presId="urn:microsoft.com/office/officeart/2018/2/layout/IconVerticalSolidList"/>
    <dgm:cxn modelId="{B4098E78-3D1B-4540-BDA2-835E0C481C5E}" type="presParOf" srcId="{27371A81-AC76-4644-ABCE-59982FAA1535}" destId="{8A2FDCFA-6D8A-451E-9D50-A26C494772ED}" srcOrd="5" destOrd="0" presId="urn:microsoft.com/office/officeart/2018/2/layout/IconVerticalSolidList"/>
    <dgm:cxn modelId="{D53D239A-4BEB-44AE-A980-83D62BC3C2AE}" type="presParOf" srcId="{27371A81-AC76-4644-ABCE-59982FAA1535}" destId="{FD0696C4-A3F6-4B43-BDDE-590C19758612}" srcOrd="6" destOrd="0" presId="urn:microsoft.com/office/officeart/2018/2/layout/IconVerticalSolidList"/>
    <dgm:cxn modelId="{A4A623BB-890F-4D79-BDC2-483D674B2C2B}" type="presParOf" srcId="{FD0696C4-A3F6-4B43-BDDE-590C19758612}" destId="{1F94AE1A-9A83-4A5C-9A16-89A014F90DC6}" srcOrd="0" destOrd="0" presId="urn:microsoft.com/office/officeart/2018/2/layout/IconVerticalSolidList"/>
    <dgm:cxn modelId="{77354666-FA54-4FFD-A963-973AC541381B}" type="presParOf" srcId="{FD0696C4-A3F6-4B43-BDDE-590C19758612}" destId="{30B28518-0ABC-4289-A6DF-B46875BCA66C}" srcOrd="1" destOrd="0" presId="urn:microsoft.com/office/officeart/2018/2/layout/IconVerticalSolidList"/>
    <dgm:cxn modelId="{37F4E809-BDCF-4411-8D56-B886CF0A33D0}" type="presParOf" srcId="{FD0696C4-A3F6-4B43-BDDE-590C19758612}" destId="{5D4952F1-004B-4771-B8E2-9D7B06AE1FAE}" srcOrd="2" destOrd="0" presId="urn:microsoft.com/office/officeart/2018/2/layout/IconVerticalSolidList"/>
    <dgm:cxn modelId="{3D5ACA1E-3BDE-47F8-A576-49A6A443F877}" type="presParOf" srcId="{FD0696C4-A3F6-4B43-BDDE-590C19758612}" destId="{773D9994-305D-4021-94E7-1D80D9242E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0FB0A47-50BA-4549-B490-5B96EC6862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F8A200E-3689-4EBB-9395-7DC3C270B802}">
      <dgm:prSet/>
      <dgm:spPr/>
      <dgm:t>
        <a:bodyPr/>
        <a:lstStyle/>
        <a:p>
          <a:r>
            <a:rPr lang="en-US" b="0" i="0" baseline="0"/>
            <a:t>Protects systems and data</a:t>
          </a:r>
          <a:endParaRPr lang="en-US"/>
        </a:p>
      </dgm:t>
    </dgm:pt>
    <dgm:pt modelId="{7BC5A96D-9D46-47D8-91C3-0901ACEB5A9B}" type="parTrans" cxnId="{BBF00A2F-ED63-4A41-BE4D-BAC2154C9BB4}">
      <dgm:prSet/>
      <dgm:spPr/>
      <dgm:t>
        <a:bodyPr/>
        <a:lstStyle/>
        <a:p>
          <a:endParaRPr lang="en-US"/>
        </a:p>
      </dgm:t>
    </dgm:pt>
    <dgm:pt modelId="{A8D651CB-091A-4D8F-86E5-691E992A5EB1}" type="sibTrans" cxnId="{BBF00A2F-ED63-4A41-BE4D-BAC2154C9BB4}">
      <dgm:prSet/>
      <dgm:spPr/>
      <dgm:t>
        <a:bodyPr/>
        <a:lstStyle/>
        <a:p>
          <a:endParaRPr lang="en-US"/>
        </a:p>
      </dgm:t>
    </dgm:pt>
    <dgm:pt modelId="{49D8EE4B-8F1C-4B17-9D1D-C02E1D06B698}">
      <dgm:prSet/>
      <dgm:spPr/>
      <dgm:t>
        <a:bodyPr/>
        <a:lstStyle/>
        <a:p>
          <a:r>
            <a:rPr lang="en-US" b="0" i="0" baseline="0"/>
            <a:t>Manages security policies and procedures</a:t>
          </a:r>
          <a:endParaRPr lang="en-US"/>
        </a:p>
      </dgm:t>
    </dgm:pt>
    <dgm:pt modelId="{911F877D-D8A2-40AB-8F6F-94658483BF7C}" type="parTrans" cxnId="{BFAC17A5-0ED6-48F7-BABD-70ECD204CECF}">
      <dgm:prSet/>
      <dgm:spPr/>
      <dgm:t>
        <a:bodyPr/>
        <a:lstStyle/>
        <a:p>
          <a:endParaRPr lang="en-US"/>
        </a:p>
      </dgm:t>
    </dgm:pt>
    <dgm:pt modelId="{D9FDCEE2-23C7-4AAB-9ED4-DD8D61793890}" type="sibTrans" cxnId="{BFAC17A5-0ED6-48F7-BABD-70ECD204CECF}">
      <dgm:prSet/>
      <dgm:spPr/>
      <dgm:t>
        <a:bodyPr/>
        <a:lstStyle/>
        <a:p>
          <a:endParaRPr lang="en-US"/>
        </a:p>
      </dgm:t>
    </dgm:pt>
    <dgm:pt modelId="{77B75C87-C2DD-4E87-9A07-68BC9FB79E69}">
      <dgm:prSet/>
      <dgm:spPr/>
      <dgm:t>
        <a:bodyPr/>
        <a:lstStyle/>
        <a:p>
          <a:r>
            <a:rPr lang="en-US" b="0" i="0" baseline="0"/>
            <a:t>Prevents:</a:t>
          </a:r>
          <a:endParaRPr lang="en-US"/>
        </a:p>
      </dgm:t>
    </dgm:pt>
    <dgm:pt modelId="{E1E546F1-FD25-4A62-8A0A-6894BA95BB96}" type="parTrans" cxnId="{AFCA32A5-DEB9-4898-9478-DE63195837C2}">
      <dgm:prSet/>
      <dgm:spPr/>
      <dgm:t>
        <a:bodyPr/>
        <a:lstStyle/>
        <a:p>
          <a:endParaRPr lang="en-US"/>
        </a:p>
      </dgm:t>
    </dgm:pt>
    <dgm:pt modelId="{1C0AA14A-BEBC-4F22-8153-F3039F805BAC}" type="sibTrans" cxnId="{AFCA32A5-DEB9-4898-9478-DE63195837C2}">
      <dgm:prSet/>
      <dgm:spPr/>
      <dgm:t>
        <a:bodyPr/>
        <a:lstStyle/>
        <a:p>
          <a:endParaRPr lang="en-US"/>
        </a:p>
      </dgm:t>
    </dgm:pt>
    <dgm:pt modelId="{BF39343A-C2E5-4C21-A605-27944F5ECE93}">
      <dgm:prSet/>
      <dgm:spPr/>
      <dgm:t>
        <a:bodyPr/>
        <a:lstStyle/>
        <a:p>
          <a:r>
            <a:rPr lang="en-US" b="0" i="0" baseline="0"/>
            <a:t>Hacking</a:t>
          </a:r>
          <a:endParaRPr lang="en-US"/>
        </a:p>
      </dgm:t>
    </dgm:pt>
    <dgm:pt modelId="{5594D631-90AB-45BB-8A83-1466844C86EA}" type="parTrans" cxnId="{5D8319AA-C1DE-43CA-911B-93F448AA54E6}">
      <dgm:prSet/>
      <dgm:spPr/>
      <dgm:t>
        <a:bodyPr/>
        <a:lstStyle/>
        <a:p>
          <a:endParaRPr lang="en-US"/>
        </a:p>
      </dgm:t>
    </dgm:pt>
    <dgm:pt modelId="{4D8BFB66-1EB7-4F57-8948-8B6F97793F40}" type="sibTrans" cxnId="{5D8319AA-C1DE-43CA-911B-93F448AA54E6}">
      <dgm:prSet/>
      <dgm:spPr/>
      <dgm:t>
        <a:bodyPr/>
        <a:lstStyle/>
        <a:p>
          <a:endParaRPr lang="en-US"/>
        </a:p>
      </dgm:t>
    </dgm:pt>
    <dgm:pt modelId="{DCB4105B-E98D-4597-8FC4-74DD71FBE64E}">
      <dgm:prSet/>
      <dgm:spPr/>
      <dgm:t>
        <a:bodyPr/>
        <a:lstStyle/>
        <a:p>
          <a:r>
            <a:rPr lang="en-US" b="0" i="0" baseline="0"/>
            <a:t>Viruses</a:t>
          </a:r>
          <a:endParaRPr lang="en-US"/>
        </a:p>
      </dgm:t>
    </dgm:pt>
    <dgm:pt modelId="{514E12BA-A306-464B-90A0-FDF3D05EF45C}" type="parTrans" cxnId="{8FC691FA-D2E6-4952-B276-352A24EC3DF7}">
      <dgm:prSet/>
      <dgm:spPr/>
      <dgm:t>
        <a:bodyPr/>
        <a:lstStyle/>
        <a:p>
          <a:endParaRPr lang="en-US"/>
        </a:p>
      </dgm:t>
    </dgm:pt>
    <dgm:pt modelId="{0047837E-A932-46AE-A2EC-52CC2B90C9B2}" type="sibTrans" cxnId="{8FC691FA-D2E6-4952-B276-352A24EC3DF7}">
      <dgm:prSet/>
      <dgm:spPr/>
      <dgm:t>
        <a:bodyPr/>
        <a:lstStyle/>
        <a:p>
          <a:endParaRPr lang="en-US"/>
        </a:p>
      </dgm:t>
    </dgm:pt>
    <dgm:pt modelId="{7B606E31-5731-4035-82EE-C34D368F2504}">
      <dgm:prSet/>
      <dgm:spPr/>
      <dgm:t>
        <a:bodyPr/>
        <a:lstStyle/>
        <a:p>
          <a:r>
            <a:rPr lang="en-US" b="0" i="0" baseline="0"/>
            <a:t>Data breaches</a:t>
          </a:r>
          <a:endParaRPr lang="en-US"/>
        </a:p>
      </dgm:t>
    </dgm:pt>
    <dgm:pt modelId="{E56F98B0-033B-4736-BD64-D28C22693D43}" type="parTrans" cxnId="{9EEDCED8-04F8-45F1-86BC-C851705195FA}">
      <dgm:prSet/>
      <dgm:spPr/>
      <dgm:t>
        <a:bodyPr/>
        <a:lstStyle/>
        <a:p>
          <a:endParaRPr lang="en-US"/>
        </a:p>
      </dgm:t>
    </dgm:pt>
    <dgm:pt modelId="{71FD0017-98A3-497E-8EF9-2BF16B7C5AB0}" type="sibTrans" cxnId="{9EEDCED8-04F8-45F1-86BC-C851705195FA}">
      <dgm:prSet/>
      <dgm:spPr/>
      <dgm:t>
        <a:bodyPr/>
        <a:lstStyle/>
        <a:p>
          <a:endParaRPr lang="en-US"/>
        </a:p>
      </dgm:t>
    </dgm:pt>
    <dgm:pt modelId="{AC7579F8-8FC0-4F68-85AC-2744EC971F85}">
      <dgm:prSet/>
      <dgm:spPr/>
      <dgm:t>
        <a:bodyPr/>
        <a:lstStyle/>
        <a:p>
          <a:r>
            <a:rPr lang="en-US" b="0" i="0" baseline="0"/>
            <a:t>Cybersecurity is a rapidly growing field</a:t>
          </a:r>
          <a:endParaRPr lang="en-US"/>
        </a:p>
      </dgm:t>
    </dgm:pt>
    <dgm:pt modelId="{8A1C1377-3FB2-4EEA-A726-00AAD48681E6}" type="parTrans" cxnId="{7B292CDF-C2FD-4B21-9847-2C643FAFF7FB}">
      <dgm:prSet/>
      <dgm:spPr/>
      <dgm:t>
        <a:bodyPr/>
        <a:lstStyle/>
        <a:p>
          <a:endParaRPr lang="en-US"/>
        </a:p>
      </dgm:t>
    </dgm:pt>
    <dgm:pt modelId="{0F092F13-07DA-4372-989B-4D4E59187F95}" type="sibTrans" cxnId="{7B292CDF-C2FD-4B21-9847-2C643FAFF7FB}">
      <dgm:prSet/>
      <dgm:spPr/>
      <dgm:t>
        <a:bodyPr/>
        <a:lstStyle/>
        <a:p>
          <a:endParaRPr lang="en-US"/>
        </a:p>
      </dgm:t>
    </dgm:pt>
    <dgm:pt modelId="{03D31301-7531-4CD5-963A-56875C7CBD60}" type="pres">
      <dgm:prSet presAssocID="{A0FB0A47-50BA-4549-B490-5B96EC686287}" presName="root" presStyleCnt="0">
        <dgm:presLayoutVars>
          <dgm:dir/>
          <dgm:resizeHandles val="exact"/>
        </dgm:presLayoutVars>
      </dgm:prSet>
      <dgm:spPr/>
    </dgm:pt>
    <dgm:pt modelId="{F16FE596-CB5A-4532-B07D-B9ACD9898222}" type="pres">
      <dgm:prSet presAssocID="{3F8A200E-3689-4EBB-9395-7DC3C270B802}" presName="compNode" presStyleCnt="0"/>
      <dgm:spPr/>
    </dgm:pt>
    <dgm:pt modelId="{BE427946-7050-4492-8718-D140E4111129}" type="pres">
      <dgm:prSet presAssocID="{3F8A200E-3689-4EBB-9395-7DC3C270B802}" presName="bgRect" presStyleLbl="bgShp" presStyleIdx="0" presStyleCnt="4"/>
      <dgm:spPr/>
    </dgm:pt>
    <dgm:pt modelId="{FD050295-FAE7-4CC6-8CBC-18450B4BF2EF}" type="pres">
      <dgm:prSet presAssocID="{3F8A200E-3689-4EBB-9395-7DC3C270B80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FB601C-888E-4501-9301-83D7ECA7AD27}" type="pres">
      <dgm:prSet presAssocID="{3F8A200E-3689-4EBB-9395-7DC3C270B802}" presName="spaceRect" presStyleCnt="0"/>
      <dgm:spPr/>
    </dgm:pt>
    <dgm:pt modelId="{434ED6C0-4AFD-4F69-B033-6493A87E8D7F}" type="pres">
      <dgm:prSet presAssocID="{3F8A200E-3689-4EBB-9395-7DC3C270B802}" presName="parTx" presStyleLbl="revTx" presStyleIdx="0" presStyleCnt="5">
        <dgm:presLayoutVars>
          <dgm:chMax val="0"/>
          <dgm:chPref val="0"/>
        </dgm:presLayoutVars>
      </dgm:prSet>
      <dgm:spPr/>
    </dgm:pt>
    <dgm:pt modelId="{D815361F-99F5-4E9B-9805-6361AB093B85}" type="pres">
      <dgm:prSet presAssocID="{A8D651CB-091A-4D8F-86E5-691E992A5EB1}" presName="sibTrans" presStyleCnt="0"/>
      <dgm:spPr/>
    </dgm:pt>
    <dgm:pt modelId="{9F3E393C-C783-4D22-8F5A-69E3C1D9EE77}" type="pres">
      <dgm:prSet presAssocID="{49D8EE4B-8F1C-4B17-9D1D-C02E1D06B698}" presName="compNode" presStyleCnt="0"/>
      <dgm:spPr/>
    </dgm:pt>
    <dgm:pt modelId="{CF15C7E6-D534-4232-8FB0-0B6AC5B623D8}" type="pres">
      <dgm:prSet presAssocID="{49D8EE4B-8F1C-4B17-9D1D-C02E1D06B698}" presName="bgRect" presStyleLbl="bgShp" presStyleIdx="1" presStyleCnt="4"/>
      <dgm:spPr/>
    </dgm:pt>
    <dgm:pt modelId="{5AE06BC5-3CB1-41F4-986C-6738A085D1C5}" type="pres">
      <dgm:prSet presAssocID="{49D8EE4B-8F1C-4B17-9D1D-C02E1D06B69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794FEB1-80A7-4A7E-83D4-28BAAE24418A}" type="pres">
      <dgm:prSet presAssocID="{49D8EE4B-8F1C-4B17-9D1D-C02E1D06B698}" presName="spaceRect" presStyleCnt="0"/>
      <dgm:spPr/>
    </dgm:pt>
    <dgm:pt modelId="{2BD9D7EF-A5F1-4716-8DF9-B9DB36AF6F4D}" type="pres">
      <dgm:prSet presAssocID="{49D8EE4B-8F1C-4B17-9D1D-C02E1D06B698}" presName="parTx" presStyleLbl="revTx" presStyleIdx="1" presStyleCnt="5">
        <dgm:presLayoutVars>
          <dgm:chMax val="0"/>
          <dgm:chPref val="0"/>
        </dgm:presLayoutVars>
      </dgm:prSet>
      <dgm:spPr/>
    </dgm:pt>
    <dgm:pt modelId="{B71E5A64-C060-4E14-9293-320B03D2CBA5}" type="pres">
      <dgm:prSet presAssocID="{D9FDCEE2-23C7-4AAB-9ED4-DD8D61793890}" presName="sibTrans" presStyleCnt="0"/>
      <dgm:spPr/>
    </dgm:pt>
    <dgm:pt modelId="{BA6ABAB4-4D83-4774-867C-CF93D1F25479}" type="pres">
      <dgm:prSet presAssocID="{77B75C87-C2DD-4E87-9A07-68BC9FB79E69}" presName="compNode" presStyleCnt="0"/>
      <dgm:spPr/>
    </dgm:pt>
    <dgm:pt modelId="{A2C4F45F-AE4F-426F-9EDB-0D725E9B8F4E}" type="pres">
      <dgm:prSet presAssocID="{77B75C87-C2DD-4E87-9A07-68BC9FB79E69}" presName="bgRect" presStyleLbl="bgShp" presStyleIdx="2" presStyleCnt="4"/>
      <dgm:spPr/>
    </dgm:pt>
    <dgm:pt modelId="{C0FAE2EF-59EF-45B9-A523-36C40F3DE108}" type="pres">
      <dgm:prSet presAssocID="{77B75C87-C2DD-4E87-9A07-68BC9FB79E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9CA159EF-DD24-4291-B3FF-8C4666F22EB2}" type="pres">
      <dgm:prSet presAssocID="{77B75C87-C2DD-4E87-9A07-68BC9FB79E69}" presName="spaceRect" presStyleCnt="0"/>
      <dgm:spPr/>
    </dgm:pt>
    <dgm:pt modelId="{67E3596A-389D-4C5B-AE15-512A659FF40B}" type="pres">
      <dgm:prSet presAssocID="{77B75C87-C2DD-4E87-9A07-68BC9FB79E69}" presName="parTx" presStyleLbl="revTx" presStyleIdx="2" presStyleCnt="5">
        <dgm:presLayoutVars>
          <dgm:chMax val="0"/>
          <dgm:chPref val="0"/>
        </dgm:presLayoutVars>
      </dgm:prSet>
      <dgm:spPr/>
    </dgm:pt>
    <dgm:pt modelId="{D905B51F-1FF0-4819-B70B-86881D2CFEA1}" type="pres">
      <dgm:prSet presAssocID="{77B75C87-C2DD-4E87-9A07-68BC9FB79E69}" presName="desTx" presStyleLbl="revTx" presStyleIdx="3" presStyleCnt="5">
        <dgm:presLayoutVars/>
      </dgm:prSet>
      <dgm:spPr/>
    </dgm:pt>
    <dgm:pt modelId="{96AB4570-364E-480C-AD21-A70C687C8414}" type="pres">
      <dgm:prSet presAssocID="{1C0AA14A-BEBC-4F22-8153-F3039F805BAC}" presName="sibTrans" presStyleCnt="0"/>
      <dgm:spPr/>
    </dgm:pt>
    <dgm:pt modelId="{CB736047-74B4-4CC1-B90F-BF67AA00F1A0}" type="pres">
      <dgm:prSet presAssocID="{AC7579F8-8FC0-4F68-85AC-2744EC971F85}" presName="compNode" presStyleCnt="0"/>
      <dgm:spPr/>
    </dgm:pt>
    <dgm:pt modelId="{7702EF05-6B81-40D4-8456-EC292E27870D}" type="pres">
      <dgm:prSet presAssocID="{AC7579F8-8FC0-4F68-85AC-2744EC971F85}" presName="bgRect" presStyleLbl="bgShp" presStyleIdx="3" presStyleCnt="4"/>
      <dgm:spPr/>
    </dgm:pt>
    <dgm:pt modelId="{23748DFE-D2CF-43E8-AECE-44377927F55A}" type="pres">
      <dgm:prSet presAssocID="{AC7579F8-8FC0-4F68-85AC-2744EC971F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1DA97CA-F82F-4E0B-9C0C-A5137CDB7439}" type="pres">
      <dgm:prSet presAssocID="{AC7579F8-8FC0-4F68-85AC-2744EC971F85}" presName="spaceRect" presStyleCnt="0"/>
      <dgm:spPr/>
    </dgm:pt>
    <dgm:pt modelId="{2F24ED19-7428-4858-8B15-6B23AD45BCA4}" type="pres">
      <dgm:prSet presAssocID="{AC7579F8-8FC0-4F68-85AC-2744EC971F8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13B105-60AE-4C96-BC26-C0088D37EE79}" type="presOf" srcId="{77B75C87-C2DD-4E87-9A07-68BC9FB79E69}" destId="{67E3596A-389D-4C5B-AE15-512A659FF40B}" srcOrd="0" destOrd="0" presId="urn:microsoft.com/office/officeart/2018/2/layout/IconVerticalSolidList"/>
    <dgm:cxn modelId="{F46E340D-43D4-49C5-A33B-03F5D03A860A}" type="presOf" srcId="{3F8A200E-3689-4EBB-9395-7DC3C270B802}" destId="{434ED6C0-4AFD-4F69-B033-6493A87E8D7F}" srcOrd="0" destOrd="0" presId="urn:microsoft.com/office/officeart/2018/2/layout/IconVerticalSolidList"/>
    <dgm:cxn modelId="{4159580E-B21A-4BEB-B559-1C4D7C47EB81}" type="presOf" srcId="{AC7579F8-8FC0-4F68-85AC-2744EC971F85}" destId="{2F24ED19-7428-4858-8B15-6B23AD45BCA4}" srcOrd="0" destOrd="0" presId="urn:microsoft.com/office/officeart/2018/2/layout/IconVerticalSolidList"/>
    <dgm:cxn modelId="{BBF00A2F-ED63-4A41-BE4D-BAC2154C9BB4}" srcId="{A0FB0A47-50BA-4549-B490-5B96EC686287}" destId="{3F8A200E-3689-4EBB-9395-7DC3C270B802}" srcOrd="0" destOrd="0" parTransId="{7BC5A96D-9D46-47D8-91C3-0901ACEB5A9B}" sibTransId="{A8D651CB-091A-4D8F-86E5-691E992A5EB1}"/>
    <dgm:cxn modelId="{A329713C-2608-46EF-8367-517877657920}" type="presOf" srcId="{7B606E31-5731-4035-82EE-C34D368F2504}" destId="{D905B51F-1FF0-4819-B70B-86881D2CFEA1}" srcOrd="0" destOrd="2" presId="urn:microsoft.com/office/officeart/2018/2/layout/IconVerticalSolidList"/>
    <dgm:cxn modelId="{7BC5678E-AADE-4872-BBDC-CB3467007F38}" type="presOf" srcId="{BF39343A-C2E5-4C21-A605-27944F5ECE93}" destId="{D905B51F-1FF0-4819-B70B-86881D2CFEA1}" srcOrd="0" destOrd="0" presId="urn:microsoft.com/office/officeart/2018/2/layout/IconVerticalSolidList"/>
    <dgm:cxn modelId="{BFAC17A5-0ED6-48F7-BABD-70ECD204CECF}" srcId="{A0FB0A47-50BA-4549-B490-5B96EC686287}" destId="{49D8EE4B-8F1C-4B17-9D1D-C02E1D06B698}" srcOrd="1" destOrd="0" parTransId="{911F877D-D8A2-40AB-8F6F-94658483BF7C}" sibTransId="{D9FDCEE2-23C7-4AAB-9ED4-DD8D61793890}"/>
    <dgm:cxn modelId="{AFCA32A5-DEB9-4898-9478-DE63195837C2}" srcId="{A0FB0A47-50BA-4549-B490-5B96EC686287}" destId="{77B75C87-C2DD-4E87-9A07-68BC9FB79E69}" srcOrd="2" destOrd="0" parTransId="{E1E546F1-FD25-4A62-8A0A-6894BA95BB96}" sibTransId="{1C0AA14A-BEBC-4F22-8153-F3039F805BAC}"/>
    <dgm:cxn modelId="{5D8319AA-C1DE-43CA-911B-93F448AA54E6}" srcId="{77B75C87-C2DD-4E87-9A07-68BC9FB79E69}" destId="{BF39343A-C2E5-4C21-A605-27944F5ECE93}" srcOrd="0" destOrd="0" parTransId="{5594D631-90AB-45BB-8A83-1466844C86EA}" sibTransId="{4D8BFB66-1EB7-4F57-8948-8B6F97793F40}"/>
    <dgm:cxn modelId="{18FDE5C5-542A-4CF0-8723-2B4860B678E7}" type="presOf" srcId="{49D8EE4B-8F1C-4B17-9D1D-C02E1D06B698}" destId="{2BD9D7EF-A5F1-4716-8DF9-B9DB36AF6F4D}" srcOrd="0" destOrd="0" presId="urn:microsoft.com/office/officeart/2018/2/layout/IconVerticalSolidList"/>
    <dgm:cxn modelId="{9EEDCED8-04F8-45F1-86BC-C851705195FA}" srcId="{77B75C87-C2DD-4E87-9A07-68BC9FB79E69}" destId="{7B606E31-5731-4035-82EE-C34D368F2504}" srcOrd="2" destOrd="0" parTransId="{E56F98B0-033B-4736-BD64-D28C22693D43}" sibTransId="{71FD0017-98A3-497E-8EF9-2BF16B7C5AB0}"/>
    <dgm:cxn modelId="{661D73DE-C96A-4FA7-BA69-7DEDA91C27E7}" type="presOf" srcId="{DCB4105B-E98D-4597-8FC4-74DD71FBE64E}" destId="{D905B51F-1FF0-4819-B70B-86881D2CFEA1}" srcOrd="0" destOrd="1" presId="urn:microsoft.com/office/officeart/2018/2/layout/IconVerticalSolidList"/>
    <dgm:cxn modelId="{7B292CDF-C2FD-4B21-9847-2C643FAFF7FB}" srcId="{A0FB0A47-50BA-4549-B490-5B96EC686287}" destId="{AC7579F8-8FC0-4F68-85AC-2744EC971F85}" srcOrd="3" destOrd="0" parTransId="{8A1C1377-3FB2-4EEA-A726-00AAD48681E6}" sibTransId="{0F092F13-07DA-4372-989B-4D4E59187F95}"/>
    <dgm:cxn modelId="{051DCCEC-D92E-4844-82A1-68BEAC134A55}" type="presOf" srcId="{A0FB0A47-50BA-4549-B490-5B96EC686287}" destId="{03D31301-7531-4CD5-963A-56875C7CBD60}" srcOrd="0" destOrd="0" presId="urn:microsoft.com/office/officeart/2018/2/layout/IconVerticalSolidList"/>
    <dgm:cxn modelId="{8FC691FA-D2E6-4952-B276-352A24EC3DF7}" srcId="{77B75C87-C2DD-4E87-9A07-68BC9FB79E69}" destId="{DCB4105B-E98D-4597-8FC4-74DD71FBE64E}" srcOrd="1" destOrd="0" parTransId="{514E12BA-A306-464B-90A0-FDF3D05EF45C}" sibTransId="{0047837E-A932-46AE-A2EC-52CC2B90C9B2}"/>
    <dgm:cxn modelId="{BB621D28-3330-45D5-819D-620E01315B84}" type="presParOf" srcId="{03D31301-7531-4CD5-963A-56875C7CBD60}" destId="{F16FE596-CB5A-4532-B07D-B9ACD9898222}" srcOrd="0" destOrd="0" presId="urn:microsoft.com/office/officeart/2018/2/layout/IconVerticalSolidList"/>
    <dgm:cxn modelId="{BDBE121E-436F-4599-8ACF-75C3C3090576}" type="presParOf" srcId="{F16FE596-CB5A-4532-B07D-B9ACD9898222}" destId="{BE427946-7050-4492-8718-D140E4111129}" srcOrd="0" destOrd="0" presId="urn:microsoft.com/office/officeart/2018/2/layout/IconVerticalSolidList"/>
    <dgm:cxn modelId="{FB61BF88-9F71-4335-90D2-11C6C0FC622C}" type="presParOf" srcId="{F16FE596-CB5A-4532-B07D-B9ACD9898222}" destId="{FD050295-FAE7-4CC6-8CBC-18450B4BF2EF}" srcOrd="1" destOrd="0" presId="urn:microsoft.com/office/officeart/2018/2/layout/IconVerticalSolidList"/>
    <dgm:cxn modelId="{821A22F1-DC1E-4B27-988A-72F01363C749}" type="presParOf" srcId="{F16FE596-CB5A-4532-B07D-B9ACD9898222}" destId="{84FB601C-888E-4501-9301-83D7ECA7AD27}" srcOrd="2" destOrd="0" presId="urn:microsoft.com/office/officeart/2018/2/layout/IconVerticalSolidList"/>
    <dgm:cxn modelId="{3E970EB2-C804-443F-8659-1D9F6D9F62A4}" type="presParOf" srcId="{F16FE596-CB5A-4532-B07D-B9ACD9898222}" destId="{434ED6C0-4AFD-4F69-B033-6493A87E8D7F}" srcOrd="3" destOrd="0" presId="urn:microsoft.com/office/officeart/2018/2/layout/IconVerticalSolidList"/>
    <dgm:cxn modelId="{B594E5A9-D06C-4632-B5CF-2D2952993C49}" type="presParOf" srcId="{03D31301-7531-4CD5-963A-56875C7CBD60}" destId="{D815361F-99F5-4E9B-9805-6361AB093B85}" srcOrd="1" destOrd="0" presId="urn:microsoft.com/office/officeart/2018/2/layout/IconVerticalSolidList"/>
    <dgm:cxn modelId="{E2A1D9E3-4A5B-4B70-894F-FD78F000177C}" type="presParOf" srcId="{03D31301-7531-4CD5-963A-56875C7CBD60}" destId="{9F3E393C-C783-4D22-8F5A-69E3C1D9EE77}" srcOrd="2" destOrd="0" presId="urn:microsoft.com/office/officeart/2018/2/layout/IconVerticalSolidList"/>
    <dgm:cxn modelId="{C989EED3-1FF0-441D-9386-29CB7EB88176}" type="presParOf" srcId="{9F3E393C-C783-4D22-8F5A-69E3C1D9EE77}" destId="{CF15C7E6-D534-4232-8FB0-0B6AC5B623D8}" srcOrd="0" destOrd="0" presId="urn:microsoft.com/office/officeart/2018/2/layout/IconVerticalSolidList"/>
    <dgm:cxn modelId="{6939E9FC-C629-4C1B-809C-A595F63C3FCE}" type="presParOf" srcId="{9F3E393C-C783-4D22-8F5A-69E3C1D9EE77}" destId="{5AE06BC5-3CB1-41F4-986C-6738A085D1C5}" srcOrd="1" destOrd="0" presId="urn:microsoft.com/office/officeart/2018/2/layout/IconVerticalSolidList"/>
    <dgm:cxn modelId="{739CE2D4-9823-4B7D-A9ED-1852D2FD0097}" type="presParOf" srcId="{9F3E393C-C783-4D22-8F5A-69E3C1D9EE77}" destId="{1794FEB1-80A7-4A7E-83D4-28BAAE24418A}" srcOrd="2" destOrd="0" presId="urn:microsoft.com/office/officeart/2018/2/layout/IconVerticalSolidList"/>
    <dgm:cxn modelId="{C95147E0-89C1-4F21-9985-6DEE8EDA4A09}" type="presParOf" srcId="{9F3E393C-C783-4D22-8F5A-69E3C1D9EE77}" destId="{2BD9D7EF-A5F1-4716-8DF9-B9DB36AF6F4D}" srcOrd="3" destOrd="0" presId="urn:microsoft.com/office/officeart/2018/2/layout/IconVerticalSolidList"/>
    <dgm:cxn modelId="{1F7FF4FB-5865-48CD-B997-E670C89AD8B8}" type="presParOf" srcId="{03D31301-7531-4CD5-963A-56875C7CBD60}" destId="{B71E5A64-C060-4E14-9293-320B03D2CBA5}" srcOrd="3" destOrd="0" presId="urn:microsoft.com/office/officeart/2018/2/layout/IconVerticalSolidList"/>
    <dgm:cxn modelId="{5462060C-CC44-4685-8687-13690371FCC3}" type="presParOf" srcId="{03D31301-7531-4CD5-963A-56875C7CBD60}" destId="{BA6ABAB4-4D83-4774-867C-CF93D1F25479}" srcOrd="4" destOrd="0" presId="urn:microsoft.com/office/officeart/2018/2/layout/IconVerticalSolidList"/>
    <dgm:cxn modelId="{6EDD589A-2F08-4C36-974A-8E24FAC024A7}" type="presParOf" srcId="{BA6ABAB4-4D83-4774-867C-CF93D1F25479}" destId="{A2C4F45F-AE4F-426F-9EDB-0D725E9B8F4E}" srcOrd="0" destOrd="0" presId="urn:microsoft.com/office/officeart/2018/2/layout/IconVerticalSolidList"/>
    <dgm:cxn modelId="{9C2C4BF5-E80B-4F3C-B548-350BDD296D3A}" type="presParOf" srcId="{BA6ABAB4-4D83-4774-867C-CF93D1F25479}" destId="{C0FAE2EF-59EF-45B9-A523-36C40F3DE108}" srcOrd="1" destOrd="0" presId="urn:microsoft.com/office/officeart/2018/2/layout/IconVerticalSolidList"/>
    <dgm:cxn modelId="{821F897E-1B67-43DA-A680-85243809A7C8}" type="presParOf" srcId="{BA6ABAB4-4D83-4774-867C-CF93D1F25479}" destId="{9CA159EF-DD24-4291-B3FF-8C4666F22EB2}" srcOrd="2" destOrd="0" presId="urn:microsoft.com/office/officeart/2018/2/layout/IconVerticalSolidList"/>
    <dgm:cxn modelId="{887DF2CB-B08C-4884-94F5-0CB17DDBA8C8}" type="presParOf" srcId="{BA6ABAB4-4D83-4774-867C-CF93D1F25479}" destId="{67E3596A-389D-4C5B-AE15-512A659FF40B}" srcOrd="3" destOrd="0" presId="urn:microsoft.com/office/officeart/2018/2/layout/IconVerticalSolidList"/>
    <dgm:cxn modelId="{6FCCDB90-3341-4287-97B0-805044A65F2D}" type="presParOf" srcId="{BA6ABAB4-4D83-4774-867C-CF93D1F25479}" destId="{D905B51F-1FF0-4819-B70B-86881D2CFEA1}" srcOrd="4" destOrd="0" presId="urn:microsoft.com/office/officeart/2018/2/layout/IconVerticalSolidList"/>
    <dgm:cxn modelId="{5B414147-21E8-4206-BE5A-E7FD97F397A7}" type="presParOf" srcId="{03D31301-7531-4CD5-963A-56875C7CBD60}" destId="{96AB4570-364E-480C-AD21-A70C687C8414}" srcOrd="5" destOrd="0" presId="urn:microsoft.com/office/officeart/2018/2/layout/IconVerticalSolidList"/>
    <dgm:cxn modelId="{906C88C9-FF69-422B-8BD1-3C6AE89566B2}" type="presParOf" srcId="{03D31301-7531-4CD5-963A-56875C7CBD60}" destId="{CB736047-74B4-4CC1-B90F-BF67AA00F1A0}" srcOrd="6" destOrd="0" presId="urn:microsoft.com/office/officeart/2018/2/layout/IconVerticalSolidList"/>
    <dgm:cxn modelId="{B6818F41-5FA5-4D31-9174-B2F56890D462}" type="presParOf" srcId="{CB736047-74B4-4CC1-B90F-BF67AA00F1A0}" destId="{7702EF05-6B81-40D4-8456-EC292E27870D}" srcOrd="0" destOrd="0" presId="urn:microsoft.com/office/officeart/2018/2/layout/IconVerticalSolidList"/>
    <dgm:cxn modelId="{129A5707-D1FA-46D6-8332-34F59CDD1397}" type="presParOf" srcId="{CB736047-74B4-4CC1-B90F-BF67AA00F1A0}" destId="{23748DFE-D2CF-43E8-AECE-44377927F55A}" srcOrd="1" destOrd="0" presId="urn:microsoft.com/office/officeart/2018/2/layout/IconVerticalSolidList"/>
    <dgm:cxn modelId="{7A3ADD27-E40C-43FD-8C72-AC58B75B2DF0}" type="presParOf" srcId="{CB736047-74B4-4CC1-B90F-BF67AA00F1A0}" destId="{F1DA97CA-F82F-4E0B-9C0C-A5137CDB7439}" srcOrd="2" destOrd="0" presId="urn:microsoft.com/office/officeart/2018/2/layout/IconVerticalSolidList"/>
    <dgm:cxn modelId="{D10F4020-6255-45E8-8A56-0B8E0B987A5C}" type="presParOf" srcId="{CB736047-74B4-4CC1-B90F-BF67AA00F1A0}" destId="{2F24ED19-7428-4858-8B15-6B23AD45BC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D4E80-05DF-441E-847F-F7A1AFE15FBE}">
      <dsp:nvSpPr>
        <dsp:cNvPr id="0" name=""/>
        <dsp:cNvSpPr/>
      </dsp:nvSpPr>
      <dsp:spPr>
        <a:xfrm>
          <a:off x="235727" y="162291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55FED-F182-4AB6-99EB-16624018CD60}">
      <dsp:nvSpPr>
        <dsp:cNvPr id="0" name=""/>
        <dsp:cNvSpPr/>
      </dsp:nvSpPr>
      <dsp:spPr>
        <a:xfrm>
          <a:off x="518804" y="1905997"/>
          <a:ext cx="781833" cy="7818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A312D-6381-474E-A14B-D6DE3363C39A}">
      <dsp:nvSpPr>
        <dsp:cNvPr id="0" name=""/>
        <dsp:cNvSpPr/>
      </dsp:nvSpPr>
      <dsp:spPr>
        <a:xfrm>
          <a:off x="1872569" y="162291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Explore careers in software development</a:t>
          </a:r>
          <a:endParaRPr lang="en-US" sz="2400" kern="1200"/>
        </a:p>
      </dsp:txBody>
      <dsp:txXfrm>
        <a:off x="1872569" y="1622919"/>
        <a:ext cx="3177400" cy="1347988"/>
      </dsp:txXfrm>
    </dsp:sp>
    <dsp:sp modelId="{A73F1695-A017-4955-B4A1-E0B8FD4C089D}">
      <dsp:nvSpPr>
        <dsp:cNvPr id="0" name=""/>
        <dsp:cNvSpPr/>
      </dsp:nvSpPr>
      <dsp:spPr>
        <a:xfrm>
          <a:off x="5603608" y="162291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DB512-6A4D-42A0-BB7B-4E0A7ABAE37F}">
      <dsp:nvSpPr>
        <dsp:cNvPr id="0" name=""/>
        <dsp:cNvSpPr/>
      </dsp:nvSpPr>
      <dsp:spPr>
        <a:xfrm>
          <a:off x="5886686" y="1905997"/>
          <a:ext cx="781833" cy="7818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CDA93-4104-4131-8692-DA0BFFFF4FBF}">
      <dsp:nvSpPr>
        <dsp:cNvPr id="0" name=""/>
        <dsp:cNvSpPr/>
      </dsp:nvSpPr>
      <dsp:spPr>
        <a:xfrm>
          <a:off x="7240451" y="162291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Explore interests and careers in analysing data</a:t>
          </a:r>
          <a:endParaRPr lang="en-US" sz="2400" kern="1200"/>
        </a:p>
      </dsp:txBody>
      <dsp:txXfrm>
        <a:off x="7240451" y="1622919"/>
        <a:ext cx="3177400" cy="13479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64B1D-C5B2-4C09-B90E-0077699E31C4}">
      <dsp:nvSpPr>
        <dsp:cNvPr id="0" name=""/>
        <dsp:cNvSpPr/>
      </dsp:nvSpPr>
      <dsp:spPr>
        <a:xfrm>
          <a:off x="235727" y="162291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6A3C9-CFF5-4AB2-8ED9-E70347648BA8}">
      <dsp:nvSpPr>
        <dsp:cNvPr id="0" name=""/>
        <dsp:cNvSpPr/>
      </dsp:nvSpPr>
      <dsp:spPr>
        <a:xfrm>
          <a:off x="518804" y="1905997"/>
          <a:ext cx="781833" cy="7818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22B1E-E469-4B20-926B-7B0710CEF3F8}">
      <dsp:nvSpPr>
        <dsp:cNvPr id="0" name=""/>
        <dsp:cNvSpPr/>
      </dsp:nvSpPr>
      <dsp:spPr>
        <a:xfrm>
          <a:off x="1872569" y="162291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I can describe a broad range of roles in computing</a:t>
          </a:r>
          <a:endParaRPr lang="en-US" sz="2400" kern="1200"/>
        </a:p>
      </dsp:txBody>
      <dsp:txXfrm>
        <a:off x="1872569" y="1622919"/>
        <a:ext cx="3177400" cy="1347988"/>
      </dsp:txXfrm>
    </dsp:sp>
    <dsp:sp modelId="{6F2D0ACA-7C86-4433-9B62-1440660F9847}">
      <dsp:nvSpPr>
        <dsp:cNvPr id="0" name=""/>
        <dsp:cNvSpPr/>
      </dsp:nvSpPr>
      <dsp:spPr>
        <a:xfrm>
          <a:off x="5603608" y="1622919"/>
          <a:ext cx="1347988" cy="13479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77725-BE46-4CA9-897B-7AE26F9C0395}">
      <dsp:nvSpPr>
        <dsp:cNvPr id="0" name=""/>
        <dsp:cNvSpPr/>
      </dsp:nvSpPr>
      <dsp:spPr>
        <a:xfrm>
          <a:off x="5886686" y="1905997"/>
          <a:ext cx="781833" cy="7818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333FB-A83E-48DD-91D6-BF48D0C4404B}">
      <dsp:nvSpPr>
        <dsp:cNvPr id="0" name=""/>
        <dsp:cNvSpPr/>
      </dsp:nvSpPr>
      <dsp:spPr>
        <a:xfrm>
          <a:off x="7240451" y="1622919"/>
          <a:ext cx="3177400" cy="1347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dirty="0"/>
            <a:t>I can compare users, developers, operators and management.</a:t>
          </a:r>
          <a:endParaRPr lang="en-US" sz="2400" kern="1200" dirty="0"/>
        </a:p>
      </dsp:txBody>
      <dsp:txXfrm>
        <a:off x="7240451" y="1622919"/>
        <a:ext cx="3177400" cy="1347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E20B8-64FE-4F95-B979-22E2CCFC71D3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52955-B165-49CF-AC91-D23C285F9816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5DB7B-E6E2-409E-8994-070F30085D00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Information systems rely on </a:t>
          </a:r>
          <a:r>
            <a:rPr lang="en-US" sz="2200" b="1" i="0" kern="1200" baseline="0"/>
            <a:t>people and processes</a:t>
          </a:r>
          <a:endParaRPr lang="en-US" sz="2200" kern="1200"/>
        </a:p>
      </dsp:txBody>
      <dsp:txXfrm>
        <a:off x="1405898" y="2401"/>
        <a:ext cx="5543541" cy="1217228"/>
      </dsp:txXfrm>
    </dsp:sp>
    <dsp:sp modelId="{13231DA2-15E9-4C83-AB14-1B1DDD8D715F}">
      <dsp:nvSpPr>
        <dsp:cNvPr id="0" name=""/>
        <dsp:cNvSpPr/>
      </dsp:nvSpPr>
      <dsp:spPr>
        <a:xfrm>
          <a:off x="0" y="1523936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6B866-6735-4A1B-A50B-F41F454AB876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AE4BD-8B4A-4DCF-A133-89006A33ED54}">
      <dsp:nvSpPr>
        <dsp:cNvPr id="0" name=""/>
        <dsp:cNvSpPr/>
      </dsp:nvSpPr>
      <dsp:spPr>
        <a:xfrm>
          <a:off x="1405898" y="1523936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Two main groups are involved:</a:t>
          </a:r>
          <a:endParaRPr lang="en-US" sz="2200" kern="1200"/>
        </a:p>
      </dsp:txBody>
      <dsp:txXfrm>
        <a:off x="1405898" y="1523936"/>
        <a:ext cx="3127248" cy="1217228"/>
      </dsp:txXfrm>
    </dsp:sp>
    <dsp:sp modelId="{2708E610-7790-4E6A-B6ED-E729B93D1326}">
      <dsp:nvSpPr>
        <dsp:cNvPr id="0" name=""/>
        <dsp:cNvSpPr/>
      </dsp:nvSpPr>
      <dsp:spPr>
        <a:xfrm>
          <a:off x="4533146" y="1523936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Users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Technical experts</a:t>
          </a:r>
          <a:endParaRPr lang="en-US" sz="1600" kern="1200"/>
        </a:p>
      </dsp:txBody>
      <dsp:txXfrm>
        <a:off x="4533146" y="1523936"/>
        <a:ext cx="2416293" cy="1217228"/>
      </dsp:txXfrm>
    </dsp:sp>
    <dsp:sp modelId="{7B09BA16-CA64-4700-A678-6C1FAA83B6D9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2BC51-A916-46CE-8D0C-57737E0B31F8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63023-D93C-43ED-85C0-0DBFA71D9EDA}">
      <dsp:nvSpPr>
        <dsp:cNvPr id="0" name=""/>
        <dsp:cNvSpPr/>
      </dsp:nvSpPr>
      <dsp:spPr>
        <a:xfrm>
          <a:off x="1405898" y="3045472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People are involved in:</a:t>
          </a:r>
          <a:endParaRPr lang="en-US" sz="2200" kern="1200"/>
        </a:p>
      </dsp:txBody>
      <dsp:txXfrm>
        <a:off x="1405898" y="3045472"/>
        <a:ext cx="3127248" cy="1217228"/>
      </dsp:txXfrm>
    </dsp:sp>
    <dsp:sp modelId="{59052C9F-95CB-418E-9FF5-C45D1184466A}">
      <dsp:nvSpPr>
        <dsp:cNvPr id="0" name=""/>
        <dsp:cNvSpPr/>
      </dsp:nvSpPr>
      <dsp:spPr>
        <a:xfrm>
          <a:off x="4533146" y="3045472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Development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Operation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Management</a:t>
          </a:r>
          <a:endParaRPr lang="en-US" sz="1600" kern="1200"/>
        </a:p>
      </dsp:txBody>
      <dsp:txXfrm>
        <a:off x="4533146" y="3045472"/>
        <a:ext cx="2416293" cy="1217228"/>
      </dsp:txXfrm>
    </dsp:sp>
    <dsp:sp modelId="{C965217A-0239-4D1D-A9EF-000282924FBD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E644B-D030-4339-95DC-E0F161847BCC}">
      <dsp:nvSpPr>
        <dsp:cNvPr id="0" name=""/>
        <dsp:cNvSpPr/>
      </dsp:nvSpPr>
      <dsp:spPr>
        <a:xfrm>
          <a:off x="368211" y="4840883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34E2A-F9C3-455B-B2A6-51E8836A0EE9}">
      <dsp:nvSpPr>
        <dsp:cNvPr id="0" name=""/>
        <dsp:cNvSpPr/>
      </dsp:nvSpPr>
      <dsp:spPr>
        <a:xfrm>
          <a:off x="1405898" y="4567007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IT careers exist across many industries:</a:t>
          </a:r>
          <a:endParaRPr lang="en-US" sz="2200" kern="1200"/>
        </a:p>
      </dsp:txBody>
      <dsp:txXfrm>
        <a:off x="1405898" y="4567007"/>
        <a:ext cx="3127248" cy="1217228"/>
      </dsp:txXfrm>
    </dsp:sp>
    <dsp:sp modelId="{10CB7104-8A9C-4E4E-8A77-FB2E2B6C7C04}">
      <dsp:nvSpPr>
        <dsp:cNvPr id="0" name=""/>
        <dsp:cNvSpPr/>
      </dsp:nvSpPr>
      <dsp:spPr>
        <a:xfrm>
          <a:off x="4533146" y="4567007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Health, education, defence, agriculture, engineering, entertainment</a:t>
          </a:r>
          <a:endParaRPr lang="en-US" sz="1600" kern="1200"/>
        </a:p>
      </dsp:txBody>
      <dsp:txXfrm>
        <a:off x="4533146" y="4567007"/>
        <a:ext cx="2416293" cy="12172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35CA4-7546-40F0-9F5A-F0E5F7EA8491}">
      <dsp:nvSpPr>
        <dsp:cNvPr id="0" name=""/>
        <dsp:cNvSpPr/>
      </dsp:nvSpPr>
      <dsp:spPr>
        <a:xfrm>
          <a:off x="0" y="7341"/>
          <a:ext cx="6949440" cy="961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D4150-4EBF-43E9-9C72-6023267E6CFC}">
      <dsp:nvSpPr>
        <dsp:cNvPr id="0" name=""/>
        <dsp:cNvSpPr/>
      </dsp:nvSpPr>
      <dsp:spPr>
        <a:xfrm>
          <a:off x="291002" y="223790"/>
          <a:ext cx="529095" cy="529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6D69F-8B86-4A3E-B87F-825068D6D274}">
      <dsp:nvSpPr>
        <dsp:cNvPr id="0" name=""/>
        <dsp:cNvSpPr/>
      </dsp:nvSpPr>
      <dsp:spPr>
        <a:xfrm>
          <a:off x="1111101" y="7341"/>
          <a:ext cx="5837252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Users are the people who </a:t>
          </a:r>
          <a:r>
            <a:rPr lang="en-US" sz="1900" b="1" i="0" kern="1200" baseline="0"/>
            <a:t>use the system daily</a:t>
          </a:r>
          <a:endParaRPr lang="en-US" sz="1900" kern="1200"/>
        </a:p>
      </dsp:txBody>
      <dsp:txXfrm>
        <a:off x="1111101" y="7341"/>
        <a:ext cx="5837252" cy="961992"/>
      </dsp:txXfrm>
    </dsp:sp>
    <dsp:sp modelId="{FC06144F-57A4-4B01-8FC7-97CE99B74B22}">
      <dsp:nvSpPr>
        <dsp:cNvPr id="0" name=""/>
        <dsp:cNvSpPr/>
      </dsp:nvSpPr>
      <dsp:spPr>
        <a:xfrm>
          <a:off x="0" y="1209832"/>
          <a:ext cx="6949440" cy="961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D899D-644B-4584-91EB-40D9B7459AF4}">
      <dsp:nvSpPr>
        <dsp:cNvPr id="0" name=""/>
        <dsp:cNvSpPr/>
      </dsp:nvSpPr>
      <dsp:spPr>
        <a:xfrm>
          <a:off x="291002" y="1426280"/>
          <a:ext cx="529095" cy="5290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714F6-3F36-4D6E-B481-11DC02ADAD9D}">
      <dsp:nvSpPr>
        <dsp:cNvPr id="0" name=""/>
        <dsp:cNvSpPr/>
      </dsp:nvSpPr>
      <dsp:spPr>
        <a:xfrm>
          <a:off x="1111101" y="1209832"/>
          <a:ext cx="5837252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Successful systems are designed with </a:t>
          </a:r>
          <a:r>
            <a:rPr lang="en-US" sz="1900" b="1" i="0" kern="1200" baseline="0"/>
            <a:t>user needs in mind</a:t>
          </a:r>
          <a:endParaRPr lang="en-US" sz="1900" kern="1200"/>
        </a:p>
      </dsp:txBody>
      <dsp:txXfrm>
        <a:off x="1111101" y="1209832"/>
        <a:ext cx="5837252" cy="961992"/>
      </dsp:txXfrm>
    </dsp:sp>
    <dsp:sp modelId="{035E0943-846C-43F7-B18F-3EDDF7937D90}">
      <dsp:nvSpPr>
        <dsp:cNvPr id="0" name=""/>
        <dsp:cNvSpPr/>
      </dsp:nvSpPr>
      <dsp:spPr>
        <a:xfrm>
          <a:off x="0" y="2412322"/>
          <a:ext cx="6949440" cy="961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B465F-17A0-40BB-8A2F-F93D1CB3E39B}">
      <dsp:nvSpPr>
        <dsp:cNvPr id="0" name=""/>
        <dsp:cNvSpPr/>
      </dsp:nvSpPr>
      <dsp:spPr>
        <a:xfrm>
          <a:off x="291002" y="2628771"/>
          <a:ext cx="529095" cy="5290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F85FD-1A5B-4529-97A4-45F39FD0F3F1}">
      <dsp:nvSpPr>
        <dsp:cNvPr id="0" name=""/>
        <dsp:cNvSpPr/>
      </dsp:nvSpPr>
      <dsp:spPr>
        <a:xfrm>
          <a:off x="1111101" y="2412322"/>
          <a:ext cx="3127248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Systems should be:</a:t>
          </a:r>
          <a:endParaRPr lang="en-US" sz="1900" kern="1200"/>
        </a:p>
      </dsp:txBody>
      <dsp:txXfrm>
        <a:off x="1111101" y="2412322"/>
        <a:ext cx="3127248" cy="961992"/>
      </dsp:txXfrm>
    </dsp:sp>
    <dsp:sp modelId="{C13F73A4-4914-49F9-9DB4-84EF442624DF}">
      <dsp:nvSpPr>
        <dsp:cNvPr id="0" name=""/>
        <dsp:cNvSpPr/>
      </dsp:nvSpPr>
      <dsp:spPr>
        <a:xfrm>
          <a:off x="4238349" y="2412322"/>
          <a:ext cx="2710004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Easy to use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Logical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Intuitive</a:t>
          </a:r>
          <a:endParaRPr lang="en-US" sz="1100" kern="1200"/>
        </a:p>
      </dsp:txBody>
      <dsp:txXfrm>
        <a:off x="4238349" y="2412322"/>
        <a:ext cx="2710004" cy="961992"/>
      </dsp:txXfrm>
    </dsp:sp>
    <dsp:sp modelId="{321DF429-139C-4372-870D-13AA10DEB6BB}">
      <dsp:nvSpPr>
        <dsp:cNvPr id="0" name=""/>
        <dsp:cNvSpPr/>
      </dsp:nvSpPr>
      <dsp:spPr>
        <a:xfrm>
          <a:off x="0" y="3614813"/>
          <a:ext cx="6949440" cy="961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01BCA-7108-4A82-93B9-D41EFE956487}">
      <dsp:nvSpPr>
        <dsp:cNvPr id="0" name=""/>
        <dsp:cNvSpPr/>
      </dsp:nvSpPr>
      <dsp:spPr>
        <a:xfrm>
          <a:off x="291002" y="3831261"/>
          <a:ext cx="529095" cy="5290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59DEA-398C-4C0B-9A0A-E28949F18D5E}">
      <dsp:nvSpPr>
        <dsp:cNvPr id="0" name=""/>
        <dsp:cNvSpPr/>
      </dsp:nvSpPr>
      <dsp:spPr>
        <a:xfrm>
          <a:off x="1111101" y="3614813"/>
          <a:ext cx="3127248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User processes are supported by:</a:t>
          </a:r>
          <a:endParaRPr lang="en-US" sz="1900" kern="1200"/>
        </a:p>
      </dsp:txBody>
      <dsp:txXfrm>
        <a:off x="1111101" y="3614813"/>
        <a:ext cx="3127248" cy="961992"/>
      </dsp:txXfrm>
    </dsp:sp>
    <dsp:sp modelId="{6D5AF809-6A73-4C21-B360-6AFA3C119734}">
      <dsp:nvSpPr>
        <dsp:cNvPr id="0" name=""/>
        <dsp:cNvSpPr/>
      </dsp:nvSpPr>
      <dsp:spPr>
        <a:xfrm>
          <a:off x="4238349" y="3614813"/>
          <a:ext cx="2710004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Clear interfaces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Documentation (e.g. user manuals)</a:t>
          </a:r>
          <a:endParaRPr lang="en-US" sz="1100" kern="1200"/>
        </a:p>
      </dsp:txBody>
      <dsp:txXfrm>
        <a:off x="4238349" y="3614813"/>
        <a:ext cx="2710004" cy="961992"/>
      </dsp:txXfrm>
    </dsp:sp>
    <dsp:sp modelId="{1D94B370-05D1-4B37-9E47-D0F7BCA337B5}">
      <dsp:nvSpPr>
        <dsp:cNvPr id="0" name=""/>
        <dsp:cNvSpPr/>
      </dsp:nvSpPr>
      <dsp:spPr>
        <a:xfrm>
          <a:off x="0" y="4817303"/>
          <a:ext cx="6949440" cy="961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435A5-8DBC-49FA-88AA-66ECE905B14C}">
      <dsp:nvSpPr>
        <dsp:cNvPr id="0" name=""/>
        <dsp:cNvSpPr/>
      </dsp:nvSpPr>
      <dsp:spPr>
        <a:xfrm>
          <a:off x="291002" y="5033752"/>
          <a:ext cx="529095" cy="5290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2637F-B358-41E0-9AFB-EDA9B651C181}">
      <dsp:nvSpPr>
        <dsp:cNvPr id="0" name=""/>
        <dsp:cNvSpPr/>
      </dsp:nvSpPr>
      <dsp:spPr>
        <a:xfrm>
          <a:off x="1111101" y="4817303"/>
          <a:ext cx="3127248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Example user tasks:</a:t>
          </a:r>
          <a:endParaRPr lang="en-US" sz="1900" kern="1200"/>
        </a:p>
      </dsp:txBody>
      <dsp:txXfrm>
        <a:off x="1111101" y="4817303"/>
        <a:ext cx="3127248" cy="961992"/>
      </dsp:txXfrm>
    </dsp:sp>
    <dsp:sp modelId="{E581B822-29BA-42A6-AE87-8713ED3281DF}">
      <dsp:nvSpPr>
        <dsp:cNvPr id="0" name=""/>
        <dsp:cNvSpPr/>
      </dsp:nvSpPr>
      <dsp:spPr>
        <a:xfrm>
          <a:off x="4238349" y="4817303"/>
          <a:ext cx="2710004" cy="9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811" tIns="101811" rIns="101811" bIns="10181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Logging in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Uploading files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Searching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Navigating menus</a:t>
          </a:r>
          <a:endParaRPr lang="en-US" sz="1100" kern="1200"/>
        </a:p>
      </dsp:txBody>
      <dsp:txXfrm>
        <a:off x="4238349" y="4817303"/>
        <a:ext cx="2710004" cy="9619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F2C12-C4A7-4DFA-B7B4-77E72CD44ABD}">
      <dsp:nvSpPr>
        <dsp:cNvPr id="0" name=""/>
        <dsp:cNvSpPr/>
      </dsp:nvSpPr>
      <dsp:spPr>
        <a:xfrm>
          <a:off x="0" y="580093"/>
          <a:ext cx="694944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9A56D-B653-4460-AE2B-B63FBB04E7E5}">
      <dsp:nvSpPr>
        <dsp:cNvPr id="0" name=""/>
        <dsp:cNvSpPr/>
      </dsp:nvSpPr>
      <dsp:spPr>
        <a:xfrm>
          <a:off x="347472" y="358693"/>
          <a:ext cx="4864608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Developers design and build information systems</a:t>
          </a:r>
          <a:endParaRPr lang="en-US" sz="1500" kern="1200"/>
        </a:p>
      </dsp:txBody>
      <dsp:txXfrm>
        <a:off x="369088" y="380309"/>
        <a:ext cx="4821376" cy="399568"/>
      </dsp:txXfrm>
    </dsp:sp>
    <dsp:sp modelId="{06420E99-C52B-4A76-97BC-49708DC7B41D}">
      <dsp:nvSpPr>
        <dsp:cNvPr id="0" name=""/>
        <dsp:cNvSpPr/>
      </dsp:nvSpPr>
      <dsp:spPr>
        <a:xfrm>
          <a:off x="0" y="1260494"/>
          <a:ext cx="694944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60332"/>
              <a:satOff val="-5408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C0A61-E595-4FCB-B7F3-A13B34A96E4D}">
      <dsp:nvSpPr>
        <dsp:cNvPr id="0" name=""/>
        <dsp:cNvSpPr/>
      </dsp:nvSpPr>
      <dsp:spPr>
        <a:xfrm>
          <a:off x="347472" y="1039093"/>
          <a:ext cx="4864608" cy="442800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They turn user needs into </a:t>
          </a:r>
          <a:r>
            <a:rPr lang="en-US" sz="1500" b="1" i="0" kern="1200" baseline="0"/>
            <a:t>working software</a:t>
          </a:r>
          <a:endParaRPr lang="en-US" sz="1500" kern="1200"/>
        </a:p>
      </dsp:txBody>
      <dsp:txXfrm>
        <a:off x="369088" y="1060709"/>
        <a:ext cx="4821376" cy="399568"/>
      </dsp:txXfrm>
    </dsp:sp>
    <dsp:sp modelId="{C35A483E-29F2-4AC8-9767-2512DDB23390}">
      <dsp:nvSpPr>
        <dsp:cNvPr id="0" name=""/>
        <dsp:cNvSpPr/>
      </dsp:nvSpPr>
      <dsp:spPr>
        <a:xfrm>
          <a:off x="0" y="1940894"/>
          <a:ext cx="694944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12420" rIns="539354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Computer scientists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Programmers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Software engineers</a:t>
          </a:r>
          <a:endParaRPr lang="en-US" sz="1500" kern="1200"/>
        </a:p>
      </dsp:txBody>
      <dsp:txXfrm>
        <a:off x="0" y="1940894"/>
        <a:ext cx="6949440" cy="1134000"/>
      </dsp:txXfrm>
    </dsp:sp>
    <dsp:sp modelId="{C61222E4-A31F-404A-994C-BFF6BD34A291}">
      <dsp:nvSpPr>
        <dsp:cNvPr id="0" name=""/>
        <dsp:cNvSpPr/>
      </dsp:nvSpPr>
      <dsp:spPr>
        <a:xfrm>
          <a:off x="347472" y="1719494"/>
          <a:ext cx="4864608" cy="44280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Common developer roles include:</a:t>
          </a:r>
          <a:endParaRPr lang="en-US" sz="1500" kern="1200"/>
        </a:p>
      </dsp:txBody>
      <dsp:txXfrm>
        <a:off x="369088" y="1741110"/>
        <a:ext cx="4821376" cy="399568"/>
      </dsp:txXfrm>
    </dsp:sp>
    <dsp:sp modelId="{365F56ED-79AF-4401-BBBB-982C2920C0CF}">
      <dsp:nvSpPr>
        <dsp:cNvPr id="0" name=""/>
        <dsp:cNvSpPr/>
      </dsp:nvSpPr>
      <dsp:spPr>
        <a:xfrm>
          <a:off x="0" y="3377294"/>
          <a:ext cx="694944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80997"/>
              <a:satOff val="-16223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33626-F6B8-4DB3-B589-46C086671F0A}">
      <dsp:nvSpPr>
        <dsp:cNvPr id="0" name=""/>
        <dsp:cNvSpPr/>
      </dsp:nvSpPr>
      <dsp:spPr>
        <a:xfrm>
          <a:off x="347472" y="3155894"/>
          <a:ext cx="4864608" cy="442800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These roles usually require </a:t>
          </a:r>
          <a:r>
            <a:rPr lang="en-US" sz="1500" b="1" i="0" kern="1200" baseline="0"/>
            <a:t>tertiary study</a:t>
          </a:r>
          <a:endParaRPr lang="en-US" sz="1500" kern="1200"/>
        </a:p>
      </dsp:txBody>
      <dsp:txXfrm>
        <a:off x="369088" y="3177510"/>
        <a:ext cx="4821376" cy="399568"/>
      </dsp:txXfrm>
    </dsp:sp>
    <dsp:sp modelId="{A24207E8-76BE-4C7B-A4EF-3BD896BAE144}">
      <dsp:nvSpPr>
        <dsp:cNvPr id="0" name=""/>
        <dsp:cNvSpPr/>
      </dsp:nvSpPr>
      <dsp:spPr>
        <a:xfrm>
          <a:off x="0" y="4057694"/>
          <a:ext cx="6949440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12420" rIns="539354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Coding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Testing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Problem-solving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Improving systems</a:t>
          </a:r>
          <a:endParaRPr lang="en-US" sz="1500" kern="1200"/>
        </a:p>
      </dsp:txBody>
      <dsp:txXfrm>
        <a:off x="0" y="4057694"/>
        <a:ext cx="6949440" cy="1370250"/>
      </dsp:txXfrm>
    </dsp:sp>
    <dsp:sp modelId="{FD3DD215-C5C3-4552-A168-718B8BE803B7}">
      <dsp:nvSpPr>
        <dsp:cNvPr id="0" name=""/>
        <dsp:cNvSpPr/>
      </dsp:nvSpPr>
      <dsp:spPr>
        <a:xfrm>
          <a:off x="347472" y="3836294"/>
          <a:ext cx="4864608" cy="44280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Developers focus on:</a:t>
          </a:r>
          <a:endParaRPr lang="en-US" sz="1500" kern="1200"/>
        </a:p>
      </dsp:txBody>
      <dsp:txXfrm>
        <a:off x="369088" y="3857910"/>
        <a:ext cx="4821376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899A3-84E3-41AF-8480-43685FC1D421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5F104-70EB-4122-99D6-4207044A9A51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F6FE4-0C4D-49DB-9658-D40ED4DECE6F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Design new hardware and software technologies</a:t>
          </a:r>
          <a:endParaRPr lang="en-US" sz="2200" kern="1200"/>
        </a:p>
      </dsp:txBody>
      <dsp:txXfrm>
        <a:off x="1405898" y="2401"/>
        <a:ext cx="5543541" cy="1217228"/>
      </dsp:txXfrm>
    </dsp:sp>
    <dsp:sp modelId="{4687C673-9ACA-4C9D-BC6E-7E4AEFD62070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3048C-B11F-4B70-8C4E-5AB9B4D16032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F4AEA-DB01-4F66-AAFD-5F45D5D75C7E}">
      <dsp:nvSpPr>
        <dsp:cNvPr id="0" name=""/>
        <dsp:cNvSpPr/>
      </dsp:nvSpPr>
      <dsp:spPr>
        <a:xfrm>
          <a:off x="1405898" y="1523937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Work in areas such as:</a:t>
          </a:r>
          <a:endParaRPr lang="en-US" sz="2200" kern="1200"/>
        </a:p>
      </dsp:txBody>
      <dsp:txXfrm>
        <a:off x="1405898" y="1523937"/>
        <a:ext cx="3127248" cy="1217228"/>
      </dsp:txXfrm>
    </dsp:sp>
    <dsp:sp modelId="{BF318EB7-0838-4AC2-9BE3-58992E027DD3}">
      <dsp:nvSpPr>
        <dsp:cNvPr id="0" name=""/>
        <dsp:cNvSpPr/>
      </dsp:nvSpPr>
      <dsp:spPr>
        <a:xfrm>
          <a:off x="4533146" y="1523937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Security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Robotics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AI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Medical research</a:t>
          </a:r>
          <a:endParaRPr lang="en-US" sz="1300" kern="1200"/>
        </a:p>
      </dsp:txBody>
      <dsp:txXfrm>
        <a:off x="4533146" y="1523937"/>
        <a:ext cx="2416293" cy="1217228"/>
      </dsp:txXfrm>
    </dsp:sp>
    <dsp:sp modelId="{C9B9F4BF-72A6-4F15-9FDD-9890D515E56A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71CE4-AF6E-4620-AAFE-196D9ACA1424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CF09C-A739-437D-8838-8D032987D7CD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Require strong theoretical knowledge</a:t>
          </a:r>
          <a:endParaRPr lang="en-US" sz="2200" kern="1200"/>
        </a:p>
      </dsp:txBody>
      <dsp:txXfrm>
        <a:off x="1405898" y="3045472"/>
        <a:ext cx="5543541" cy="1217228"/>
      </dsp:txXfrm>
    </dsp:sp>
    <dsp:sp modelId="{D27A4920-3B14-4BF7-8304-1D4EED5E6D82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52C33-6E43-47C1-B160-E5301C3C9360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1538A-06CA-4A71-AAF2-A082CEF088F8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Typically have computer science or engineering degrees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0AAED-8D53-4E56-88F1-918CF7CAEF2C}">
      <dsp:nvSpPr>
        <dsp:cNvPr id="0" name=""/>
        <dsp:cNvSpPr/>
      </dsp:nvSpPr>
      <dsp:spPr>
        <a:xfrm>
          <a:off x="774518" y="37687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35208-60CE-47C5-9FD4-A0D3754E310C}">
      <dsp:nvSpPr>
        <dsp:cNvPr id="0" name=""/>
        <dsp:cNvSpPr/>
      </dsp:nvSpPr>
      <dsp:spPr>
        <a:xfrm>
          <a:off x="774518" y="204628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b="1" i="0" kern="1200" baseline="0"/>
            <a:t>Programmers</a:t>
          </a:r>
          <a:r>
            <a:rPr lang="en-US" sz="3400" b="0" i="0" kern="1200" baseline="0"/>
            <a:t>:</a:t>
          </a:r>
          <a:endParaRPr lang="en-US" sz="3400" kern="1200"/>
        </a:p>
      </dsp:txBody>
      <dsp:txXfrm>
        <a:off x="774518" y="2046285"/>
        <a:ext cx="4320000" cy="648000"/>
      </dsp:txXfrm>
    </dsp:sp>
    <dsp:sp modelId="{9B408D1C-7638-49E0-98AB-FEE7CAC0CCB9}">
      <dsp:nvSpPr>
        <dsp:cNvPr id="0" name=""/>
        <dsp:cNvSpPr/>
      </dsp:nvSpPr>
      <dsp:spPr>
        <a:xfrm>
          <a:off x="774518" y="2767497"/>
          <a:ext cx="4320000" cy="1269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Write and maintain code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Test and debug software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Translate solutions into programming languages</a:t>
          </a:r>
          <a:endParaRPr lang="en-US" sz="1700" kern="1200"/>
        </a:p>
      </dsp:txBody>
      <dsp:txXfrm>
        <a:off x="774518" y="2767497"/>
        <a:ext cx="4320000" cy="1269976"/>
      </dsp:txXfrm>
    </dsp:sp>
    <dsp:sp modelId="{E30C9C9F-436C-4FE0-A446-EEF523F340A0}">
      <dsp:nvSpPr>
        <dsp:cNvPr id="0" name=""/>
        <dsp:cNvSpPr/>
      </dsp:nvSpPr>
      <dsp:spPr>
        <a:xfrm>
          <a:off x="5850518" y="37687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9E277-E162-48CA-97BA-F4D68308685E}">
      <dsp:nvSpPr>
        <dsp:cNvPr id="0" name=""/>
        <dsp:cNvSpPr/>
      </dsp:nvSpPr>
      <dsp:spPr>
        <a:xfrm>
          <a:off x="5850518" y="204628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b="1" i="0" kern="1200" baseline="0"/>
            <a:t>Software engineers</a:t>
          </a:r>
          <a:r>
            <a:rPr lang="en-US" sz="3400" b="0" i="0" kern="1200" baseline="0"/>
            <a:t>:</a:t>
          </a:r>
          <a:endParaRPr lang="en-US" sz="3400" kern="1200"/>
        </a:p>
      </dsp:txBody>
      <dsp:txXfrm>
        <a:off x="5850518" y="2046285"/>
        <a:ext cx="4320000" cy="648000"/>
      </dsp:txXfrm>
    </dsp:sp>
    <dsp:sp modelId="{C92042A7-8D34-4CA4-8749-31FA2587C703}">
      <dsp:nvSpPr>
        <dsp:cNvPr id="0" name=""/>
        <dsp:cNvSpPr/>
      </dsp:nvSpPr>
      <dsp:spPr>
        <a:xfrm>
          <a:off x="5850518" y="2767497"/>
          <a:ext cx="4320000" cy="1269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Design large software systems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Develop operating systems and applications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Fix and improve existing software</a:t>
          </a:r>
          <a:endParaRPr lang="en-US" sz="1700" kern="1200"/>
        </a:p>
      </dsp:txBody>
      <dsp:txXfrm>
        <a:off x="5850518" y="2767497"/>
        <a:ext cx="4320000" cy="12699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CA7DE-E9BD-4831-9948-4AF1D6CD7485}">
      <dsp:nvSpPr>
        <dsp:cNvPr id="0" name=""/>
        <dsp:cNvSpPr/>
      </dsp:nvSpPr>
      <dsp:spPr>
        <a:xfrm>
          <a:off x="0" y="0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1BEFA-7C61-4B13-9215-3210F2D03E0D}">
      <dsp:nvSpPr>
        <dsp:cNvPr id="0" name=""/>
        <dsp:cNvSpPr/>
      </dsp:nvSpPr>
      <dsp:spPr>
        <a:xfrm>
          <a:off x="0" y="0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AI / Machine Learning Engineers</a:t>
          </a:r>
          <a:r>
            <a:rPr lang="en-US" sz="2300" b="0" i="0" kern="1200" baseline="0"/>
            <a:t>: build intelligent systems</a:t>
          </a:r>
          <a:endParaRPr lang="en-US" sz="2300" kern="1200"/>
        </a:p>
      </dsp:txBody>
      <dsp:txXfrm>
        <a:off x="0" y="0"/>
        <a:ext cx="10653579" cy="574228"/>
      </dsp:txXfrm>
    </dsp:sp>
    <dsp:sp modelId="{41DC8AEF-B2B4-4FCF-8FB4-96664F87BA38}">
      <dsp:nvSpPr>
        <dsp:cNvPr id="0" name=""/>
        <dsp:cNvSpPr/>
      </dsp:nvSpPr>
      <dsp:spPr>
        <a:xfrm>
          <a:off x="0" y="574228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EC058-DF07-46C7-8739-646F74DACA1A}">
      <dsp:nvSpPr>
        <dsp:cNvPr id="0" name=""/>
        <dsp:cNvSpPr/>
      </dsp:nvSpPr>
      <dsp:spPr>
        <a:xfrm>
          <a:off x="0" y="574228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Data Scientists</a:t>
          </a:r>
          <a:r>
            <a:rPr lang="en-US" sz="2300" b="0" i="0" kern="1200" baseline="0"/>
            <a:t>: analyse large data sets for insights</a:t>
          </a:r>
          <a:endParaRPr lang="en-US" sz="2300" kern="1200"/>
        </a:p>
      </dsp:txBody>
      <dsp:txXfrm>
        <a:off x="0" y="574228"/>
        <a:ext cx="10653579" cy="574228"/>
      </dsp:txXfrm>
    </dsp:sp>
    <dsp:sp modelId="{77E31283-6B07-43AB-A0B4-30FBF6E33FA3}">
      <dsp:nvSpPr>
        <dsp:cNvPr id="0" name=""/>
        <dsp:cNvSpPr/>
      </dsp:nvSpPr>
      <dsp:spPr>
        <a:xfrm>
          <a:off x="0" y="1148457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12CC7-3C4D-489C-B471-21AE1EA24A3F}">
      <dsp:nvSpPr>
        <dsp:cNvPr id="0" name=""/>
        <dsp:cNvSpPr/>
      </dsp:nvSpPr>
      <dsp:spPr>
        <a:xfrm>
          <a:off x="0" y="1148457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Cybersecurity Analysts</a:t>
          </a:r>
          <a:r>
            <a:rPr lang="en-US" sz="2300" b="0" i="0" kern="1200" baseline="0"/>
            <a:t>: protect systems and data</a:t>
          </a:r>
          <a:endParaRPr lang="en-US" sz="2300" kern="1200"/>
        </a:p>
      </dsp:txBody>
      <dsp:txXfrm>
        <a:off x="0" y="1148457"/>
        <a:ext cx="10653579" cy="574228"/>
      </dsp:txXfrm>
    </dsp:sp>
    <dsp:sp modelId="{C9D1CEE4-F728-4904-94A8-5F905E7D3A0B}">
      <dsp:nvSpPr>
        <dsp:cNvPr id="0" name=""/>
        <dsp:cNvSpPr/>
      </dsp:nvSpPr>
      <dsp:spPr>
        <a:xfrm>
          <a:off x="0" y="1722685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868A9-625A-4EA0-B75F-E1FA11BD89D2}">
      <dsp:nvSpPr>
        <dsp:cNvPr id="0" name=""/>
        <dsp:cNvSpPr/>
      </dsp:nvSpPr>
      <dsp:spPr>
        <a:xfrm>
          <a:off x="0" y="1722685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Cloud Architects</a:t>
          </a:r>
          <a:r>
            <a:rPr lang="en-US" sz="2300" b="0" i="0" kern="1200" baseline="0"/>
            <a:t>: design cloud-based systems</a:t>
          </a:r>
          <a:endParaRPr lang="en-US" sz="2300" kern="1200"/>
        </a:p>
      </dsp:txBody>
      <dsp:txXfrm>
        <a:off x="0" y="1722685"/>
        <a:ext cx="10653579" cy="574228"/>
      </dsp:txXfrm>
    </dsp:sp>
    <dsp:sp modelId="{785F0BF3-BA2C-4D43-871B-54EAF697DF81}">
      <dsp:nvSpPr>
        <dsp:cNvPr id="0" name=""/>
        <dsp:cNvSpPr/>
      </dsp:nvSpPr>
      <dsp:spPr>
        <a:xfrm>
          <a:off x="0" y="229691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164E9-7EA5-44F3-AA8D-F64E20C80E10}">
      <dsp:nvSpPr>
        <dsp:cNvPr id="0" name=""/>
        <dsp:cNvSpPr/>
      </dsp:nvSpPr>
      <dsp:spPr>
        <a:xfrm>
          <a:off x="0" y="2296914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Blockchain Developers</a:t>
          </a:r>
          <a:r>
            <a:rPr lang="en-US" sz="2300" b="0" i="0" kern="1200" baseline="0"/>
            <a:t>: build decentralised systems</a:t>
          </a:r>
          <a:endParaRPr lang="en-US" sz="2300" kern="1200"/>
        </a:p>
      </dsp:txBody>
      <dsp:txXfrm>
        <a:off x="0" y="2296914"/>
        <a:ext cx="10653579" cy="574228"/>
      </dsp:txXfrm>
    </dsp:sp>
    <dsp:sp modelId="{D7A24744-2017-4A06-A308-12E85B300822}">
      <dsp:nvSpPr>
        <dsp:cNvPr id="0" name=""/>
        <dsp:cNvSpPr/>
      </dsp:nvSpPr>
      <dsp:spPr>
        <a:xfrm>
          <a:off x="0" y="2871142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BEFF3-8A3F-44C9-850C-D743FA60B311}">
      <dsp:nvSpPr>
        <dsp:cNvPr id="0" name=""/>
        <dsp:cNvSpPr/>
      </dsp:nvSpPr>
      <dsp:spPr>
        <a:xfrm>
          <a:off x="0" y="2871142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IoT Architects</a:t>
          </a:r>
          <a:r>
            <a:rPr lang="en-US" sz="2300" b="0" i="0" kern="1200" baseline="0"/>
            <a:t>: manage connected smart devices</a:t>
          </a:r>
          <a:endParaRPr lang="en-US" sz="2300" kern="1200"/>
        </a:p>
      </dsp:txBody>
      <dsp:txXfrm>
        <a:off x="0" y="2871142"/>
        <a:ext cx="10653579" cy="574228"/>
      </dsp:txXfrm>
    </dsp:sp>
    <dsp:sp modelId="{A96D79C2-0BFF-4D8A-92DD-129E3A74CF66}">
      <dsp:nvSpPr>
        <dsp:cNvPr id="0" name=""/>
        <dsp:cNvSpPr/>
      </dsp:nvSpPr>
      <dsp:spPr>
        <a:xfrm>
          <a:off x="0" y="3445371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6B99B-21E0-4C50-B6FB-38D7D5C1716A}">
      <dsp:nvSpPr>
        <dsp:cNvPr id="0" name=""/>
        <dsp:cNvSpPr/>
      </dsp:nvSpPr>
      <dsp:spPr>
        <a:xfrm>
          <a:off x="0" y="3445371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VR/AR Developers</a:t>
          </a:r>
          <a:r>
            <a:rPr lang="en-US" sz="2300" b="0" i="0" kern="1200" baseline="0"/>
            <a:t>: create immersive digital experiences</a:t>
          </a:r>
          <a:endParaRPr lang="en-US" sz="2300" kern="1200"/>
        </a:p>
      </dsp:txBody>
      <dsp:txXfrm>
        <a:off x="0" y="3445371"/>
        <a:ext cx="10653579" cy="574228"/>
      </dsp:txXfrm>
    </dsp:sp>
    <dsp:sp modelId="{20D6A0CD-D102-410F-83D6-A890273D5F90}">
      <dsp:nvSpPr>
        <dsp:cNvPr id="0" name=""/>
        <dsp:cNvSpPr/>
      </dsp:nvSpPr>
      <dsp:spPr>
        <a:xfrm>
          <a:off x="0" y="4019599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252B5-3534-4593-874F-B70816B766CE}">
      <dsp:nvSpPr>
        <dsp:cNvPr id="0" name=""/>
        <dsp:cNvSpPr/>
      </dsp:nvSpPr>
      <dsp:spPr>
        <a:xfrm>
          <a:off x="0" y="4019599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Quantum Computing Engineers</a:t>
          </a:r>
          <a:r>
            <a:rPr lang="en-US" sz="2300" b="0" i="0" kern="1200" baseline="0"/>
            <a:t>: work with advanced computing technology</a:t>
          </a:r>
          <a:endParaRPr lang="en-US" sz="2300" kern="1200"/>
        </a:p>
      </dsp:txBody>
      <dsp:txXfrm>
        <a:off x="0" y="4019599"/>
        <a:ext cx="10653579" cy="5742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6698D-6135-4DD4-B758-6DDE3FEC2051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B888C-A838-4389-AE53-EEA05664CC03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336CD-5B01-495E-86AB-FBF7E2D3F3ED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Ensure systems run </a:t>
          </a:r>
          <a:r>
            <a:rPr lang="en-GB" sz="2200" b="1" kern="1200"/>
            <a:t>reliably and efficiently</a:t>
          </a:r>
          <a:endParaRPr lang="en-US" sz="2200" kern="1200"/>
        </a:p>
      </dsp:txBody>
      <dsp:txXfrm>
        <a:off x="1405898" y="2401"/>
        <a:ext cx="5543541" cy="1217228"/>
      </dsp:txXfrm>
    </dsp:sp>
    <dsp:sp modelId="{2F116F62-AC45-47B6-91A0-1FA0FA750C86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C3654-234D-4C8F-A063-D823AF15958A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E88DE-A4C6-4783-BF95-0E43E14393D0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Work behind the scenes</a:t>
          </a:r>
          <a:endParaRPr lang="en-US" sz="2200" kern="1200"/>
        </a:p>
      </dsp:txBody>
      <dsp:txXfrm>
        <a:off x="1405898" y="1523937"/>
        <a:ext cx="5543541" cy="1217228"/>
      </dsp:txXfrm>
    </dsp:sp>
    <dsp:sp modelId="{39CB1994-B8C2-4BC5-80BD-2180C83127FE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08C3B-DF17-4C68-A896-6F71ADBE92BE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40995-184F-4605-B852-A1E56F6B12FF}">
      <dsp:nvSpPr>
        <dsp:cNvPr id="0" name=""/>
        <dsp:cNvSpPr/>
      </dsp:nvSpPr>
      <dsp:spPr>
        <a:xfrm>
          <a:off x="1405898" y="3045472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Key roles include:</a:t>
          </a:r>
          <a:endParaRPr lang="en-US" sz="2200" kern="1200"/>
        </a:p>
      </dsp:txBody>
      <dsp:txXfrm>
        <a:off x="1405898" y="3045472"/>
        <a:ext cx="3127248" cy="1217228"/>
      </dsp:txXfrm>
    </dsp:sp>
    <dsp:sp modelId="{749D8603-F0A1-4160-BA17-B18E2B018BD7}">
      <dsp:nvSpPr>
        <dsp:cNvPr id="0" name=""/>
        <dsp:cNvSpPr/>
      </dsp:nvSpPr>
      <dsp:spPr>
        <a:xfrm>
          <a:off x="4533146" y="3045472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Computer operators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Database administrators</a:t>
          </a:r>
          <a:endParaRPr lang="en-US" sz="1700" kern="1200"/>
        </a:p>
      </dsp:txBody>
      <dsp:txXfrm>
        <a:off x="4533146" y="3045472"/>
        <a:ext cx="2416293" cy="1217228"/>
      </dsp:txXfrm>
    </dsp:sp>
    <dsp:sp modelId="{8D1BB8D2-0C46-41A5-886E-C60649C624D1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283BA-10B6-40CA-B6CA-28C297FAA924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7353F-69CF-452C-8DE9-FFDA14295B60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Focus on maintenance, updates and monitoring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E4D7D-C173-4E06-AA41-7AD80EFB35BC}">
      <dsp:nvSpPr>
        <dsp:cNvPr id="0" name=""/>
        <dsp:cNvSpPr/>
      </dsp:nvSpPr>
      <dsp:spPr>
        <a:xfrm>
          <a:off x="0" y="582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26E0F-BC29-4E00-BF74-15D6BAAA1201}">
      <dsp:nvSpPr>
        <dsp:cNvPr id="0" name=""/>
        <dsp:cNvSpPr/>
      </dsp:nvSpPr>
      <dsp:spPr>
        <a:xfrm>
          <a:off x="412061" y="307073"/>
          <a:ext cx="749202" cy="7492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FF77E-8A6E-4FEB-8350-30D1DF9C7602}">
      <dsp:nvSpPr>
        <dsp:cNvPr id="0" name=""/>
        <dsp:cNvSpPr/>
      </dsp:nvSpPr>
      <dsp:spPr>
        <a:xfrm>
          <a:off x="1573324" y="582"/>
          <a:ext cx="5962878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Keep critical systems running (e.g. servers)</a:t>
          </a:r>
          <a:endParaRPr lang="en-US" sz="2500" kern="1200"/>
        </a:p>
      </dsp:txBody>
      <dsp:txXfrm>
        <a:off x="1573324" y="582"/>
        <a:ext cx="5962878" cy="1362185"/>
      </dsp:txXfrm>
    </dsp:sp>
    <dsp:sp modelId="{BF19800E-C165-48AB-A7D2-6ABAE970BF46}">
      <dsp:nvSpPr>
        <dsp:cNvPr id="0" name=""/>
        <dsp:cNvSpPr/>
      </dsp:nvSpPr>
      <dsp:spPr>
        <a:xfrm>
          <a:off x="0" y="1703314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C0B09-8E9E-4218-AD5C-01F5B3AF1DFF}">
      <dsp:nvSpPr>
        <dsp:cNvPr id="0" name=""/>
        <dsp:cNvSpPr/>
      </dsp:nvSpPr>
      <dsp:spPr>
        <a:xfrm>
          <a:off x="412061" y="2009805"/>
          <a:ext cx="749202" cy="7492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134BC-4DCF-48F4-9028-14BCED9C81EA}">
      <dsp:nvSpPr>
        <dsp:cNvPr id="0" name=""/>
        <dsp:cNvSpPr/>
      </dsp:nvSpPr>
      <dsp:spPr>
        <a:xfrm>
          <a:off x="1573324" y="1703314"/>
          <a:ext cx="3391291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Responsibilities include:</a:t>
          </a:r>
          <a:endParaRPr lang="en-US" sz="2500" kern="1200"/>
        </a:p>
      </dsp:txBody>
      <dsp:txXfrm>
        <a:off x="1573324" y="1703314"/>
        <a:ext cx="3391291" cy="1362185"/>
      </dsp:txXfrm>
    </dsp:sp>
    <dsp:sp modelId="{24ACBEAA-5C07-458C-95CE-E30A6D4DD12E}">
      <dsp:nvSpPr>
        <dsp:cNvPr id="0" name=""/>
        <dsp:cNvSpPr/>
      </dsp:nvSpPr>
      <dsp:spPr>
        <a:xfrm>
          <a:off x="4964615" y="1703314"/>
          <a:ext cx="2571587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Updating software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Monitoring storage and memory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Checking system environments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Identifying faults</a:t>
          </a:r>
          <a:endParaRPr lang="en-US" sz="1100" kern="1200"/>
        </a:p>
      </dsp:txBody>
      <dsp:txXfrm>
        <a:off x="4964615" y="1703314"/>
        <a:ext cx="2571587" cy="1362185"/>
      </dsp:txXfrm>
    </dsp:sp>
    <dsp:sp modelId="{FD90A6A1-BAE2-4D3B-A444-217971FC2350}">
      <dsp:nvSpPr>
        <dsp:cNvPr id="0" name=""/>
        <dsp:cNvSpPr/>
      </dsp:nvSpPr>
      <dsp:spPr>
        <a:xfrm>
          <a:off x="0" y="3406046"/>
          <a:ext cx="7536203" cy="1362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6B807-D617-4B58-9B11-46AD4B9F59BE}">
      <dsp:nvSpPr>
        <dsp:cNvPr id="0" name=""/>
        <dsp:cNvSpPr/>
      </dsp:nvSpPr>
      <dsp:spPr>
        <a:xfrm>
          <a:off x="412061" y="3712537"/>
          <a:ext cx="749202" cy="7492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6E688-B626-49DC-B91E-3F6088C7C77D}">
      <dsp:nvSpPr>
        <dsp:cNvPr id="0" name=""/>
        <dsp:cNvSpPr/>
      </dsp:nvSpPr>
      <dsp:spPr>
        <a:xfrm>
          <a:off x="1573324" y="3406046"/>
          <a:ext cx="5962878" cy="1362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5" tIns="144165" rIns="144165" bIns="144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Often work with specialised system software</a:t>
          </a:r>
          <a:endParaRPr lang="en-US" sz="2500" kern="1200"/>
        </a:p>
      </dsp:txBody>
      <dsp:txXfrm>
        <a:off x="1573324" y="3406046"/>
        <a:ext cx="5962878" cy="13621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32F7D-7488-47C7-9426-972BE9A2EFF3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0945C-3907-421A-B8CD-C98949460812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5B983-3FAC-426D-9BA6-2686E73033FA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Create and maintain databases</a:t>
          </a:r>
          <a:endParaRPr lang="en-US" sz="2500" kern="1200"/>
        </a:p>
      </dsp:txBody>
      <dsp:txXfrm>
        <a:off x="1909124" y="706"/>
        <a:ext cx="5040315" cy="1652921"/>
      </dsp:txXfrm>
    </dsp:sp>
    <dsp:sp modelId="{341C6A0D-3BF4-4447-BEF1-A720589CA6C6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E5D4C-E990-4F9E-A745-77ED7364C458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36442-BDAD-4EF0-994A-4D14FB5ADDFC}">
      <dsp:nvSpPr>
        <dsp:cNvPr id="0" name=""/>
        <dsp:cNvSpPr/>
      </dsp:nvSpPr>
      <dsp:spPr>
        <a:xfrm>
          <a:off x="1909124" y="2066858"/>
          <a:ext cx="3127248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Ensure data is:</a:t>
          </a:r>
          <a:endParaRPr lang="en-US" sz="2500" kern="1200"/>
        </a:p>
      </dsp:txBody>
      <dsp:txXfrm>
        <a:off x="1909124" y="2066858"/>
        <a:ext cx="3127248" cy="1652921"/>
      </dsp:txXfrm>
    </dsp:sp>
    <dsp:sp modelId="{CB30A15F-D260-473D-B52D-99827C574E8B}">
      <dsp:nvSpPr>
        <dsp:cNvPr id="0" name=""/>
        <dsp:cNvSpPr/>
      </dsp:nvSpPr>
      <dsp:spPr>
        <a:xfrm>
          <a:off x="5036372" y="2066858"/>
          <a:ext cx="1913067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Secure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Accurate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Available</a:t>
          </a:r>
          <a:endParaRPr lang="en-US" sz="1400" kern="1200"/>
        </a:p>
      </dsp:txBody>
      <dsp:txXfrm>
        <a:off x="5036372" y="2066858"/>
        <a:ext cx="1913067" cy="1652921"/>
      </dsp:txXfrm>
    </dsp:sp>
    <dsp:sp modelId="{2E529351-899A-461B-80A0-1FBB82738BCE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4B56A-5D03-4691-8325-2B3B8C577CBB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177C7-23E6-4A9D-8BDA-47BC455408D2}">
      <dsp:nvSpPr>
        <dsp:cNvPr id="0" name=""/>
        <dsp:cNvSpPr/>
      </dsp:nvSpPr>
      <dsp:spPr>
        <a:xfrm>
          <a:off x="1909124" y="4133010"/>
          <a:ext cx="3127248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Work with:</a:t>
          </a:r>
          <a:endParaRPr lang="en-US" sz="2500" kern="1200"/>
        </a:p>
      </dsp:txBody>
      <dsp:txXfrm>
        <a:off x="1909124" y="4133010"/>
        <a:ext cx="3127248" cy="1652921"/>
      </dsp:txXfrm>
    </dsp:sp>
    <dsp:sp modelId="{B19EAC0A-29EA-4B0F-BB95-36D2FFAA2363}">
      <dsp:nvSpPr>
        <dsp:cNvPr id="0" name=""/>
        <dsp:cNvSpPr/>
      </dsp:nvSpPr>
      <dsp:spPr>
        <a:xfrm>
          <a:off x="5036372" y="4133010"/>
          <a:ext cx="1913067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Programmers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Systems analysts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Support many business processes</a:t>
          </a:r>
          <a:endParaRPr lang="en-US" sz="1400" kern="1200"/>
        </a:p>
      </dsp:txBody>
      <dsp:txXfrm>
        <a:off x="5036372" y="4133010"/>
        <a:ext cx="1913067" cy="165292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C2D1C-DE7B-46D0-9671-786CEF545650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334EA-7A03-4E61-AFB9-269AB6AB6989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68CE9-FAF0-47D3-B398-99BB8FDDCB35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Bridge the gap between users and developers</a:t>
          </a:r>
          <a:endParaRPr lang="en-US" sz="2200" kern="1200"/>
        </a:p>
      </dsp:txBody>
      <dsp:txXfrm>
        <a:off x="1405898" y="2401"/>
        <a:ext cx="5543541" cy="1217228"/>
      </dsp:txXfrm>
    </dsp:sp>
    <dsp:sp modelId="{237F41EA-0BBE-4519-A9DF-01F1D597A386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AC2D4-7C92-4849-B9C6-7BBCA4E4E062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EF9A0-D7FF-4376-A4AF-29E9A988CC36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Analyse problems and design solutions</a:t>
          </a:r>
          <a:endParaRPr lang="en-US" sz="2200" kern="1200"/>
        </a:p>
      </dsp:txBody>
      <dsp:txXfrm>
        <a:off x="1405898" y="1523937"/>
        <a:ext cx="5543541" cy="1217228"/>
      </dsp:txXfrm>
    </dsp:sp>
    <dsp:sp modelId="{EF84F618-F534-4088-B29F-4F196B7C0634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3CD2E-B3AE-4339-9FD6-26A5D79AAA40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EC96C-4684-4745-B503-00514584D8AA}">
      <dsp:nvSpPr>
        <dsp:cNvPr id="0" name=""/>
        <dsp:cNvSpPr/>
      </dsp:nvSpPr>
      <dsp:spPr>
        <a:xfrm>
          <a:off x="1405898" y="3045472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Specialise in systems such as:</a:t>
          </a:r>
          <a:endParaRPr lang="en-US" sz="2200" kern="1200"/>
        </a:p>
      </dsp:txBody>
      <dsp:txXfrm>
        <a:off x="1405898" y="3045472"/>
        <a:ext cx="3127248" cy="1217228"/>
      </dsp:txXfrm>
    </dsp:sp>
    <dsp:sp modelId="{AF2D3635-2099-4961-87F1-598592C5A792}">
      <dsp:nvSpPr>
        <dsp:cNvPr id="0" name=""/>
        <dsp:cNvSpPr/>
      </dsp:nvSpPr>
      <dsp:spPr>
        <a:xfrm>
          <a:off x="4533146" y="3045472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Financial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Accounting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Engineering</a:t>
          </a:r>
          <a:endParaRPr lang="en-US" sz="1800" kern="1200"/>
        </a:p>
      </dsp:txBody>
      <dsp:txXfrm>
        <a:off x="4533146" y="3045472"/>
        <a:ext cx="2416293" cy="1217228"/>
      </dsp:txXfrm>
    </dsp:sp>
    <dsp:sp modelId="{0610BAB0-05F0-42A4-876D-43854C81FB27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26A11-AA1F-436B-AD9E-19FE0083AF2B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82642-EC98-453E-BFE1-0D9191DF55B8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Focus on improving or upgrading systems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4F240-2A78-4E9C-95A4-E904A750026E}">
      <dsp:nvSpPr>
        <dsp:cNvPr id="0" name=""/>
        <dsp:cNvSpPr/>
      </dsp:nvSpPr>
      <dsp:spPr>
        <a:xfrm>
          <a:off x="0" y="1979"/>
          <a:ext cx="7536203" cy="1003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4048E-6340-44BE-861F-0DDF5EDD8E75}">
      <dsp:nvSpPr>
        <dsp:cNvPr id="0" name=""/>
        <dsp:cNvSpPr/>
      </dsp:nvSpPr>
      <dsp:spPr>
        <a:xfrm>
          <a:off x="303446" y="227682"/>
          <a:ext cx="551720" cy="551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D4275-5322-4071-9CCA-96B4A603180B}">
      <dsp:nvSpPr>
        <dsp:cNvPr id="0" name=""/>
        <dsp:cNvSpPr/>
      </dsp:nvSpPr>
      <dsp:spPr>
        <a:xfrm>
          <a:off x="1158612" y="1979"/>
          <a:ext cx="6377590" cy="1003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4" tIns="106164" rIns="106164" bIns="1061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Help users solve technical problems</a:t>
          </a:r>
          <a:endParaRPr lang="en-US" sz="2200" kern="1200"/>
        </a:p>
      </dsp:txBody>
      <dsp:txXfrm>
        <a:off x="1158612" y="1979"/>
        <a:ext cx="6377590" cy="1003127"/>
      </dsp:txXfrm>
    </dsp:sp>
    <dsp:sp modelId="{CFACCE63-BABA-4232-B21F-B177FD30A680}">
      <dsp:nvSpPr>
        <dsp:cNvPr id="0" name=""/>
        <dsp:cNvSpPr/>
      </dsp:nvSpPr>
      <dsp:spPr>
        <a:xfrm>
          <a:off x="0" y="1255888"/>
          <a:ext cx="7536203" cy="1003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D4B97-8DEA-4DB0-B4DC-85720D118D74}">
      <dsp:nvSpPr>
        <dsp:cNvPr id="0" name=""/>
        <dsp:cNvSpPr/>
      </dsp:nvSpPr>
      <dsp:spPr>
        <a:xfrm>
          <a:off x="303446" y="1481592"/>
          <a:ext cx="551720" cy="551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F832D-47D0-4114-BFC3-E1A0F9D614D5}">
      <dsp:nvSpPr>
        <dsp:cNvPr id="0" name=""/>
        <dsp:cNvSpPr/>
      </dsp:nvSpPr>
      <dsp:spPr>
        <a:xfrm>
          <a:off x="1158612" y="1255888"/>
          <a:ext cx="6377590" cy="1003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4" tIns="106164" rIns="106164" bIns="1061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Work in help desks or support teams</a:t>
          </a:r>
          <a:endParaRPr lang="en-US" sz="2200" kern="1200"/>
        </a:p>
      </dsp:txBody>
      <dsp:txXfrm>
        <a:off x="1158612" y="1255888"/>
        <a:ext cx="6377590" cy="1003127"/>
      </dsp:txXfrm>
    </dsp:sp>
    <dsp:sp modelId="{CA4B23CA-36DD-4FFB-8922-FC35B67FAA7B}">
      <dsp:nvSpPr>
        <dsp:cNvPr id="0" name=""/>
        <dsp:cNvSpPr/>
      </dsp:nvSpPr>
      <dsp:spPr>
        <a:xfrm>
          <a:off x="0" y="2509797"/>
          <a:ext cx="7536203" cy="1003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3042E-DE7E-4BF5-BCC3-C49B71825661}">
      <dsp:nvSpPr>
        <dsp:cNvPr id="0" name=""/>
        <dsp:cNvSpPr/>
      </dsp:nvSpPr>
      <dsp:spPr>
        <a:xfrm>
          <a:off x="303446" y="2735501"/>
          <a:ext cx="551720" cy="551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83AB7-3609-4931-ACA2-A9A1D29A4DFB}">
      <dsp:nvSpPr>
        <dsp:cNvPr id="0" name=""/>
        <dsp:cNvSpPr/>
      </dsp:nvSpPr>
      <dsp:spPr>
        <a:xfrm>
          <a:off x="1158612" y="2509797"/>
          <a:ext cx="3391291" cy="1003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4" tIns="106164" rIns="106164" bIns="1061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Tasks include:</a:t>
          </a:r>
          <a:endParaRPr lang="en-US" sz="2200" kern="1200"/>
        </a:p>
      </dsp:txBody>
      <dsp:txXfrm>
        <a:off x="1158612" y="2509797"/>
        <a:ext cx="3391291" cy="1003127"/>
      </dsp:txXfrm>
    </dsp:sp>
    <dsp:sp modelId="{7F63BAD9-95CF-439B-B0A6-9DBA6D403053}">
      <dsp:nvSpPr>
        <dsp:cNvPr id="0" name=""/>
        <dsp:cNvSpPr/>
      </dsp:nvSpPr>
      <dsp:spPr>
        <a:xfrm>
          <a:off x="4549903" y="2509797"/>
          <a:ext cx="2986299" cy="1003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4" tIns="106164" rIns="106164" bIns="10616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Troubleshooting errors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Fixing hardware issues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Interpreting error messages</a:t>
          </a:r>
          <a:endParaRPr lang="en-US" sz="1400" kern="1200"/>
        </a:p>
      </dsp:txBody>
      <dsp:txXfrm>
        <a:off x="4549903" y="2509797"/>
        <a:ext cx="2986299" cy="1003127"/>
      </dsp:txXfrm>
    </dsp:sp>
    <dsp:sp modelId="{DC4EB2F8-1109-4D92-8541-B186E12F3ED5}">
      <dsp:nvSpPr>
        <dsp:cNvPr id="0" name=""/>
        <dsp:cNvSpPr/>
      </dsp:nvSpPr>
      <dsp:spPr>
        <a:xfrm>
          <a:off x="0" y="3763707"/>
          <a:ext cx="7536203" cy="1003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954F9-6410-4D13-9790-B783D152B28A}">
      <dsp:nvSpPr>
        <dsp:cNvPr id="0" name=""/>
        <dsp:cNvSpPr/>
      </dsp:nvSpPr>
      <dsp:spPr>
        <a:xfrm>
          <a:off x="303446" y="3989410"/>
          <a:ext cx="551720" cy="551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B5703-87C8-4120-9B2C-515015E92EB6}">
      <dsp:nvSpPr>
        <dsp:cNvPr id="0" name=""/>
        <dsp:cNvSpPr/>
      </dsp:nvSpPr>
      <dsp:spPr>
        <a:xfrm>
          <a:off x="1158612" y="3763707"/>
          <a:ext cx="6377590" cy="1003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4" tIns="106164" rIns="106164" bIns="1061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More complex repairs handled by technicians</a:t>
          </a:r>
          <a:endParaRPr lang="en-US" sz="2200" kern="1200"/>
        </a:p>
      </dsp:txBody>
      <dsp:txXfrm>
        <a:off x="1158612" y="3763707"/>
        <a:ext cx="6377590" cy="100312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20B15-F8CB-42C7-A9DC-D70CBF88F0D2}">
      <dsp:nvSpPr>
        <dsp:cNvPr id="0" name=""/>
        <dsp:cNvSpPr/>
      </dsp:nvSpPr>
      <dsp:spPr>
        <a:xfrm>
          <a:off x="0" y="1121038"/>
          <a:ext cx="694944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EB747-5863-4C3F-849A-8038A10D85A0}">
      <dsp:nvSpPr>
        <dsp:cNvPr id="0" name=""/>
        <dsp:cNvSpPr/>
      </dsp:nvSpPr>
      <dsp:spPr>
        <a:xfrm>
          <a:off x="347472" y="855358"/>
          <a:ext cx="4864608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Teach people how to use technology</a:t>
          </a:r>
          <a:endParaRPr lang="en-US" sz="1800" kern="1200"/>
        </a:p>
      </dsp:txBody>
      <dsp:txXfrm>
        <a:off x="373411" y="881297"/>
        <a:ext cx="4812730" cy="479482"/>
      </dsp:txXfrm>
    </dsp:sp>
    <dsp:sp modelId="{E0664D45-2038-4144-8588-B3D1EC0D45B3}">
      <dsp:nvSpPr>
        <dsp:cNvPr id="0" name=""/>
        <dsp:cNvSpPr/>
      </dsp:nvSpPr>
      <dsp:spPr>
        <a:xfrm>
          <a:off x="0" y="1937518"/>
          <a:ext cx="694944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96F86-DF46-4BFE-A9F3-100E07D942F3}">
      <dsp:nvSpPr>
        <dsp:cNvPr id="0" name=""/>
        <dsp:cNvSpPr/>
      </dsp:nvSpPr>
      <dsp:spPr>
        <a:xfrm>
          <a:off x="347472" y="1671838"/>
          <a:ext cx="4864608" cy="531360"/>
        </a:xfrm>
        <a:prstGeom prst="round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Plan and deliver IT training</a:t>
          </a:r>
          <a:endParaRPr lang="en-US" sz="1800" kern="1200"/>
        </a:p>
      </dsp:txBody>
      <dsp:txXfrm>
        <a:off x="373411" y="1697777"/>
        <a:ext cx="4812730" cy="479482"/>
      </dsp:txXfrm>
    </dsp:sp>
    <dsp:sp modelId="{0D3EF4BF-025E-44D4-8ACB-B8122584BDB9}">
      <dsp:nvSpPr>
        <dsp:cNvPr id="0" name=""/>
        <dsp:cNvSpPr/>
      </dsp:nvSpPr>
      <dsp:spPr>
        <a:xfrm>
          <a:off x="0" y="2753998"/>
          <a:ext cx="694944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74904" rIns="53935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Workers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Students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Organisations</a:t>
          </a:r>
          <a:endParaRPr lang="en-US" sz="1800" kern="1200"/>
        </a:p>
      </dsp:txBody>
      <dsp:txXfrm>
        <a:off x="0" y="2753998"/>
        <a:ext cx="6949440" cy="1360800"/>
      </dsp:txXfrm>
    </dsp:sp>
    <dsp:sp modelId="{F3E05A2F-FFF3-4DCB-905A-AC9AE66101F6}">
      <dsp:nvSpPr>
        <dsp:cNvPr id="0" name=""/>
        <dsp:cNvSpPr/>
      </dsp:nvSpPr>
      <dsp:spPr>
        <a:xfrm>
          <a:off x="347472" y="2488318"/>
          <a:ext cx="4864608" cy="531360"/>
        </a:xfrm>
        <a:prstGeom prst="round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Support:</a:t>
          </a:r>
          <a:endParaRPr lang="en-US" sz="1800" kern="1200"/>
        </a:p>
      </dsp:txBody>
      <dsp:txXfrm>
        <a:off x="373411" y="2514257"/>
        <a:ext cx="4812730" cy="479482"/>
      </dsp:txXfrm>
    </dsp:sp>
    <dsp:sp modelId="{C387872D-C654-4178-976A-7C06153D9C77}">
      <dsp:nvSpPr>
        <dsp:cNvPr id="0" name=""/>
        <dsp:cNvSpPr/>
      </dsp:nvSpPr>
      <dsp:spPr>
        <a:xfrm>
          <a:off x="0" y="4477679"/>
          <a:ext cx="694944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E95F4-F5CD-47B7-A157-AA7E488ABB26}">
      <dsp:nvSpPr>
        <dsp:cNvPr id="0" name=""/>
        <dsp:cNvSpPr/>
      </dsp:nvSpPr>
      <dsp:spPr>
        <a:xfrm>
          <a:off x="347472" y="4211998"/>
          <a:ext cx="4864608" cy="53136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Important as technology changes rapidly</a:t>
          </a:r>
          <a:endParaRPr lang="en-US" sz="1800" kern="1200"/>
        </a:p>
      </dsp:txBody>
      <dsp:txXfrm>
        <a:off x="373411" y="4237937"/>
        <a:ext cx="4812730" cy="4794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B184D-A88E-45F4-8B4B-71F7A10BD3D0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C3414-E646-4317-A5A3-7C98A52E36E9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6427F-7235-4AEC-9AA8-62EAC3CBE527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Senior management role</a:t>
          </a:r>
          <a:endParaRPr lang="en-US" sz="2200" kern="1200"/>
        </a:p>
      </dsp:txBody>
      <dsp:txXfrm>
        <a:off x="1405898" y="2401"/>
        <a:ext cx="5543541" cy="1217228"/>
      </dsp:txXfrm>
    </dsp:sp>
    <dsp:sp modelId="{FD945351-6B35-47A6-AFA2-4D864E19347B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E637F-2471-487D-B7C6-B705CACB51CC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5A29D-CA62-449F-B0F7-3F3BDD228207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Oversees information systems strategy</a:t>
          </a:r>
          <a:endParaRPr lang="en-US" sz="2200" kern="1200"/>
        </a:p>
      </dsp:txBody>
      <dsp:txXfrm>
        <a:off x="1405898" y="1523937"/>
        <a:ext cx="5543541" cy="1217228"/>
      </dsp:txXfrm>
    </dsp:sp>
    <dsp:sp modelId="{22A6A356-8D49-4F6E-9920-AE8148911B16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1C3C67-D1E7-4A2E-9549-DCE4145648B2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6AC8D-7CA6-40FE-B076-96029372709D}">
      <dsp:nvSpPr>
        <dsp:cNvPr id="0" name=""/>
        <dsp:cNvSpPr/>
      </dsp:nvSpPr>
      <dsp:spPr>
        <a:xfrm>
          <a:off x="1405898" y="3045472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Responsibilities include:</a:t>
          </a:r>
          <a:endParaRPr lang="en-US" sz="2200" kern="1200"/>
        </a:p>
      </dsp:txBody>
      <dsp:txXfrm>
        <a:off x="1405898" y="3045472"/>
        <a:ext cx="3127248" cy="1217228"/>
      </dsp:txXfrm>
    </dsp:sp>
    <dsp:sp modelId="{E03A2BE5-A0B6-4C4F-9BF1-80029C2BC75C}">
      <dsp:nvSpPr>
        <dsp:cNvPr id="0" name=""/>
        <dsp:cNvSpPr/>
      </dsp:nvSpPr>
      <dsp:spPr>
        <a:xfrm>
          <a:off x="4533146" y="3045472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Budgeting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Scheduling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Aligning IT with business goals</a:t>
          </a:r>
          <a:endParaRPr lang="en-US" sz="1300" kern="1200"/>
        </a:p>
      </dsp:txBody>
      <dsp:txXfrm>
        <a:off x="4533146" y="3045472"/>
        <a:ext cx="2416293" cy="1217228"/>
      </dsp:txXfrm>
    </dsp:sp>
    <dsp:sp modelId="{89919944-E4DE-4C33-B904-DC7CB10B642C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BA431-5706-4B97-A17C-3E25103FD42B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B738F-27F9-4AE9-B058-D68A92F4E2BD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Strong management and communication skills required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06890-392E-479E-855A-E0110503F01E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5C70A-D439-4927-A4CF-AD5460AA1D1E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4ACB1-F382-4497-9E38-DCDC1F8382D9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Manage IT projects from start to finish</a:t>
          </a:r>
          <a:endParaRPr lang="en-US" sz="2200" kern="1200"/>
        </a:p>
      </dsp:txBody>
      <dsp:txXfrm>
        <a:off x="1405898" y="2401"/>
        <a:ext cx="5543541" cy="1217228"/>
      </dsp:txXfrm>
    </dsp:sp>
    <dsp:sp modelId="{90434ED0-0112-4658-B628-9F1DFD47930D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8C5D1-798F-4C82-80E1-26AF37419712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0B37B-A584-4ECB-9AF3-7C84069A337C}">
      <dsp:nvSpPr>
        <dsp:cNvPr id="0" name=""/>
        <dsp:cNvSpPr/>
      </dsp:nvSpPr>
      <dsp:spPr>
        <a:xfrm>
          <a:off x="1405898" y="1523937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Ensure projects:</a:t>
          </a:r>
          <a:endParaRPr lang="en-US" sz="2200" kern="1200"/>
        </a:p>
      </dsp:txBody>
      <dsp:txXfrm>
        <a:off x="1405898" y="1523937"/>
        <a:ext cx="3127248" cy="1217228"/>
      </dsp:txXfrm>
    </dsp:sp>
    <dsp:sp modelId="{AABB4C69-AAAE-4D85-B1BE-F08B922CE2BE}">
      <dsp:nvSpPr>
        <dsp:cNvPr id="0" name=""/>
        <dsp:cNvSpPr/>
      </dsp:nvSpPr>
      <dsp:spPr>
        <a:xfrm>
          <a:off x="4533146" y="1523937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Stay on schedule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Stay within budget</a:t>
          </a:r>
          <a:endParaRPr lang="en-US" sz="1800" kern="1200"/>
        </a:p>
      </dsp:txBody>
      <dsp:txXfrm>
        <a:off x="4533146" y="1523937"/>
        <a:ext cx="2416293" cy="1217228"/>
      </dsp:txXfrm>
    </dsp:sp>
    <dsp:sp modelId="{6EE9E793-30DA-4A0D-A4FC-FC430F95C6D3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47D3B-324F-41B5-87A2-73DE7F8DD0F2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F15DB-8BD6-4C9A-9086-70E56B53DE4A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Coordinate teams and tasks</a:t>
          </a:r>
          <a:endParaRPr lang="en-US" sz="2200" kern="1200"/>
        </a:p>
      </dsp:txBody>
      <dsp:txXfrm>
        <a:off x="1405898" y="3045472"/>
        <a:ext cx="5543541" cy="1217228"/>
      </dsp:txXfrm>
    </dsp:sp>
    <dsp:sp modelId="{1F94AE1A-9A83-4A5C-9A16-89A014F90DC6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28518-0ABC-4289-A6DF-B46875BCA66C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D9994-305D-4021-94E7-1D80D9242E53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Used across many IT projects (apps, games, networks)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27946-7050-4492-8718-D140E4111129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50295-FAE7-4CC6-8CBC-18450B4BF2EF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ED6C0-4AFD-4F69-B033-6493A87E8D7F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Protects systems and data</a:t>
          </a:r>
          <a:endParaRPr lang="en-US" sz="2200" kern="1200"/>
        </a:p>
      </dsp:txBody>
      <dsp:txXfrm>
        <a:off x="1405898" y="2401"/>
        <a:ext cx="5543541" cy="1217228"/>
      </dsp:txXfrm>
    </dsp:sp>
    <dsp:sp modelId="{CF15C7E6-D534-4232-8FB0-0B6AC5B623D8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06BC5-3CB1-41F4-986C-6738A085D1C5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9D7EF-A5F1-4716-8DF9-B9DB36AF6F4D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Manages security policies and procedures</a:t>
          </a:r>
          <a:endParaRPr lang="en-US" sz="2200" kern="1200"/>
        </a:p>
      </dsp:txBody>
      <dsp:txXfrm>
        <a:off x="1405898" y="1523937"/>
        <a:ext cx="5543541" cy="1217228"/>
      </dsp:txXfrm>
    </dsp:sp>
    <dsp:sp modelId="{A2C4F45F-AE4F-426F-9EDB-0D725E9B8F4E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AE2EF-59EF-45B9-A523-36C40F3DE108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3596A-389D-4C5B-AE15-512A659FF40B}">
      <dsp:nvSpPr>
        <dsp:cNvPr id="0" name=""/>
        <dsp:cNvSpPr/>
      </dsp:nvSpPr>
      <dsp:spPr>
        <a:xfrm>
          <a:off x="1405898" y="3045472"/>
          <a:ext cx="3127248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Prevents:</a:t>
          </a:r>
          <a:endParaRPr lang="en-US" sz="2200" kern="1200"/>
        </a:p>
      </dsp:txBody>
      <dsp:txXfrm>
        <a:off x="1405898" y="3045472"/>
        <a:ext cx="3127248" cy="1217228"/>
      </dsp:txXfrm>
    </dsp:sp>
    <dsp:sp modelId="{D905B51F-1FF0-4819-B70B-86881D2CFEA1}">
      <dsp:nvSpPr>
        <dsp:cNvPr id="0" name=""/>
        <dsp:cNvSpPr/>
      </dsp:nvSpPr>
      <dsp:spPr>
        <a:xfrm>
          <a:off x="4533146" y="3045472"/>
          <a:ext cx="2416293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Hacking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Viruses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Data breaches</a:t>
          </a:r>
          <a:endParaRPr lang="en-US" sz="1800" kern="1200"/>
        </a:p>
      </dsp:txBody>
      <dsp:txXfrm>
        <a:off x="4533146" y="3045472"/>
        <a:ext cx="2416293" cy="1217228"/>
      </dsp:txXfrm>
    </dsp:sp>
    <dsp:sp modelId="{7702EF05-6B81-40D4-8456-EC292E27870D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48DFE-D2CF-43E8-AECE-44377927F55A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4ED19-7428-4858-8B15-6B23AD45BCA4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Cybersecurity is a rapidly growing field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8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8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3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0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0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2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2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0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Illustration of people on a blockchain">
            <a:extLst>
              <a:ext uri="{FF2B5EF4-FFF2-40B4-BE49-F238E27FC236}">
                <a16:creationId xmlns:a16="http://schemas.microsoft.com/office/drawing/2014/main" id="{A5236CCF-A645-AA01-2B8B-47A3FE35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83" b="10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74ECE-F021-4D71-87A1-C2B06185A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AU" sz="6600"/>
              <a:t>People and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29B83-DE90-7A50-5DD2-B421DABF2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AU" sz="2200" dirty="0"/>
              <a:t>Year 9 Computing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92940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382D-7AA6-2C0E-05C8-65139FA2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Learning Intention</a:t>
            </a:r>
            <a:endParaRPr lang="en-AU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986416B-DFFC-7F65-73EB-5A752B35A9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71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CF09-0E3F-383B-F952-9620C600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25477F-62F0-283C-3C8C-E504C5E20C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28523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56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062E5-F6FC-9CBE-E968-064A13F6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GB" dirty="0"/>
              <a:t>People and Processes in Information Systems</a:t>
            </a:r>
            <a:endParaRPr lang="en-AU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E6CCB473-6C0D-5868-F514-EB4471BDF9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425122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590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8655-951D-0932-2FF8-D3C97B9A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Users</a:t>
            </a:r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F09236B0-6C01-93E5-A38D-8F2DE0AFC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89943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3F03C5-3E8A-93AA-E099-07784D41D70C}"/>
              </a:ext>
            </a:extLst>
          </p:cNvPr>
          <p:cNvSpPr txBox="1"/>
          <p:nvPr/>
        </p:nvSpPr>
        <p:spPr>
          <a:xfrm>
            <a:off x="396240" y="4116616"/>
            <a:ext cx="3398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User: </a:t>
            </a:r>
            <a:r>
              <a:rPr lang="en-GB" dirty="0">
                <a:solidFill>
                  <a:srgbClr val="FF0000"/>
                </a:solidFill>
              </a:rPr>
              <a:t>an entity—typically a person, but sometimes a machine or automated service—that interacts with a system, application, or website to perform tasks, access information, or consume services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3" name="Graphic 12" descr="Quill with solid fill">
            <a:extLst>
              <a:ext uri="{FF2B5EF4-FFF2-40B4-BE49-F238E27FC236}">
                <a16:creationId xmlns:a16="http://schemas.microsoft.com/office/drawing/2014/main" id="{ED7717D5-BD6B-614F-A500-C0FCF8F275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0360" y="5530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9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662E9-BCA5-D2E3-3C65-BC6DD2A64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Developers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570CBDB-106F-6EC7-CF47-0CFF87B5A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52978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22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30B26-B764-9D2D-4236-E2B929FA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Computer Scientists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350A16-CB1A-11ED-00F9-2A50C15C6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6859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909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ABFE3-BAA9-7DF4-9267-D8E4C02E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AU" dirty="0"/>
              <a:t>Programmers and Software Engineers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E602108E-0A65-0BD3-6AC4-A63E1753F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784704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491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1661-D916-EDBD-F396-DD367197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Emerging IT Roles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F310EA51-5EB5-94F3-EE16-24B6627B6F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04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E17D3-249B-D745-BE1B-2CFCA993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3400"/>
              <a:t>Operators and Administrators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41569-134A-7560-8710-706B1A372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58334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903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9270F-232D-1B51-856F-60A352F6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AU" sz="3200"/>
              <a:t>Computer Operators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2FD40CF-3908-61F4-E0FA-55E71EE92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682159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7877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CBC773-1D3A-14E2-C433-D89CD1BD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3400"/>
              <a:t>Database Administrators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F79AB05-279C-7941-C7D2-A7660166C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12610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59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16657-5957-D856-5656-D3453EA3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Systems Analysts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631E1D49-CE19-FFA6-A3BC-EAEACF12F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51984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12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AD410-0FBD-4A3A-9168-AC614920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AU" sz="3200"/>
              <a:t>IT Support Staff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A006F0B-899D-7315-7F1A-D8987D29B2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316973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94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71760-3DF5-E74E-5DAD-675A01FA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Training Specialists</a:t>
            </a:r>
          </a:p>
        </p:txBody>
      </p:sp>
      <p:graphicFrame>
        <p:nvGraphicFramePr>
          <p:cNvPr id="12" name="Rectangle 1">
            <a:extLst>
              <a:ext uri="{FF2B5EF4-FFF2-40B4-BE49-F238E27FC236}">
                <a16:creationId xmlns:a16="http://schemas.microsoft.com/office/drawing/2014/main" id="{8649CB26-73A1-8486-4609-037EB4C25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53889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3669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31A7A-1804-40BC-C933-059277E40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AU"/>
              <a:t>Management Roles</a:t>
            </a:r>
            <a:endParaRPr lang="en-AU" dirty="0"/>
          </a:p>
        </p:txBody>
      </p:sp>
      <p:pic>
        <p:nvPicPr>
          <p:cNvPr id="24" name="Graphic 23" descr="Meeting">
            <a:extLst>
              <a:ext uri="{FF2B5EF4-FFF2-40B4-BE49-F238E27FC236}">
                <a16:creationId xmlns:a16="http://schemas.microsoft.com/office/drawing/2014/main" id="{07507087-B34D-B2E8-A37A-FEF598E3F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8" y="2441274"/>
            <a:ext cx="3817941" cy="3817941"/>
          </a:xfrm>
          <a:prstGeom prst="rect">
            <a:avLst/>
          </a:prstGeom>
        </p:spPr>
      </p:pic>
      <p:sp>
        <p:nvSpPr>
          <p:cNvPr id="25" name="Rectangle 1">
            <a:extLst>
              <a:ext uri="{FF2B5EF4-FFF2-40B4-BE49-F238E27FC236}">
                <a16:creationId xmlns:a16="http://schemas.microsoft.com/office/drawing/2014/main" id="{105A665F-F52B-5010-3BC3-F237A0F6E5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 on planning and decision-making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 information systems support business goals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management roles include: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Chief Information Officer (CIO)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managers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Information security officers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389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CFE88-1F04-7872-E17A-E457E1B1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Chief Information Officer (CIO)</a:t>
            </a:r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A07A158A-A776-087C-ACE2-40EBE227D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37834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347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EB36B-C43C-3E3B-448F-218D6381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Project Managers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F0692-2A8A-C4DF-07A1-1BF783F1B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94161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460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1178C-B016-4CA2-D975-9490B1A2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AU" sz="4000"/>
              <a:t>Information Security Officer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E158110-2916-B3A2-EFEA-FF15CC188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17920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83507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c9e31e-07e0-41a6-b0ba-4839b3dda57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165B216B35044D9EADD54BFB9FA5BE" ma:contentTypeVersion="13" ma:contentTypeDescription="Create a new document." ma:contentTypeScope="" ma:versionID="c8ebe0c680e1971232f87045b37660ab">
  <xsd:schema xmlns:xsd="http://www.w3.org/2001/XMLSchema" xmlns:xs="http://www.w3.org/2001/XMLSchema" xmlns:p="http://schemas.microsoft.com/office/2006/metadata/properties" xmlns:ns2="6fc9e31e-07e0-41a6-b0ba-4839b3dda579" targetNamespace="http://schemas.microsoft.com/office/2006/metadata/properties" ma:root="true" ma:fieldsID="538ce2fcb89fe9660a774b4759b98954" ns2:_="">
    <xsd:import namespace="6fc9e31e-07e0-41a6-b0ba-4839b3dda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9e31e-07e0-41a6-b0ba-4839b3dda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9C975-92F6-4BE2-9BE7-116D89D9F24E}">
  <ds:schemaRefs>
    <ds:schemaRef ds:uri="http://schemas.microsoft.com/office/2006/metadata/properties"/>
    <ds:schemaRef ds:uri="http://schemas.microsoft.com/office/infopath/2007/PartnerControls"/>
    <ds:schemaRef ds:uri="6fc9e31e-07e0-41a6-b0ba-4839b3dda579"/>
  </ds:schemaRefs>
</ds:datastoreItem>
</file>

<file path=customXml/itemProps2.xml><?xml version="1.0" encoding="utf-8"?>
<ds:datastoreItem xmlns:ds="http://schemas.openxmlformats.org/officeDocument/2006/customXml" ds:itemID="{38BDADCD-7766-4925-B877-7D9E941515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7DEC52-4FA7-4A61-8AE5-8AAF6332A2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c9e31e-07e0-41a6-b0ba-4839b3dda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639</Words>
  <Application>Microsoft Office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Neue Haas Grotesk Text Pro</vt:lpstr>
      <vt:lpstr>VanillaVTI</vt:lpstr>
      <vt:lpstr>People and Processes</vt:lpstr>
      <vt:lpstr>Learning Intention</vt:lpstr>
      <vt:lpstr>Success Criteria</vt:lpstr>
      <vt:lpstr>People and Processes in Information Systems</vt:lpstr>
      <vt:lpstr>Users</vt:lpstr>
      <vt:lpstr>Developers</vt:lpstr>
      <vt:lpstr>Computer Scientists</vt:lpstr>
      <vt:lpstr>Programmers and Software Engineers</vt:lpstr>
      <vt:lpstr>Emerging IT Roles</vt:lpstr>
      <vt:lpstr>Operators and Administrators</vt:lpstr>
      <vt:lpstr>Computer Operators</vt:lpstr>
      <vt:lpstr>Database Administrators</vt:lpstr>
      <vt:lpstr>Systems Analysts</vt:lpstr>
      <vt:lpstr>IT Support Staff</vt:lpstr>
      <vt:lpstr>Training Specialists</vt:lpstr>
      <vt:lpstr>Management Roles</vt:lpstr>
      <vt:lpstr>Chief Information Officer (CIO)</vt:lpstr>
      <vt:lpstr>Project Managers</vt:lpstr>
      <vt:lpstr>Information Security Officer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Scott</dc:creator>
  <cp:lastModifiedBy>Stephen Scott</cp:lastModifiedBy>
  <cp:revision>1</cp:revision>
  <dcterms:created xsi:type="dcterms:W3CDTF">2026-02-09T03:47:33Z</dcterms:created>
  <dcterms:modified xsi:type="dcterms:W3CDTF">2026-02-09T04:07:08Z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2026-02-09T03:47:44Z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c6bdfe72-6670-480a-ae3f-bf277d771b9d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  <property fmtid="{D5CDD505-2E9C-101B-9397-08002B2CF9AE}" pid="10" name="ContentTypeId">
    <vt:lpwstr>0x01010086165B216B35044D9EADD54BFB9FA5BE</vt:lpwstr>
  </property>
  <property fmtid="{D5CDD505-2E9C-101B-9397-08002B2CF9AE}" pid="11" name="MediaServiceImageTags">
    <vt:lpwstr/>
  </property>
</Properties>
</file>