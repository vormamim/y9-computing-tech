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3CF7B87-AD47-4CB4-B23A-25918094FEBE}" v="70" dt="2026-02-09T01:26:33.1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7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ephen Scott" userId="7d0a05fc-27ff-4f30-ba91-fd3532e3a0b7" providerId="ADAL" clId="{04B73F48-AE02-4119-B326-8989FCDD1676}"/>
    <pc:docChg chg="undo custSel mod addSld delSld modSld addMainMaster delMainMaster">
      <pc:chgData name="Stephen Scott" userId="7d0a05fc-27ff-4f30-ba91-fd3532e3a0b7" providerId="ADAL" clId="{04B73F48-AE02-4119-B326-8989FCDD1676}" dt="2026-02-09T01:26:34.166" v="688" actId="47"/>
      <pc:docMkLst>
        <pc:docMk/>
      </pc:docMkLst>
      <pc:sldChg chg="addSp delSp modSp new mod setBg modClrScheme addAnim delAnim setClrOvrMap chgLayout">
        <pc:chgData name="Stephen Scott" userId="7d0a05fc-27ff-4f30-ba91-fd3532e3a0b7" providerId="ADAL" clId="{04B73F48-AE02-4119-B326-8989FCDD1676}" dt="2026-02-09T01:01:25.251" v="49"/>
        <pc:sldMkLst>
          <pc:docMk/>
          <pc:sldMk cId="540745230" sldId="256"/>
        </pc:sldMkLst>
        <pc:spChg chg="mod">
          <ac:chgData name="Stephen Scott" userId="7d0a05fc-27ff-4f30-ba91-fd3532e3a0b7" providerId="ADAL" clId="{04B73F48-AE02-4119-B326-8989FCDD1676}" dt="2026-02-09T01:01:25.235" v="47" actId="26606"/>
          <ac:spMkLst>
            <pc:docMk/>
            <pc:sldMk cId="540745230" sldId="256"/>
            <ac:spMk id="2" creationId="{06C2490C-F38E-5C95-2B26-9BE069E6C1B5}"/>
          </ac:spMkLst>
        </pc:spChg>
        <pc:spChg chg="mod">
          <ac:chgData name="Stephen Scott" userId="7d0a05fc-27ff-4f30-ba91-fd3532e3a0b7" providerId="ADAL" clId="{04B73F48-AE02-4119-B326-8989FCDD1676}" dt="2026-02-09T01:01:25.235" v="47" actId="26606"/>
          <ac:spMkLst>
            <pc:docMk/>
            <pc:sldMk cId="540745230" sldId="256"/>
            <ac:spMk id="3" creationId="{74122327-4B1B-0F84-2CB9-AC63B4D1F183}"/>
          </ac:spMkLst>
        </pc:spChg>
        <pc:spChg chg="add del">
          <ac:chgData name="Stephen Scott" userId="7d0a05fc-27ff-4f30-ba91-fd3532e3a0b7" providerId="ADAL" clId="{04B73F48-AE02-4119-B326-8989FCDD1676}" dt="2026-02-09T01:01:25.215" v="46" actId="26606"/>
          <ac:spMkLst>
            <pc:docMk/>
            <pc:sldMk cId="540745230" sldId="256"/>
            <ac:spMk id="9" creationId="{19F9BF86-FE94-4517-B97D-026C7515E589}"/>
          </ac:spMkLst>
        </pc:spChg>
        <pc:spChg chg="add">
          <ac:chgData name="Stephen Scott" userId="7d0a05fc-27ff-4f30-ba91-fd3532e3a0b7" providerId="ADAL" clId="{04B73F48-AE02-4119-B326-8989FCDD1676}" dt="2026-02-09T01:01:25.235" v="47" actId="26606"/>
          <ac:spMkLst>
            <pc:docMk/>
            <pc:sldMk cId="540745230" sldId="256"/>
            <ac:spMk id="13" creationId="{20D28EA4-6F96-F7C6-1D07-5BA5C27387EC}"/>
          </ac:spMkLst>
        </pc:spChg>
        <pc:spChg chg="add">
          <ac:chgData name="Stephen Scott" userId="7d0a05fc-27ff-4f30-ba91-fd3532e3a0b7" providerId="ADAL" clId="{04B73F48-AE02-4119-B326-8989FCDD1676}" dt="2026-02-09T01:01:25.235" v="47" actId="26606"/>
          <ac:spMkLst>
            <pc:docMk/>
            <pc:sldMk cId="540745230" sldId="256"/>
            <ac:spMk id="14" creationId="{33E93247-6229-44AB-A550-739E971E690B}"/>
          </ac:spMkLst>
        </pc:spChg>
        <pc:spChg chg="add">
          <ac:chgData name="Stephen Scott" userId="7d0a05fc-27ff-4f30-ba91-fd3532e3a0b7" providerId="ADAL" clId="{04B73F48-AE02-4119-B326-8989FCDD1676}" dt="2026-02-09T01:01:25.235" v="47" actId="26606"/>
          <ac:spMkLst>
            <pc:docMk/>
            <pc:sldMk cId="540745230" sldId="256"/>
            <ac:spMk id="15" creationId="{FDFF93C5-0576-D227-80A7-4CFBA8791AE4}"/>
          </ac:spMkLst>
        </pc:spChg>
        <pc:spChg chg="add">
          <ac:chgData name="Stephen Scott" userId="7d0a05fc-27ff-4f30-ba91-fd3532e3a0b7" providerId="ADAL" clId="{04B73F48-AE02-4119-B326-8989FCDD1676}" dt="2026-02-09T01:01:25.235" v="47" actId="26606"/>
          <ac:spMkLst>
            <pc:docMk/>
            <pc:sldMk cId="540745230" sldId="256"/>
            <ac:spMk id="17" creationId="{AAB476BF-4EE2-5243-CABB-6CC72C39BF52}"/>
          </ac:spMkLst>
        </pc:spChg>
        <pc:picChg chg="add del">
          <ac:chgData name="Stephen Scott" userId="7d0a05fc-27ff-4f30-ba91-fd3532e3a0b7" providerId="ADAL" clId="{04B73F48-AE02-4119-B326-8989FCDD1676}" dt="2026-02-09T01:01:25.215" v="46" actId="26606"/>
          <ac:picMkLst>
            <pc:docMk/>
            <pc:sldMk cId="540745230" sldId="256"/>
            <ac:picMk id="4" creationId="{3ABE9DCF-EDFC-7024-85F5-2369E4E36460}"/>
          </ac:picMkLst>
        </pc:picChg>
        <pc:picChg chg="add">
          <ac:chgData name="Stephen Scott" userId="7d0a05fc-27ff-4f30-ba91-fd3532e3a0b7" providerId="ADAL" clId="{04B73F48-AE02-4119-B326-8989FCDD1676}" dt="2026-02-09T01:01:25.235" v="47" actId="26606"/>
          <ac:picMkLst>
            <pc:docMk/>
            <pc:sldMk cId="540745230" sldId="256"/>
            <ac:picMk id="16" creationId="{2AAB1BE0-2A5C-47F5-8339-00DA343A3164}"/>
          </ac:picMkLst>
        </pc:picChg>
        <pc:cxnChg chg="add del">
          <ac:chgData name="Stephen Scott" userId="7d0a05fc-27ff-4f30-ba91-fd3532e3a0b7" providerId="ADAL" clId="{04B73F48-AE02-4119-B326-8989FCDD1676}" dt="2026-02-09T01:01:25.215" v="46" actId="26606"/>
          <ac:cxnSpMkLst>
            <pc:docMk/>
            <pc:sldMk cId="540745230" sldId="256"/>
            <ac:cxnSpMk id="11" creationId="{6CA391F1-4B2C-521B-F6A5-52C74B30349D}"/>
          </ac:cxnSpMkLst>
        </pc:cxnChg>
      </pc:sldChg>
      <pc:sldChg chg="addSp modSp new mod setBg">
        <pc:chgData name="Stephen Scott" userId="7d0a05fc-27ff-4f30-ba91-fd3532e3a0b7" providerId="ADAL" clId="{04B73F48-AE02-4119-B326-8989FCDD1676}" dt="2026-02-09T01:11:47.116" v="88" actId="26606"/>
        <pc:sldMkLst>
          <pc:docMk/>
          <pc:sldMk cId="479876779" sldId="257"/>
        </pc:sldMkLst>
        <pc:spChg chg="mod">
          <ac:chgData name="Stephen Scott" userId="7d0a05fc-27ff-4f30-ba91-fd3532e3a0b7" providerId="ADAL" clId="{04B73F48-AE02-4119-B326-8989FCDD1676}" dt="2026-02-09T01:11:47.116" v="88" actId="26606"/>
          <ac:spMkLst>
            <pc:docMk/>
            <pc:sldMk cId="479876779" sldId="257"/>
            <ac:spMk id="2" creationId="{FBDBB409-70A7-07C5-AA1A-7ADA4836945D}"/>
          </ac:spMkLst>
        </pc:spChg>
        <pc:spChg chg="mod">
          <ac:chgData name="Stephen Scott" userId="7d0a05fc-27ff-4f30-ba91-fd3532e3a0b7" providerId="ADAL" clId="{04B73F48-AE02-4119-B326-8989FCDD1676}" dt="2026-02-09T01:11:47.116" v="88" actId="26606"/>
          <ac:spMkLst>
            <pc:docMk/>
            <pc:sldMk cId="479876779" sldId="257"/>
            <ac:spMk id="3" creationId="{38DD2C7B-DACB-2140-67E9-BD75E85834C3}"/>
          </ac:spMkLst>
        </pc:spChg>
        <pc:spChg chg="add">
          <ac:chgData name="Stephen Scott" userId="7d0a05fc-27ff-4f30-ba91-fd3532e3a0b7" providerId="ADAL" clId="{04B73F48-AE02-4119-B326-8989FCDD1676}" dt="2026-02-09T01:11:47.116" v="88" actId="26606"/>
          <ac:spMkLst>
            <pc:docMk/>
            <pc:sldMk cId="479876779" sldId="257"/>
            <ac:spMk id="10" creationId="{9E10BDB4-64F2-477D-A03B-9F8352D5E02E}"/>
          </ac:spMkLst>
        </pc:spChg>
        <pc:spChg chg="add">
          <ac:chgData name="Stephen Scott" userId="7d0a05fc-27ff-4f30-ba91-fd3532e3a0b7" providerId="ADAL" clId="{04B73F48-AE02-4119-B326-8989FCDD1676}" dt="2026-02-09T01:11:47.116" v="88" actId="26606"/>
          <ac:spMkLst>
            <pc:docMk/>
            <pc:sldMk cId="479876779" sldId="257"/>
            <ac:spMk id="12" creationId="{887F59F2-5FBC-40CD-AD35-376AECE49EA6}"/>
          </ac:spMkLst>
        </pc:spChg>
        <pc:spChg chg="add">
          <ac:chgData name="Stephen Scott" userId="7d0a05fc-27ff-4f30-ba91-fd3532e3a0b7" providerId="ADAL" clId="{04B73F48-AE02-4119-B326-8989FCDD1676}" dt="2026-02-09T01:11:47.116" v="88" actId="26606"/>
          <ac:spMkLst>
            <pc:docMk/>
            <pc:sldMk cId="479876779" sldId="257"/>
            <ac:spMk id="14" creationId="{7271C494-8107-3D61-D611-4FBC7C22A2B8}"/>
          </ac:spMkLst>
        </pc:spChg>
        <pc:picChg chg="add">
          <ac:chgData name="Stephen Scott" userId="7d0a05fc-27ff-4f30-ba91-fd3532e3a0b7" providerId="ADAL" clId="{04B73F48-AE02-4119-B326-8989FCDD1676}" dt="2026-02-09T01:11:47.116" v="88" actId="26606"/>
          <ac:picMkLst>
            <pc:docMk/>
            <pc:sldMk cId="479876779" sldId="257"/>
            <ac:picMk id="7" creationId="{D9301714-31C6-D80D-2E10-38100FA80BF4}"/>
          </ac:picMkLst>
        </pc:picChg>
      </pc:sldChg>
      <pc:sldChg chg="addSp delSp modSp new mod setBg">
        <pc:chgData name="Stephen Scott" userId="7d0a05fc-27ff-4f30-ba91-fd3532e3a0b7" providerId="ADAL" clId="{04B73F48-AE02-4119-B326-8989FCDD1676}" dt="2026-02-09T01:13:49.919" v="444" actId="26606"/>
        <pc:sldMkLst>
          <pc:docMk/>
          <pc:sldMk cId="866808120" sldId="258"/>
        </pc:sldMkLst>
        <pc:spChg chg="mod">
          <ac:chgData name="Stephen Scott" userId="7d0a05fc-27ff-4f30-ba91-fd3532e3a0b7" providerId="ADAL" clId="{04B73F48-AE02-4119-B326-8989FCDD1676}" dt="2026-02-09T01:13:49.919" v="444" actId="26606"/>
          <ac:spMkLst>
            <pc:docMk/>
            <pc:sldMk cId="866808120" sldId="258"/>
            <ac:spMk id="2" creationId="{C0D6F1B9-3A0F-FAFE-10AC-0BFF9C608456}"/>
          </ac:spMkLst>
        </pc:spChg>
        <pc:spChg chg="add del mod">
          <ac:chgData name="Stephen Scott" userId="7d0a05fc-27ff-4f30-ba91-fd3532e3a0b7" providerId="ADAL" clId="{04B73F48-AE02-4119-B326-8989FCDD1676}" dt="2026-02-09T01:13:49.919" v="444" actId="26606"/>
          <ac:spMkLst>
            <pc:docMk/>
            <pc:sldMk cId="866808120" sldId="258"/>
            <ac:spMk id="3" creationId="{98191C41-CC6D-C7AB-1D0A-3115ABC04EBB}"/>
          </ac:spMkLst>
        </pc:spChg>
        <pc:spChg chg="add">
          <ac:chgData name="Stephen Scott" userId="7d0a05fc-27ff-4f30-ba91-fd3532e3a0b7" providerId="ADAL" clId="{04B73F48-AE02-4119-B326-8989FCDD1676}" dt="2026-02-09T01:13:49.919" v="444" actId="26606"/>
          <ac:spMkLst>
            <pc:docMk/>
            <pc:sldMk cId="866808120" sldId="258"/>
            <ac:spMk id="6" creationId="{4E17AA97-89A7-45C1-B813-BFF6C23D79E1}"/>
          </ac:spMkLst>
        </pc:spChg>
        <pc:spChg chg="add">
          <ac:chgData name="Stephen Scott" userId="7d0a05fc-27ff-4f30-ba91-fd3532e3a0b7" providerId="ADAL" clId="{04B73F48-AE02-4119-B326-8989FCDD1676}" dt="2026-02-09T01:13:49.919" v="444" actId="26606"/>
          <ac:spMkLst>
            <pc:docMk/>
            <pc:sldMk cId="866808120" sldId="258"/>
            <ac:spMk id="7" creationId="{33AC4FE1-D370-43A6-96C5-076716BB1E76}"/>
          </ac:spMkLst>
        </pc:spChg>
        <pc:spChg chg="add">
          <ac:chgData name="Stephen Scott" userId="7d0a05fc-27ff-4f30-ba91-fd3532e3a0b7" providerId="ADAL" clId="{04B73F48-AE02-4119-B326-8989FCDD1676}" dt="2026-02-09T01:13:49.919" v="444" actId="26606"/>
          <ac:spMkLst>
            <pc:docMk/>
            <pc:sldMk cId="866808120" sldId="258"/>
            <ac:spMk id="8" creationId="{4A3D569D-D3A6-49CA-A483-291E95DACA14}"/>
          </ac:spMkLst>
        </pc:spChg>
        <pc:spChg chg="add del">
          <ac:chgData name="Stephen Scott" userId="7d0a05fc-27ff-4f30-ba91-fd3532e3a0b7" providerId="ADAL" clId="{04B73F48-AE02-4119-B326-8989FCDD1676}" dt="2026-02-09T01:13:20.280" v="360" actId="26606"/>
          <ac:spMkLst>
            <pc:docMk/>
            <pc:sldMk cId="866808120" sldId="258"/>
            <ac:spMk id="9" creationId="{4E17AA97-89A7-45C1-B813-BFF6C23D79E1}"/>
          </ac:spMkLst>
        </pc:spChg>
        <pc:spChg chg="add del">
          <ac:chgData name="Stephen Scott" userId="7d0a05fc-27ff-4f30-ba91-fd3532e3a0b7" providerId="ADAL" clId="{04B73F48-AE02-4119-B326-8989FCDD1676}" dt="2026-02-09T01:13:20.280" v="360" actId="26606"/>
          <ac:spMkLst>
            <pc:docMk/>
            <pc:sldMk cId="866808120" sldId="258"/>
            <ac:spMk id="11" creationId="{33AC4FE1-D370-43A6-96C5-076716BB1E76}"/>
          </ac:spMkLst>
        </pc:spChg>
        <pc:spChg chg="add del">
          <ac:chgData name="Stephen Scott" userId="7d0a05fc-27ff-4f30-ba91-fd3532e3a0b7" providerId="ADAL" clId="{04B73F48-AE02-4119-B326-8989FCDD1676}" dt="2026-02-09T01:13:20.280" v="360" actId="26606"/>
          <ac:spMkLst>
            <pc:docMk/>
            <pc:sldMk cId="866808120" sldId="258"/>
            <ac:spMk id="13" creationId="{4A3D569D-D3A6-49CA-A483-291E95DACA14}"/>
          </ac:spMkLst>
        </pc:spChg>
        <pc:graphicFrameChg chg="add del">
          <ac:chgData name="Stephen Scott" userId="7d0a05fc-27ff-4f30-ba91-fd3532e3a0b7" providerId="ADAL" clId="{04B73F48-AE02-4119-B326-8989FCDD1676}" dt="2026-02-09T01:13:20.280" v="360" actId="26606"/>
          <ac:graphicFrameMkLst>
            <pc:docMk/>
            <pc:sldMk cId="866808120" sldId="258"/>
            <ac:graphicFrameMk id="5" creationId="{EA7D2DCA-33D0-7DF3-36F5-7CFFEF460CEF}"/>
          </ac:graphicFrameMkLst>
        </pc:graphicFrameChg>
        <pc:graphicFrameChg chg="add">
          <ac:chgData name="Stephen Scott" userId="7d0a05fc-27ff-4f30-ba91-fd3532e3a0b7" providerId="ADAL" clId="{04B73F48-AE02-4119-B326-8989FCDD1676}" dt="2026-02-09T01:13:49.919" v="444" actId="26606"/>
          <ac:graphicFrameMkLst>
            <pc:docMk/>
            <pc:sldMk cId="866808120" sldId="258"/>
            <ac:graphicFrameMk id="10" creationId="{9EA37AA7-1C2A-A07A-489C-84AC81A85C51}"/>
          </ac:graphicFrameMkLst>
        </pc:graphicFrameChg>
      </pc:sldChg>
      <pc:sldChg chg="addSp delSp modSp new mod setBg">
        <pc:chgData name="Stephen Scott" userId="7d0a05fc-27ff-4f30-ba91-fd3532e3a0b7" providerId="ADAL" clId="{04B73F48-AE02-4119-B326-8989FCDD1676}" dt="2026-02-09T01:16:54.892" v="480" actId="207"/>
        <pc:sldMkLst>
          <pc:docMk/>
          <pc:sldMk cId="2806995612" sldId="259"/>
        </pc:sldMkLst>
        <pc:spChg chg="mod">
          <ac:chgData name="Stephen Scott" userId="7d0a05fc-27ff-4f30-ba91-fd3532e3a0b7" providerId="ADAL" clId="{04B73F48-AE02-4119-B326-8989FCDD1676}" dt="2026-02-09T01:15:13.753" v="470" actId="26606"/>
          <ac:spMkLst>
            <pc:docMk/>
            <pc:sldMk cId="2806995612" sldId="259"/>
            <ac:spMk id="2" creationId="{931327E6-1673-80D0-B022-09C81D448AC7}"/>
          </ac:spMkLst>
        </pc:spChg>
        <pc:spChg chg="del">
          <ac:chgData name="Stephen Scott" userId="7d0a05fc-27ff-4f30-ba91-fd3532e3a0b7" providerId="ADAL" clId="{04B73F48-AE02-4119-B326-8989FCDD1676}" dt="2026-02-09T01:14:01.274" v="447"/>
          <ac:spMkLst>
            <pc:docMk/>
            <pc:sldMk cId="2806995612" sldId="259"/>
            <ac:spMk id="3" creationId="{EA626D63-01A4-70FA-0A37-98A4DF385851}"/>
          </ac:spMkLst>
        </pc:spChg>
        <pc:spChg chg="add del mod">
          <ac:chgData name="Stephen Scott" userId="7d0a05fc-27ff-4f30-ba91-fd3532e3a0b7" providerId="ADAL" clId="{04B73F48-AE02-4119-B326-8989FCDD1676}" dt="2026-02-09T01:15:13.753" v="470" actId="26606"/>
          <ac:spMkLst>
            <pc:docMk/>
            <pc:sldMk cId="2806995612" sldId="259"/>
            <ac:spMk id="4" creationId="{875A709D-BFE7-AB48-1F85-30D31D78DD8F}"/>
          </ac:spMkLst>
        </pc:spChg>
        <pc:spChg chg="add">
          <ac:chgData name="Stephen Scott" userId="7d0a05fc-27ff-4f30-ba91-fd3532e3a0b7" providerId="ADAL" clId="{04B73F48-AE02-4119-B326-8989FCDD1676}" dt="2026-02-09T01:15:13.753" v="470" actId="26606"/>
          <ac:spMkLst>
            <pc:docMk/>
            <pc:sldMk cId="2806995612" sldId="259"/>
            <ac:spMk id="10" creationId="{F420BC5C-C418-4843-B04B-6918968D0982}"/>
          </ac:spMkLst>
        </pc:spChg>
        <pc:spChg chg="add">
          <ac:chgData name="Stephen Scott" userId="7d0a05fc-27ff-4f30-ba91-fd3532e3a0b7" providerId="ADAL" clId="{04B73F48-AE02-4119-B326-8989FCDD1676}" dt="2026-02-09T01:15:13.753" v="470" actId="26606"/>
          <ac:spMkLst>
            <pc:docMk/>
            <pc:sldMk cId="2806995612" sldId="259"/>
            <ac:spMk id="12" creationId="{92BE0106-0C20-465B-A1BE-0BAC2737B1AD}"/>
          </ac:spMkLst>
        </pc:spChg>
        <pc:graphicFrameChg chg="add mod">
          <ac:chgData name="Stephen Scott" userId="7d0a05fc-27ff-4f30-ba91-fd3532e3a0b7" providerId="ADAL" clId="{04B73F48-AE02-4119-B326-8989FCDD1676}" dt="2026-02-09T01:16:30.857" v="474"/>
          <ac:graphicFrameMkLst>
            <pc:docMk/>
            <pc:sldMk cId="2806995612" sldId="259"/>
            <ac:graphicFrameMk id="6" creationId="{FFE87F10-0E70-4040-499F-F920789C03CB}"/>
          </ac:graphicFrameMkLst>
        </pc:graphicFrameChg>
        <pc:picChg chg="add mod">
          <ac:chgData name="Stephen Scott" userId="7d0a05fc-27ff-4f30-ba91-fd3532e3a0b7" providerId="ADAL" clId="{04B73F48-AE02-4119-B326-8989FCDD1676}" dt="2026-02-09T01:16:54.892" v="480" actId="207"/>
          <ac:picMkLst>
            <pc:docMk/>
            <pc:sldMk cId="2806995612" sldId="259"/>
            <ac:picMk id="7" creationId="{45E0CDFC-BA10-24A7-FA65-DE2DF3640ABD}"/>
          </ac:picMkLst>
        </pc:picChg>
      </pc:sldChg>
      <pc:sldChg chg="addSp delSp add del setBg delDesignElem">
        <pc:chgData name="Stephen Scott" userId="7d0a05fc-27ff-4f30-ba91-fd3532e3a0b7" providerId="ADAL" clId="{04B73F48-AE02-4119-B326-8989FCDD1676}" dt="2026-02-09T01:16:59.446" v="483"/>
        <pc:sldMkLst>
          <pc:docMk/>
          <pc:sldMk cId="1719511249" sldId="260"/>
        </pc:sldMkLst>
        <pc:spChg chg="add del">
          <ac:chgData name="Stephen Scott" userId="7d0a05fc-27ff-4f30-ba91-fd3532e3a0b7" providerId="ADAL" clId="{04B73F48-AE02-4119-B326-8989FCDD1676}" dt="2026-02-09T01:16:59.446" v="483"/>
          <ac:spMkLst>
            <pc:docMk/>
            <pc:sldMk cId="1719511249" sldId="260"/>
            <ac:spMk id="10" creationId="{1EFF764B-F4EB-AAC5-9E83-14F5835B9071}"/>
          </ac:spMkLst>
        </pc:spChg>
        <pc:spChg chg="add del">
          <ac:chgData name="Stephen Scott" userId="7d0a05fc-27ff-4f30-ba91-fd3532e3a0b7" providerId="ADAL" clId="{04B73F48-AE02-4119-B326-8989FCDD1676}" dt="2026-02-09T01:16:59.446" v="483"/>
          <ac:spMkLst>
            <pc:docMk/>
            <pc:sldMk cId="1719511249" sldId="260"/>
            <ac:spMk id="12" creationId="{709E3214-40DE-B0BF-955B-6DE6A731CB32}"/>
          </ac:spMkLst>
        </pc:spChg>
      </pc:sldChg>
      <pc:sldChg chg="addSp delSp modSp new mod setBg">
        <pc:chgData name="Stephen Scott" userId="7d0a05fc-27ff-4f30-ba91-fd3532e3a0b7" providerId="ADAL" clId="{04B73F48-AE02-4119-B326-8989FCDD1676}" dt="2026-02-09T01:18:24.167" v="502" actId="113"/>
        <pc:sldMkLst>
          <pc:docMk/>
          <pc:sldMk cId="2899899256" sldId="260"/>
        </pc:sldMkLst>
        <pc:spChg chg="mod">
          <ac:chgData name="Stephen Scott" userId="7d0a05fc-27ff-4f30-ba91-fd3532e3a0b7" providerId="ADAL" clId="{04B73F48-AE02-4119-B326-8989FCDD1676}" dt="2026-02-09T01:17:21.150" v="487" actId="26606"/>
          <ac:spMkLst>
            <pc:docMk/>
            <pc:sldMk cId="2899899256" sldId="260"/>
            <ac:spMk id="2" creationId="{E9666FB7-9A01-32B9-8A68-9D9102A310E9}"/>
          </ac:spMkLst>
        </pc:spChg>
        <pc:spChg chg="del">
          <ac:chgData name="Stephen Scott" userId="7d0a05fc-27ff-4f30-ba91-fd3532e3a0b7" providerId="ADAL" clId="{04B73F48-AE02-4119-B326-8989FCDD1676}" dt="2026-02-09T01:17:14.407" v="486"/>
          <ac:spMkLst>
            <pc:docMk/>
            <pc:sldMk cId="2899899256" sldId="260"/>
            <ac:spMk id="3" creationId="{ACD850E1-553C-7BB0-2EF1-FE1CCA227316}"/>
          </ac:spMkLst>
        </pc:spChg>
        <pc:spChg chg="add del mod">
          <ac:chgData name="Stephen Scott" userId="7d0a05fc-27ff-4f30-ba91-fd3532e3a0b7" providerId="ADAL" clId="{04B73F48-AE02-4119-B326-8989FCDD1676}" dt="2026-02-09T01:17:21.150" v="487" actId="26606"/>
          <ac:spMkLst>
            <pc:docMk/>
            <pc:sldMk cId="2899899256" sldId="260"/>
            <ac:spMk id="4" creationId="{175740CE-A0A9-84B9-2CE4-156BEB4C42D6}"/>
          </ac:spMkLst>
        </pc:spChg>
        <pc:spChg chg="add">
          <ac:chgData name="Stephen Scott" userId="7d0a05fc-27ff-4f30-ba91-fd3532e3a0b7" providerId="ADAL" clId="{04B73F48-AE02-4119-B326-8989FCDD1676}" dt="2026-02-09T01:17:21.150" v="487" actId="26606"/>
          <ac:spMkLst>
            <pc:docMk/>
            <pc:sldMk cId="2899899256" sldId="260"/>
            <ac:spMk id="10" creationId="{F420BC5C-C418-4843-B04B-6918968D0982}"/>
          </ac:spMkLst>
        </pc:spChg>
        <pc:spChg chg="add">
          <ac:chgData name="Stephen Scott" userId="7d0a05fc-27ff-4f30-ba91-fd3532e3a0b7" providerId="ADAL" clId="{04B73F48-AE02-4119-B326-8989FCDD1676}" dt="2026-02-09T01:17:21.150" v="487" actId="26606"/>
          <ac:spMkLst>
            <pc:docMk/>
            <pc:sldMk cId="2899899256" sldId="260"/>
            <ac:spMk id="12" creationId="{04E511C3-750B-AA87-AE51-0FA2069EA0B9}"/>
          </ac:spMkLst>
        </pc:spChg>
        <pc:graphicFrameChg chg="add mod modGraphic">
          <ac:chgData name="Stephen Scott" userId="7d0a05fc-27ff-4f30-ba91-fd3532e3a0b7" providerId="ADAL" clId="{04B73F48-AE02-4119-B326-8989FCDD1676}" dt="2026-02-09T01:18:24.167" v="502" actId="113"/>
          <ac:graphicFrameMkLst>
            <pc:docMk/>
            <pc:sldMk cId="2899899256" sldId="260"/>
            <ac:graphicFrameMk id="6" creationId="{F8AEB54E-1E20-E1FF-438F-C7B21DF88B17}"/>
          </ac:graphicFrameMkLst>
        </pc:graphicFrameChg>
        <pc:picChg chg="add mod">
          <ac:chgData name="Stephen Scott" userId="7d0a05fc-27ff-4f30-ba91-fd3532e3a0b7" providerId="ADAL" clId="{04B73F48-AE02-4119-B326-8989FCDD1676}" dt="2026-02-09T01:18:08.698" v="496" actId="1076"/>
          <ac:picMkLst>
            <pc:docMk/>
            <pc:sldMk cId="2899899256" sldId="260"/>
            <ac:picMk id="5" creationId="{D5F24497-5DCF-4DB7-3541-75DC84629C51}"/>
          </ac:picMkLst>
        </pc:picChg>
        <pc:picChg chg="add mod">
          <ac:chgData name="Stephen Scott" userId="7d0a05fc-27ff-4f30-ba91-fd3532e3a0b7" providerId="ADAL" clId="{04B73F48-AE02-4119-B326-8989FCDD1676}" dt="2026-02-09T01:18:13.294" v="498" actId="1076"/>
          <ac:picMkLst>
            <pc:docMk/>
            <pc:sldMk cId="2899899256" sldId="260"/>
            <ac:picMk id="7" creationId="{45624D11-B4E5-6B3A-A76A-E50A2392188C}"/>
          </ac:picMkLst>
        </pc:picChg>
      </pc:sldChg>
      <pc:sldChg chg="addSp delSp modSp new mod setBg">
        <pc:chgData name="Stephen Scott" userId="7d0a05fc-27ff-4f30-ba91-fd3532e3a0b7" providerId="ADAL" clId="{04B73F48-AE02-4119-B326-8989FCDD1676}" dt="2026-02-09T01:19:36.548" v="556" actId="20577"/>
        <pc:sldMkLst>
          <pc:docMk/>
          <pc:sldMk cId="2134952061" sldId="261"/>
        </pc:sldMkLst>
        <pc:spChg chg="mod">
          <ac:chgData name="Stephen Scott" userId="7d0a05fc-27ff-4f30-ba91-fd3532e3a0b7" providerId="ADAL" clId="{04B73F48-AE02-4119-B326-8989FCDD1676}" dt="2026-02-09T01:18:52.608" v="506" actId="26606"/>
          <ac:spMkLst>
            <pc:docMk/>
            <pc:sldMk cId="2134952061" sldId="261"/>
            <ac:spMk id="2" creationId="{ECEA0F42-B329-A1AB-6FC9-1C21DEBB9A2C}"/>
          </ac:spMkLst>
        </pc:spChg>
        <pc:spChg chg="del">
          <ac:chgData name="Stephen Scott" userId="7d0a05fc-27ff-4f30-ba91-fd3532e3a0b7" providerId="ADAL" clId="{04B73F48-AE02-4119-B326-8989FCDD1676}" dt="2026-02-09T01:18:42.080" v="505"/>
          <ac:spMkLst>
            <pc:docMk/>
            <pc:sldMk cId="2134952061" sldId="261"/>
            <ac:spMk id="3" creationId="{EA49DE4A-9D2A-B31B-F1CB-1E713C05D01D}"/>
          </ac:spMkLst>
        </pc:spChg>
        <pc:spChg chg="add del mod">
          <ac:chgData name="Stephen Scott" userId="7d0a05fc-27ff-4f30-ba91-fd3532e3a0b7" providerId="ADAL" clId="{04B73F48-AE02-4119-B326-8989FCDD1676}" dt="2026-02-09T01:18:52.608" v="506" actId="26606"/>
          <ac:spMkLst>
            <pc:docMk/>
            <pc:sldMk cId="2134952061" sldId="261"/>
            <ac:spMk id="4" creationId="{CDB30B74-22AF-A7A0-BAD4-A7571C5BAFD2}"/>
          </ac:spMkLst>
        </pc:spChg>
        <pc:spChg chg="add">
          <ac:chgData name="Stephen Scott" userId="7d0a05fc-27ff-4f30-ba91-fd3532e3a0b7" providerId="ADAL" clId="{04B73F48-AE02-4119-B326-8989FCDD1676}" dt="2026-02-09T01:18:52.608" v="506" actId="26606"/>
          <ac:spMkLst>
            <pc:docMk/>
            <pc:sldMk cId="2134952061" sldId="261"/>
            <ac:spMk id="10" creationId="{F420BC5C-C418-4843-B04B-6918968D0982}"/>
          </ac:spMkLst>
        </pc:spChg>
        <pc:spChg chg="add">
          <ac:chgData name="Stephen Scott" userId="7d0a05fc-27ff-4f30-ba91-fd3532e3a0b7" providerId="ADAL" clId="{04B73F48-AE02-4119-B326-8989FCDD1676}" dt="2026-02-09T01:18:52.608" v="506" actId="26606"/>
          <ac:spMkLst>
            <pc:docMk/>
            <pc:sldMk cId="2134952061" sldId="261"/>
            <ac:spMk id="12" creationId="{04E511C3-750B-AA87-AE51-0FA2069EA0B9}"/>
          </ac:spMkLst>
        </pc:spChg>
        <pc:graphicFrameChg chg="add mod modGraphic">
          <ac:chgData name="Stephen Scott" userId="7d0a05fc-27ff-4f30-ba91-fd3532e3a0b7" providerId="ADAL" clId="{04B73F48-AE02-4119-B326-8989FCDD1676}" dt="2026-02-09T01:19:36.548" v="556" actId="20577"/>
          <ac:graphicFrameMkLst>
            <pc:docMk/>
            <pc:sldMk cId="2134952061" sldId="261"/>
            <ac:graphicFrameMk id="6" creationId="{EC99B968-0A35-C740-0B5E-023643A4E3FE}"/>
          </ac:graphicFrameMkLst>
        </pc:graphicFrameChg>
      </pc:sldChg>
      <pc:sldChg chg="addSp delSp modSp new mod setBg">
        <pc:chgData name="Stephen Scott" userId="7d0a05fc-27ff-4f30-ba91-fd3532e3a0b7" providerId="ADAL" clId="{04B73F48-AE02-4119-B326-8989FCDD1676}" dt="2026-02-09T01:20:22.775" v="571" actId="26606"/>
        <pc:sldMkLst>
          <pc:docMk/>
          <pc:sldMk cId="4064654929" sldId="262"/>
        </pc:sldMkLst>
        <pc:spChg chg="mod">
          <ac:chgData name="Stephen Scott" userId="7d0a05fc-27ff-4f30-ba91-fd3532e3a0b7" providerId="ADAL" clId="{04B73F48-AE02-4119-B326-8989FCDD1676}" dt="2026-02-09T01:20:21.343" v="568" actId="26606"/>
          <ac:spMkLst>
            <pc:docMk/>
            <pc:sldMk cId="4064654929" sldId="262"/>
            <ac:spMk id="2" creationId="{D7822E88-6AF5-0768-7B62-D13DA56188FC}"/>
          </ac:spMkLst>
        </pc:spChg>
        <pc:spChg chg="add del mod">
          <ac:chgData name="Stephen Scott" userId="7d0a05fc-27ff-4f30-ba91-fd3532e3a0b7" providerId="ADAL" clId="{04B73F48-AE02-4119-B326-8989FCDD1676}" dt="2026-02-09T01:20:22.775" v="571" actId="26606"/>
          <ac:spMkLst>
            <pc:docMk/>
            <pc:sldMk cId="4064654929" sldId="262"/>
            <ac:spMk id="3" creationId="{BDB35F4D-2FF1-4805-6F96-A0D0B353EE63}"/>
          </ac:spMkLst>
        </pc:spChg>
        <pc:spChg chg="add del">
          <ac:chgData name="Stephen Scott" userId="7d0a05fc-27ff-4f30-ba91-fd3532e3a0b7" providerId="ADAL" clId="{04B73F48-AE02-4119-B326-8989FCDD1676}" dt="2026-02-09T01:20:12.492" v="562" actId="26606"/>
          <ac:spMkLst>
            <pc:docMk/>
            <pc:sldMk cId="4064654929" sldId="262"/>
            <ac:spMk id="9" creationId="{817D949E-564D-4503-A64E-D22FA3232C29}"/>
          </ac:spMkLst>
        </pc:spChg>
        <pc:spChg chg="add del">
          <ac:chgData name="Stephen Scott" userId="7d0a05fc-27ff-4f30-ba91-fd3532e3a0b7" providerId="ADAL" clId="{04B73F48-AE02-4119-B326-8989FCDD1676}" dt="2026-02-09T01:20:12.492" v="562" actId="26606"/>
          <ac:spMkLst>
            <pc:docMk/>
            <pc:sldMk cId="4064654929" sldId="262"/>
            <ac:spMk id="11" creationId="{92BE0106-0C20-465B-A1BE-0BAC2737B1AD}"/>
          </ac:spMkLst>
        </pc:spChg>
        <pc:spChg chg="add del">
          <ac:chgData name="Stephen Scott" userId="7d0a05fc-27ff-4f30-ba91-fd3532e3a0b7" providerId="ADAL" clId="{04B73F48-AE02-4119-B326-8989FCDD1676}" dt="2026-02-09T01:20:12.492" v="562" actId="26606"/>
          <ac:spMkLst>
            <pc:docMk/>
            <pc:sldMk cId="4064654929" sldId="262"/>
            <ac:spMk id="13" creationId="{851808AB-2943-464C-A710-F2A18D869334}"/>
          </ac:spMkLst>
        </pc:spChg>
        <pc:spChg chg="add del">
          <ac:chgData name="Stephen Scott" userId="7d0a05fc-27ff-4f30-ba91-fd3532e3a0b7" providerId="ADAL" clId="{04B73F48-AE02-4119-B326-8989FCDD1676}" dt="2026-02-09T01:20:15.640" v="564" actId="26606"/>
          <ac:spMkLst>
            <pc:docMk/>
            <pc:sldMk cId="4064654929" sldId="262"/>
            <ac:spMk id="15" creationId="{F420BC5C-C418-4843-B04B-6918968D0982}"/>
          </ac:spMkLst>
        </pc:spChg>
        <pc:spChg chg="add del">
          <ac:chgData name="Stephen Scott" userId="7d0a05fc-27ff-4f30-ba91-fd3532e3a0b7" providerId="ADAL" clId="{04B73F48-AE02-4119-B326-8989FCDD1676}" dt="2026-02-09T01:20:15.640" v="564" actId="26606"/>
          <ac:spMkLst>
            <pc:docMk/>
            <pc:sldMk cId="4064654929" sldId="262"/>
            <ac:spMk id="16" creationId="{04E511C3-750B-AA87-AE51-0FA2069EA0B9}"/>
          </ac:spMkLst>
        </pc:spChg>
        <pc:spChg chg="add del">
          <ac:chgData name="Stephen Scott" userId="7d0a05fc-27ff-4f30-ba91-fd3532e3a0b7" providerId="ADAL" clId="{04B73F48-AE02-4119-B326-8989FCDD1676}" dt="2026-02-09T01:20:18.447" v="566" actId="26606"/>
          <ac:spMkLst>
            <pc:docMk/>
            <pc:sldMk cId="4064654929" sldId="262"/>
            <ac:spMk id="19" creationId="{04213918-F1EB-4BCE-BE23-F5E9851EE05C}"/>
          </ac:spMkLst>
        </pc:spChg>
        <pc:spChg chg="add del">
          <ac:chgData name="Stephen Scott" userId="7d0a05fc-27ff-4f30-ba91-fd3532e3a0b7" providerId="ADAL" clId="{04B73F48-AE02-4119-B326-8989FCDD1676}" dt="2026-02-09T01:20:18.447" v="566" actId="26606"/>
          <ac:spMkLst>
            <pc:docMk/>
            <pc:sldMk cId="4064654929" sldId="262"/>
            <ac:spMk id="20" creationId="{2062E862-C7F7-4CA1-B929-D0B75F5E9FB9}"/>
          </ac:spMkLst>
        </pc:spChg>
        <pc:spChg chg="add del">
          <ac:chgData name="Stephen Scott" userId="7d0a05fc-27ff-4f30-ba91-fd3532e3a0b7" providerId="ADAL" clId="{04B73F48-AE02-4119-B326-8989FCDD1676}" dt="2026-02-09T01:20:21.343" v="568" actId="26606"/>
          <ac:spMkLst>
            <pc:docMk/>
            <pc:sldMk cId="4064654929" sldId="262"/>
            <ac:spMk id="23" creationId="{817D949E-564D-4503-A64E-D22FA3232C29}"/>
          </ac:spMkLst>
        </pc:spChg>
        <pc:spChg chg="add del">
          <ac:chgData name="Stephen Scott" userId="7d0a05fc-27ff-4f30-ba91-fd3532e3a0b7" providerId="ADAL" clId="{04B73F48-AE02-4119-B326-8989FCDD1676}" dt="2026-02-09T01:20:21.343" v="568" actId="26606"/>
          <ac:spMkLst>
            <pc:docMk/>
            <pc:sldMk cId="4064654929" sldId="262"/>
            <ac:spMk id="24" creationId="{92BE0106-0C20-465B-A1BE-0BAC2737B1AD}"/>
          </ac:spMkLst>
        </pc:spChg>
        <pc:spChg chg="add del">
          <ac:chgData name="Stephen Scott" userId="7d0a05fc-27ff-4f30-ba91-fd3532e3a0b7" providerId="ADAL" clId="{04B73F48-AE02-4119-B326-8989FCDD1676}" dt="2026-02-09T01:20:21.343" v="568" actId="26606"/>
          <ac:spMkLst>
            <pc:docMk/>
            <pc:sldMk cId="4064654929" sldId="262"/>
            <ac:spMk id="25" creationId="{851808AB-2943-464C-A710-F2A18D869334}"/>
          </ac:spMkLst>
        </pc:spChg>
        <pc:graphicFrameChg chg="add del">
          <ac:chgData name="Stephen Scott" userId="7d0a05fc-27ff-4f30-ba91-fd3532e3a0b7" providerId="ADAL" clId="{04B73F48-AE02-4119-B326-8989FCDD1676}" dt="2026-02-09T01:20:08.332" v="560" actId="26606"/>
          <ac:graphicFrameMkLst>
            <pc:docMk/>
            <pc:sldMk cId="4064654929" sldId="262"/>
            <ac:graphicFrameMk id="5" creationId="{3A7B51BF-8AAE-341A-BEBF-F4F9B79D667D}"/>
          </ac:graphicFrameMkLst>
        </pc:graphicFrameChg>
        <pc:graphicFrameChg chg="add del">
          <ac:chgData name="Stephen Scott" userId="7d0a05fc-27ff-4f30-ba91-fd3532e3a0b7" providerId="ADAL" clId="{04B73F48-AE02-4119-B326-8989FCDD1676}" dt="2026-02-09T01:20:12.492" v="562" actId="26606"/>
          <ac:graphicFrameMkLst>
            <pc:docMk/>
            <pc:sldMk cId="4064654929" sldId="262"/>
            <ac:graphicFrameMk id="7" creationId="{997D9833-D993-EA6F-2A2A-933252D28E43}"/>
          </ac:graphicFrameMkLst>
        </pc:graphicFrameChg>
        <pc:graphicFrameChg chg="add del">
          <ac:chgData name="Stephen Scott" userId="7d0a05fc-27ff-4f30-ba91-fd3532e3a0b7" providerId="ADAL" clId="{04B73F48-AE02-4119-B326-8989FCDD1676}" dt="2026-02-09T01:20:15.640" v="564" actId="26606"/>
          <ac:graphicFrameMkLst>
            <pc:docMk/>
            <pc:sldMk cId="4064654929" sldId="262"/>
            <ac:graphicFrameMk id="17" creationId="{1210EA9E-72A5-B164-9938-ED78D13A9BEE}"/>
          </ac:graphicFrameMkLst>
        </pc:graphicFrameChg>
        <pc:graphicFrameChg chg="add del">
          <ac:chgData name="Stephen Scott" userId="7d0a05fc-27ff-4f30-ba91-fd3532e3a0b7" providerId="ADAL" clId="{04B73F48-AE02-4119-B326-8989FCDD1676}" dt="2026-02-09T01:20:18.447" v="566" actId="26606"/>
          <ac:graphicFrameMkLst>
            <pc:docMk/>
            <pc:sldMk cId="4064654929" sldId="262"/>
            <ac:graphicFrameMk id="21" creationId="{EBE67FF6-568C-0B1D-25FB-4B8E83BC03B1}"/>
          </ac:graphicFrameMkLst>
        </pc:graphicFrameChg>
        <pc:graphicFrameChg chg="add del">
          <ac:chgData name="Stephen Scott" userId="7d0a05fc-27ff-4f30-ba91-fd3532e3a0b7" providerId="ADAL" clId="{04B73F48-AE02-4119-B326-8989FCDD1676}" dt="2026-02-09T01:20:21.343" v="568" actId="26606"/>
          <ac:graphicFrameMkLst>
            <pc:docMk/>
            <pc:sldMk cId="4064654929" sldId="262"/>
            <ac:graphicFrameMk id="26" creationId="{997D9833-D993-EA6F-2A2A-933252D28E43}"/>
          </ac:graphicFrameMkLst>
        </pc:graphicFrameChg>
        <pc:graphicFrameChg chg="add del">
          <ac:chgData name="Stephen Scott" userId="7d0a05fc-27ff-4f30-ba91-fd3532e3a0b7" providerId="ADAL" clId="{04B73F48-AE02-4119-B326-8989FCDD1676}" dt="2026-02-09T01:20:22.743" v="570" actId="26606"/>
          <ac:graphicFrameMkLst>
            <pc:docMk/>
            <pc:sldMk cId="4064654929" sldId="262"/>
            <ac:graphicFrameMk id="28" creationId="{E2C4BBF4-28D5-2FDC-A6A6-4A3190AFD75F}"/>
          </ac:graphicFrameMkLst>
        </pc:graphicFrameChg>
        <pc:graphicFrameChg chg="add">
          <ac:chgData name="Stephen Scott" userId="7d0a05fc-27ff-4f30-ba91-fd3532e3a0b7" providerId="ADAL" clId="{04B73F48-AE02-4119-B326-8989FCDD1676}" dt="2026-02-09T01:20:22.775" v="571" actId="26606"/>
          <ac:graphicFrameMkLst>
            <pc:docMk/>
            <pc:sldMk cId="4064654929" sldId="262"/>
            <ac:graphicFrameMk id="30" creationId="{3A7B51BF-8AAE-341A-BEBF-F4F9B79D667D}"/>
          </ac:graphicFrameMkLst>
        </pc:graphicFrameChg>
      </pc:sldChg>
      <pc:sldChg chg="addSp delSp modSp new mod setBg">
        <pc:chgData name="Stephen Scott" userId="7d0a05fc-27ff-4f30-ba91-fd3532e3a0b7" providerId="ADAL" clId="{04B73F48-AE02-4119-B326-8989FCDD1676}" dt="2026-02-09T01:21:02.683" v="581" actId="26606"/>
        <pc:sldMkLst>
          <pc:docMk/>
          <pc:sldMk cId="37675493" sldId="263"/>
        </pc:sldMkLst>
        <pc:spChg chg="mod">
          <ac:chgData name="Stephen Scott" userId="7d0a05fc-27ff-4f30-ba91-fd3532e3a0b7" providerId="ADAL" clId="{04B73F48-AE02-4119-B326-8989FCDD1676}" dt="2026-02-09T01:21:02.683" v="581" actId="26606"/>
          <ac:spMkLst>
            <pc:docMk/>
            <pc:sldMk cId="37675493" sldId="263"/>
            <ac:spMk id="2" creationId="{35763515-104D-B67A-4418-2DCD40E3448E}"/>
          </ac:spMkLst>
        </pc:spChg>
        <pc:spChg chg="add del mod">
          <ac:chgData name="Stephen Scott" userId="7d0a05fc-27ff-4f30-ba91-fd3532e3a0b7" providerId="ADAL" clId="{04B73F48-AE02-4119-B326-8989FCDD1676}" dt="2026-02-09T01:21:02.683" v="581" actId="26606"/>
          <ac:spMkLst>
            <pc:docMk/>
            <pc:sldMk cId="37675493" sldId="263"/>
            <ac:spMk id="3" creationId="{C592AB6F-E693-2A76-D2A8-32355901D3B7}"/>
          </ac:spMkLst>
        </pc:spChg>
        <pc:spChg chg="add">
          <ac:chgData name="Stephen Scott" userId="7d0a05fc-27ff-4f30-ba91-fd3532e3a0b7" providerId="ADAL" clId="{04B73F48-AE02-4119-B326-8989FCDD1676}" dt="2026-02-09T01:21:02.683" v="581" actId="26606"/>
          <ac:spMkLst>
            <pc:docMk/>
            <pc:sldMk cId="37675493" sldId="263"/>
            <ac:spMk id="9" creationId="{F420BC5C-C418-4843-B04B-6918968D0982}"/>
          </ac:spMkLst>
        </pc:spChg>
        <pc:spChg chg="add">
          <ac:chgData name="Stephen Scott" userId="7d0a05fc-27ff-4f30-ba91-fd3532e3a0b7" providerId="ADAL" clId="{04B73F48-AE02-4119-B326-8989FCDD1676}" dt="2026-02-09T01:21:02.683" v="581" actId="26606"/>
          <ac:spMkLst>
            <pc:docMk/>
            <pc:sldMk cId="37675493" sldId="263"/>
            <ac:spMk id="11" creationId="{92BE0106-0C20-465B-A1BE-0BAC2737B1AD}"/>
          </ac:spMkLst>
        </pc:spChg>
        <pc:spChg chg="add del">
          <ac:chgData name="Stephen Scott" userId="7d0a05fc-27ff-4f30-ba91-fd3532e3a0b7" providerId="ADAL" clId="{04B73F48-AE02-4119-B326-8989FCDD1676}" dt="2026-02-09T01:20:54.671" v="579" actId="26606"/>
          <ac:spMkLst>
            <pc:docMk/>
            <pc:sldMk cId="37675493" sldId="263"/>
            <ac:spMk id="12" creationId="{817D949E-564D-4503-A64E-D22FA3232C29}"/>
          </ac:spMkLst>
        </pc:spChg>
        <pc:spChg chg="add del">
          <ac:chgData name="Stephen Scott" userId="7d0a05fc-27ff-4f30-ba91-fd3532e3a0b7" providerId="ADAL" clId="{04B73F48-AE02-4119-B326-8989FCDD1676}" dt="2026-02-09T01:20:54.671" v="579" actId="26606"/>
          <ac:spMkLst>
            <pc:docMk/>
            <pc:sldMk cId="37675493" sldId="263"/>
            <ac:spMk id="14" creationId="{92BE0106-0C20-465B-A1BE-0BAC2737B1AD}"/>
          </ac:spMkLst>
        </pc:spChg>
        <pc:spChg chg="add del">
          <ac:chgData name="Stephen Scott" userId="7d0a05fc-27ff-4f30-ba91-fd3532e3a0b7" providerId="ADAL" clId="{04B73F48-AE02-4119-B326-8989FCDD1676}" dt="2026-02-09T01:20:54.671" v="579" actId="26606"/>
          <ac:spMkLst>
            <pc:docMk/>
            <pc:sldMk cId="37675493" sldId="263"/>
            <ac:spMk id="16" creationId="{851808AB-2943-464C-A710-F2A18D869334}"/>
          </ac:spMkLst>
        </pc:spChg>
        <pc:graphicFrameChg chg="add del">
          <ac:chgData name="Stephen Scott" userId="7d0a05fc-27ff-4f30-ba91-fd3532e3a0b7" providerId="ADAL" clId="{04B73F48-AE02-4119-B326-8989FCDD1676}" dt="2026-02-09T01:20:44.862" v="576" actId="26606"/>
          <ac:graphicFrameMkLst>
            <pc:docMk/>
            <pc:sldMk cId="37675493" sldId="263"/>
            <ac:graphicFrameMk id="5" creationId="{78C5DE23-CACE-901B-22BB-9EDA3DE43838}"/>
          </ac:graphicFrameMkLst>
        </pc:graphicFrameChg>
        <pc:graphicFrameChg chg="add">
          <ac:chgData name="Stephen Scott" userId="7d0a05fc-27ff-4f30-ba91-fd3532e3a0b7" providerId="ADAL" clId="{04B73F48-AE02-4119-B326-8989FCDD1676}" dt="2026-02-09T01:21:02.683" v="581" actId="26606"/>
          <ac:graphicFrameMkLst>
            <pc:docMk/>
            <pc:sldMk cId="37675493" sldId="263"/>
            <ac:graphicFrameMk id="6" creationId="{0368B4AE-3F90-64E5-E671-CD3F7373F73F}"/>
          </ac:graphicFrameMkLst>
        </pc:graphicFrameChg>
        <pc:graphicFrameChg chg="add del mod modGraphic">
          <ac:chgData name="Stephen Scott" userId="7d0a05fc-27ff-4f30-ba91-fd3532e3a0b7" providerId="ADAL" clId="{04B73F48-AE02-4119-B326-8989FCDD1676}" dt="2026-02-09T01:20:55.135" v="580" actId="26606"/>
          <ac:graphicFrameMkLst>
            <pc:docMk/>
            <pc:sldMk cId="37675493" sldId="263"/>
            <ac:graphicFrameMk id="7" creationId="{7D410436-801E-B65A-179C-C612719B594E}"/>
          </ac:graphicFrameMkLst>
        </pc:graphicFrameChg>
      </pc:sldChg>
      <pc:sldChg chg="addSp delSp modSp new mod setBg">
        <pc:chgData name="Stephen Scott" userId="7d0a05fc-27ff-4f30-ba91-fd3532e3a0b7" providerId="ADAL" clId="{04B73F48-AE02-4119-B326-8989FCDD1676}" dt="2026-02-09T01:21:21.863" v="585" actId="26606"/>
        <pc:sldMkLst>
          <pc:docMk/>
          <pc:sldMk cId="1094160830" sldId="264"/>
        </pc:sldMkLst>
        <pc:spChg chg="mod">
          <ac:chgData name="Stephen Scott" userId="7d0a05fc-27ff-4f30-ba91-fd3532e3a0b7" providerId="ADAL" clId="{04B73F48-AE02-4119-B326-8989FCDD1676}" dt="2026-02-09T01:21:21.863" v="585" actId="26606"/>
          <ac:spMkLst>
            <pc:docMk/>
            <pc:sldMk cId="1094160830" sldId="264"/>
            <ac:spMk id="2" creationId="{851EF080-711A-DC9C-F586-37EEAD8C7616}"/>
          </ac:spMkLst>
        </pc:spChg>
        <pc:spChg chg="del">
          <ac:chgData name="Stephen Scott" userId="7d0a05fc-27ff-4f30-ba91-fd3532e3a0b7" providerId="ADAL" clId="{04B73F48-AE02-4119-B326-8989FCDD1676}" dt="2026-02-09T01:21:14.711" v="584"/>
          <ac:spMkLst>
            <pc:docMk/>
            <pc:sldMk cId="1094160830" sldId="264"/>
            <ac:spMk id="3" creationId="{49812AFC-0F8C-0C2F-1AD3-E182D424E7C4}"/>
          </ac:spMkLst>
        </pc:spChg>
        <pc:spChg chg="add del mod">
          <ac:chgData name="Stephen Scott" userId="7d0a05fc-27ff-4f30-ba91-fd3532e3a0b7" providerId="ADAL" clId="{04B73F48-AE02-4119-B326-8989FCDD1676}" dt="2026-02-09T01:21:21.863" v="585" actId="26606"/>
          <ac:spMkLst>
            <pc:docMk/>
            <pc:sldMk cId="1094160830" sldId="264"/>
            <ac:spMk id="4" creationId="{C3988C98-9715-2B5A-C745-4740A3ACDA4F}"/>
          </ac:spMkLst>
        </pc:spChg>
        <pc:spChg chg="add">
          <ac:chgData name="Stephen Scott" userId="7d0a05fc-27ff-4f30-ba91-fd3532e3a0b7" providerId="ADAL" clId="{04B73F48-AE02-4119-B326-8989FCDD1676}" dt="2026-02-09T01:21:21.863" v="585" actId="26606"/>
          <ac:spMkLst>
            <pc:docMk/>
            <pc:sldMk cId="1094160830" sldId="264"/>
            <ac:spMk id="10" creationId="{F420BC5C-C418-4843-B04B-6918968D0982}"/>
          </ac:spMkLst>
        </pc:spChg>
        <pc:spChg chg="add">
          <ac:chgData name="Stephen Scott" userId="7d0a05fc-27ff-4f30-ba91-fd3532e3a0b7" providerId="ADAL" clId="{04B73F48-AE02-4119-B326-8989FCDD1676}" dt="2026-02-09T01:21:21.863" v="585" actId="26606"/>
          <ac:spMkLst>
            <pc:docMk/>
            <pc:sldMk cId="1094160830" sldId="264"/>
            <ac:spMk id="12" creationId="{04E511C3-750B-AA87-AE51-0FA2069EA0B9}"/>
          </ac:spMkLst>
        </pc:spChg>
        <pc:graphicFrameChg chg="add">
          <ac:chgData name="Stephen Scott" userId="7d0a05fc-27ff-4f30-ba91-fd3532e3a0b7" providerId="ADAL" clId="{04B73F48-AE02-4119-B326-8989FCDD1676}" dt="2026-02-09T01:21:21.863" v="585" actId="26606"/>
          <ac:graphicFrameMkLst>
            <pc:docMk/>
            <pc:sldMk cId="1094160830" sldId="264"/>
            <ac:graphicFrameMk id="6" creationId="{302788FB-5EDE-F7C2-2E8F-BDCEF8E9CD43}"/>
          </ac:graphicFrameMkLst>
        </pc:graphicFrameChg>
      </pc:sldChg>
      <pc:sldChg chg="addSp delSp modSp new mod setBg">
        <pc:chgData name="Stephen Scott" userId="7d0a05fc-27ff-4f30-ba91-fd3532e3a0b7" providerId="ADAL" clId="{04B73F48-AE02-4119-B326-8989FCDD1676}" dt="2026-02-09T01:21:38.193" v="589" actId="26606"/>
        <pc:sldMkLst>
          <pc:docMk/>
          <pc:sldMk cId="1967720038" sldId="265"/>
        </pc:sldMkLst>
        <pc:spChg chg="mod">
          <ac:chgData name="Stephen Scott" userId="7d0a05fc-27ff-4f30-ba91-fd3532e3a0b7" providerId="ADAL" clId="{04B73F48-AE02-4119-B326-8989FCDD1676}" dt="2026-02-09T01:21:38.193" v="589" actId="26606"/>
          <ac:spMkLst>
            <pc:docMk/>
            <pc:sldMk cId="1967720038" sldId="265"/>
            <ac:spMk id="2" creationId="{06295027-F69D-FB9D-EE5B-375A6592758C}"/>
          </ac:spMkLst>
        </pc:spChg>
        <pc:spChg chg="del">
          <ac:chgData name="Stephen Scott" userId="7d0a05fc-27ff-4f30-ba91-fd3532e3a0b7" providerId="ADAL" clId="{04B73F48-AE02-4119-B326-8989FCDD1676}" dt="2026-02-09T01:21:35.060" v="588"/>
          <ac:spMkLst>
            <pc:docMk/>
            <pc:sldMk cId="1967720038" sldId="265"/>
            <ac:spMk id="3" creationId="{5528C909-2B07-C788-B972-1F8D47ACB65F}"/>
          </ac:spMkLst>
        </pc:spChg>
        <pc:spChg chg="add del mod">
          <ac:chgData name="Stephen Scott" userId="7d0a05fc-27ff-4f30-ba91-fd3532e3a0b7" providerId="ADAL" clId="{04B73F48-AE02-4119-B326-8989FCDD1676}" dt="2026-02-09T01:21:38.193" v="589" actId="26606"/>
          <ac:spMkLst>
            <pc:docMk/>
            <pc:sldMk cId="1967720038" sldId="265"/>
            <ac:spMk id="4" creationId="{2F6EBE3C-F630-34B3-A32F-3598582CF7D7}"/>
          </ac:spMkLst>
        </pc:spChg>
        <pc:spChg chg="add">
          <ac:chgData name="Stephen Scott" userId="7d0a05fc-27ff-4f30-ba91-fd3532e3a0b7" providerId="ADAL" clId="{04B73F48-AE02-4119-B326-8989FCDD1676}" dt="2026-02-09T01:21:38.193" v="589" actId="26606"/>
          <ac:spMkLst>
            <pc:docMk/>
            <pc:sldMk cId="1967720038" sldId="265"/>
            <ac:spMk id="10" creationId="{4E17AA97-89A7-45C1-B813-BFF6C23D79E1}"/>
          </ac:spMkLst>
        </pc:spChg>
        <pc:spChg chg="add">
          <ac:chgData name="Stephen Scott" userId="7d0a05fc-27ff-4f30-ba91-fd3532e3a0b7" providerId="ADAL" clId="{04B73F48-AE02-4119-B326-8989FCDD1676}" dt="2026-02-09T01:21:38.193" v="589" actId="26606"/>
          <ac:spMkLst>
            <pc:docMk/>
            <pc:sldMk cId="1967720038" sldId="265"/>
            <ac:spMk id="12" creationId="{33AC4FE1-D370-43A6-96C5-076716BB1E76}"/>
          </ac:spMkLst>
        </pc:spChg>
        <pc:spChg chg="add">
          <ac:chgData name="Stephen Scott" userId="7d0a05fc-27ff-4f30-ba91-fd3532e3a0b7" providerId="ADAL" clId="{04B73F48-AE02-4119-B326-8989FCDD1676}" dt="2026-02-09T01:21:38.193" v="589" actId="26606"/>
          <ac:spMkLst>
            <pc:docMk/>
            <pc:sldMk cId="1967720038" sldId="265"/>
            <ac:spMk id="14" creationId="{4A3D569D-D3A6-49CA-A483-291E95DACA14}"/>
          </ac:spMkLst>
        </pc:spChg>
        <pc:graphicFrameChg chg="add">
          <ac:chgData name="Stephen Scott" userId="7d0a05fc-27ff-4f30-ba91-fd3532e3a0b7" providerId="ADAL" clId="{04B73F48-AE02-4119-B326-8989FCDD1676}" dt="2026-02-09T01:21:38.193" v="589" actId="26606"/>
          <ac:graphicFrameMkLst>
            <pc:docMk/>
            <pc:sldMk cId="1967720038" sldId="265"/>
            <ac:graphicFrameMk id="6" creationId="{7261A895-21A7-E8E3-1009-3E211572C1C0}"/>
          </ac:graphicFrameMkLst>
        </pc:graphicFrameChg>
      </pc:sldChg>
      <pc:sldChg chg="addSp delSp modSp new mod setBg">
        <pc:chgData name="Stephen Scott" userId="7d0a05fc-27ff-4f30-ba91-fd3532e3a0b7" providerId="ADAL" clId="{04B73F48-AE02-4119-B326-8989FCDD1676}" dt="2026-02-09T01:24:31.448" v="641" actId="255"/>
        <pc:sldMkLst>
          <pc:docMk/>
          <pc:sldMk cId="1423412726" sldId="266"/>
        </pc:sldMkLst>
        <pc:spChg chg="mod">
          <ac:chgData name="Stephen Scott" userId="7d0a05fc-27ff-4f30-ba91-fd3532e3a0b7" providerId="ADAL" clId="{04B73F48-AE02-4119-B326-8989FCDD1676}" dt="2026-02-09T01:22:48.264" v="608" actId="26606"/>
          <ac:spMkLst>
            <pc:docMk/>
            <pc:sldMk cId="1423412726" sldId="266"/>
            <ac:spMk id="2" creationId="{0A1991C8-D175-D2C8-478C-69C1819757CD}"/>
          </ac:spMkLst>
        </pc:spChg>
        <pc:spChg chg="del">
          <ac:chgData name="Stephen Scott" userId="7d0a05fc-27ff-4f30-ba91-fd3532e3a0b7" providerId="ADAL" clId="{04B73F48-AE02-4119-B326-8989FCDD1676}" dt="2026-02-09T01:21:51.209" v="592"/>
          <ac:spMkLst>
            <pc:docMk/>
            <pc:sldMk cId="1423412726" sldId="266"/>
            <ac:spMk id="3" creationId="{8C23F50D-4240-58EF-C4F7-8780D641920D}"/>
          </ac:spMkLst>
        </pc:spChg>
        <pc:spChg chg="add del mod">
          <ac:chgData name="Stephen Scott" userId="7d0a05fc-27ff-4f30-ba91-fd3532e3a0b7" providerId="ADAL" clId="{04B73F48-AE02-4119-B326-8989FCDD1676}" dt="2026-02-09T01:21:59.171" v="593" actId="26606"/>
          <ac:spMkLst>
            <pc:docMk/>
            <pc:sldMk cId="1423412726" sldId="266"/>
            <ac:spMk id="4" creationId="{558D463E-EF41-B10C-1C60-BED8CC5445C0}"/>
          </ac:spMkLst>
        </pc:spChg>
        <pc:spChg chg="add del">
          <ac:chgData name="Stephen Scott" userId="7d0a05fc-27ff-4f30-ba91-fd3532e3a0b7" providerId="ADAL" clId="{04B73F48-AE02-4119-B326-8989FCDD1676}" dt="2026-02-09T01:22:48.264" v="608" actId="26606"/>
          <ac:spMkLst>
            <pc:docMk/>
            <pc:sldMk cId="1423412726" sldId="266"/>
            <ac:spMk id="10" creationId="{F420BC5C-C418-4843-B04B-6918968D0982}"/>
          </ac:spMkLst>
        </pc:spChg>
        <pc:spChg chg="add del">
          <ac:chgData name="Stephen Scott" userId="7d0a05fc-27ff-4f30-ba91-fd3532e3a0b7" providerId="ADAL" clId="{04B73F48-AE02-4119-B326-8989FCDD1676}" dt="2026-02-09T01:22:48.264" v="608" actId="26606"/>
          <ac:spMkLst>
            <pc:docMk/>
            <pc:sldMk cId="1423412726" sldId="266"/>
            <ac:spMk id="12" creationId="{92BE0106-0C20-465B-A1BE-0BAC2737B1AD}"/>
          </ac:spMkLst>
        </pc:spChg>
        <pc:spChg chg="add del">
          <ac:chgData name="Stephen Scott" userId="7d0a05fc-27ff-4f30-ba91-fd3532e3a0b7" providerId="ADAL" clId="{04B73F48-AE02-4119-B326-8989FCDD1676}" dt="2026-02-09T01:22:48.264" v="608" actId="26606"/>
          <ac:spMkLst>
            <pc:docMk/>
            <pc:sldMk cId="1423412726" sldId="266"/>
            <ac:spMk id="17" creationId="{0EC38958-9A69-239A-BA79-2AEC73345F4B}"/>
          </ac:spMkLst>
        </pc:spChg>
        <pc:spChg chg="add del">
          <ac:chgData name="Stephen Scott" userId="7d0a05fc-27ff-4f30-ba91-fd3532e3a0b7" providerId="ADAL" clId="{04B73F48-AE02-4119-B326-8989FCDD1676}" dt="2026-02-09T01:22:48.264" v="608" actId="26606"/>
          <ac:spMkLst>
            <pc:docMk/>
            <pc:sldMk cId="1423412726" sldId="266"/>
            <ac:spMk id="19" creationId="{6EC109E5-0396-8968-4F42-DFEC280363B6}"/>
          </ac:spMkLst>
        </pc:spChg>
        <pc:graphicFrameChg chg="add mod ord modGraphic">
          <ac:chgData name="Stephen Scott" userId="7d0a05fc-27ff-4f30-ba91-fd3532e3a0b7" providerId="ADAL" clId="{04B73F48-AE02-4119-B326-8989FCDD1676}" dt="2026-02-09T01:24:31.448" v="641" actId="255"/>
          <ac:graphicFrameMkLst>
            <pc:docMk/>
            <pc:sldMk cId="1423412726" sldId="266"/>
            <ac:graphicFrameMk id="6" creationId="{CC362309-ACF2-3346-EEBA-33279BF0108D}"/>
          </ac:graphicFrameMkLst>
        </pc:graphicFrameChg>
        <pc:picChg chg="add mod">
          <ac:chgData name="Stephen Scott" userId="7d0a05fc-27ff-4f30-ba91-fd3532e3a0b7" providerId="ADAL" clId="{04B73F48-AE02-4119-B326-8989FCDD1676}" dt="2026-02-09T01:22:48.264" v="608" actId="26606"/>
          <ac:picMkLst>
            <pc:docMk/>
            <pc:sldMk cId="1423412726" sldId="266"/>
            <ac:picMk id="5" creationId="{CCA61777-1623-52A7-9AED-6A6CC875EFCC}"/>
          </ac:picMkLst>
        </pc:picChg>
      </pc:sldChg>
      <pc:sldChg chg="addSp delSp modSp new mod setBg">
        <pc:chgData name="Stephen Scott" userId="7d0a05fc-27ff-4f30-ba91-fd3532e3a0b7" providerId="ADAL" clId="{04B73F48-AE02-4119-B326-8989FCDD1676}" dt="2026-02-09T01:25:05.116" v="645" actId="113"/>
        <pc:sldMkLst>
          <pc:docMk/>
          <pc:sldMk cId="3513031148" sldId="267"/>
        </pc:sldMkLst>
        <pc:spChg chg="mod">
          <ac:chgData name="Stephen Scott" userId="7d0a05fc-27ff-4f30-ba91-fd3532e3a0b7" providerId="ADAL" clId="{04B73F48-AE02-4119-B326-8989FCDD1676}" dt="2026-02-09T01:23:20.566" v="612" actId="26606"/>
          <ac:spMkLst>
            <pc:docMk/>
            <pc:sldMk cId="3513031148" sldId="267"/>
            <ac:spMk id="2" creationId="{D14E52F1-F4BE-E29B-FA34-DDBC686BEF27}"/>
          </ac:spMkLst>
        </pc:spChg>
        <pc:spChg chg="del">
          <ac:chgData name="Stephen Scott" userId="7d0a05fc-27ff-4f30-ba91-fd3532e3a0b7" providerId="ADAL" clId="{04B73F48-AE02-4119-B326-8989FCDD1676}" dt="2026-02-09T01:23:16.523" v="611"/>
          <ac:spMkLst>
            <pc:docMk/>
            <pc:sldMk cId="3513031148" sldId="267"/>
            <ac:spMk id="3" creationId="{EEA94821-2622-0E3B-FFB6-EB1B28E07BD7}"/>
          </ac:spMkLst>
        </pc:spChg>
        <pc:spChg chg="add del mod">
          <ac:chgData name="Stephen Scott" userId="7d0a05fc-27ff-4f30-ba91-fd3532e3a0b7" providerId="ADAL" clId="{04B73F48-AE02-4119-B326-8989FCDD1676}" dt="2026-02-09T01:23:20.566" v="612" actId="26606"/>
          <ac:spMkLst>
            <pc:docMk/>
            <pc:sldMk cId="3513031148" sldId="267"/>
            <ac:spMk id="4" creationId="{5DB2FC46-A526-9BD0-18F4-A425F316CD5A}"/>
          </ac:spMkLst>
        </pc:spChg>
        <pc:spChg chg="add">
          <ac:chgData name="Stephen Scott" userId="7d0a05fc-27ff-4f30-ba91-fd3532e3a0b7" providerId="ADAL" clId="{04B73F48-AE02-4119-B326-8989FCDD1676}" dt="2026-02-09T01:23:20.566" v="612" actId="26606"/>
          <ac:spMkLst>
            <pc:docMk/>
            <pc:sldMk cId="3513031148" sldId="267"/>
            <ac:spMk id="10" creationId="{4E17AA97-89A7-45C1-B813-BFF6C23D79E1}"/>
          </ac:spMkLst>
        </pc:spChg>
        <pc:spChg chg="add">
          <ac:chgData name="Stephen Scott" userId="7d0a05fc-27ff-4f30-ba91-fd3532e3a0b7" providerId="ADAL" clId="{04B73F48-AE02-4119-B326-8989FCDD1676}" dt="2026-02-09T01:23:20.566" v="612" actId="26606"/>
          <ac:spMkLst>
            <pc:docMk/>
            <pc:sldMk cId="3513031148" sldId="267"/>
            <ac:spMk id="12" creationId="{33AC4FE1-D370-43A6-96C5-076716BB1E76}"/>
          </ac:spMkLst>
        </pc:spChg>
        <pc:spChg chg="add">
          <ac:chgData name="Stephen Scott" userId="7d0a05fc-27ff-4f30-ba91-fd3532e3a0b7" providerId="ADAL" clId="{04B73F48-AE02-4119-B326-8989FCDD1676}" dt="2026-02-09T01:23:20.566" v="612" actId="26606"/>
          <ac:spMkLst>
            <pc:docMk/>
            <pc:sldMk cId="3513031148" sldId="267"/>
            <ac:spMk id="14" creationId="{4A3D569D-D3A6-49CA-A483-291E95DACA14}"/>
          </ac:spMkLst>
        </pc:spChg>
        <pc:graphicFrameChg chg="add mod modGraphic">
          <ac:chgData name="Stephen Scott" userId="7d0a05fc-27ff-4f30-ba91-fd3532e3a0b7" providerId="ADAL" clId="{04B73F48-AE02-4119-B326-8989FCDD1676}" dt="2026-02-09T01:25:05.116" v="645" actId="113"/>
          <ac:graphicFrameMkLst>
            <pc:docMk/>
            <pc:sldMk cId="3513031148" sldId="267"/>
            <ac:graphicFrameMk id="6" creationId="{A6A4E6A9-CE4E-B19E-1CB5-746270986F12}"/>
          </ac:graphicFrameMkLst>
        </pc:graphicFrameChg>
      </pc:sldChg>
      <pc:sldChg chg="addSp delSp modSp new del mod">
        <pc:chgData name="Stephen Scott" userId="7d0a05fc-27ff-4f30-ba91-fd3532e3a0b7" providerId="ADAL" clId="{04B73F48-AE02-4119-B326-8989FCDD1676}" dt="2026-02-09T01:26:34.166" v="688" actId="47"/>
        <pc:sldMkLst>
          <pc:docMk/>
          <pc:sldMk cId="4280655113" sldId="268"/>
        </pc:sldMkLst>
        <pc:spChg chg="mod">
          <ac:chgData name="Stephen Scott" userId="7d0a05fc-27ff-4f30-ba91-fd3532e3a0b7" providerId="ADAL" clId="{04B73F48-AE02-4119-B326-8989FCDD1676}" dt="2026-02-09T01:26:22.925" v="680" actId="20577"/>
          <ac:spMkLst>
            <pc:docMk/>
            <pc:sldMk cId="4280655113" sldId="268"/>
            <ac:spMk id="2" creationId="{17D25DF5-C064-2823-8D2A-806F8B53B082}"/>
          </ac:spMkLst>
        </pc:spChg>
        <pc:spChg chg="del">
          <ac:chgData name="Stephen Scott" userId="7d0a05fc-27ff-4f30-ba91-fd3532e3a0b7" providerId="ADAL" clId="{04B73F48-AE02-4119-B326-8989FCDD1676}" dt="2026-02-09T01:26:28.262" v="683" actId="478"/>
          <ac:spMkLst>
            <pc:docMk/>
            <pc:sldMk cId="4280655113" sldId="268"/>
            <ac:spMk id="3" creationId="{1FF5969E-3C92-E95A-45A4-CD3B12B01553}"/>
          </ac:spMkLst>
        </pc:spChg>
        <pc:picChg chg="add del mod">
          <ac:chgData name="Stephen Scott" userId="7d0a05fc-27ff-4f30-ba91-fd3532e3a0b7" providerId="ADAL" clId="{04B73F48-AE02-4119-B326-8989FCDD1676}" dt="2026-02-09T01:26:33.124" v="687" actId="21"/>
          <ac:picMkLst>
            <pc:docMk/>
            <pc:sldMk cId="4280655113" sldId="268"/>
            <ac:picMk id="1026" creationId="{99C8949B-3F79-10B7-5D7F-D50648C9CC79}"/>
          </ac:picMkLst>
        </pc:picChg>
      </pc:sldChg>
      <pc:sldMasterChg chg="add del addSldLayout delSldLayout">
        <pc:chgData name="Stephen Scott" userId="7d0a05fc-27ff-4f30-ba91-fd3532e3a0b7" providerId="ADAL" clId="{04B73F48-AE02-4119-B326-8989FCDD1676}" dt="2026-02-09T01:01:25.235" v="47" actId="26606"/>
        <pc:sldMasterMkLst>
          <pc:docMk/>
          <pc:sldMasterMk cId="3841064082" sldId="2147483648"/>
        </pc:sldMasterMkLst>
        <pc:sldLayoutChg chg="add del">
          <pc:chgData name="Stephen Scott" userId="7d0a05fc-27ff-4f30-ba91-fd3532e3a0b7" providerId="ADAL" clId="{04B73F48-AE02-4119-B326-8989FCDD1676}" dt="2026-02-09T01:01:25.235" v="47" actId="26606"/>
          <pc:sldLayoutMkLst>
            <pc:docMk/>
            <pc:sldMasterMk cId="3841064082" sldId="2147483648"/>
            <pc:sldLayoutMk cId="2916838609" sldId="2147483649"/>
          </pc:sldLayoutMkLst>
        </pc:sldLayoutChg>
        <pc:sldLayoutChg chg="add del">
          <pc:chgData name="Stephen Scott" userId="7d0a05fc-27ff-4f30-ba91-fd3532e3a0b7" providerId="ADAL" clId="{04B73F48-AE02-4119-B326-8989FCDD1676}" dt="2026-02-09T01:01:25.235" v="47" actId="26606"/>
          <pc:sldLayoutMkLst>
            <pc:docMk/>
            <pc:sldMasterMk cId="3841064082" sldId="2147483648"/>
            <pc:sldLayoutMk cId="611457263" sldId="2147483650"/>
          </pc:sldLayoutMkLst>
        </pc:sldLayoutChg>
        <pc:sldLayoutChg chg="add del">
          <pc:chgData name="Stephen Scott" userId="7d0a05fc-27ff-4f30-ba91-fd3532e3a0b7" providerId="ADAL" clId="{04B73F48-AE02-4119-B326-8989FCDD1676}" dt="2026-02-09T01:01:25.235" v="47" actId="26606"/>
          <pc:sldLayoutMkLst>
            <pc:docMk/>
            <pc:sldMasterMk cId="3841064082" sldId="2147483648"/>
            <pc:sldLayoutMk cId="2322478501" sldId="2147483651"/>
          </pc:sldLayoutMkLst>
        </pc:sldLayoutChg>
        <pc:sldLayoutChg chg="add del">
          <pc:chgData name="Stephen Scott" userId="7d0a05fc-27ff-4f30-ba91-fd3532e3a0b7" providerId="ADAL" clId="{04B73F48-AE02-4119-B326-8989FCDD1676}" dt="2026-02-09T01:01:25.235" v="47" actId="26606"/>
          <pc:sldLayoutMkLst>
            <pc:docMk/>
            <pc:sldMasterMk cId="3841064082" sldId="2147483648"/>
            <pc:sldLayoutMk cId="2019973734" sldId="2147483652"/>
          </pc:sldLayoutMkLst>
        </pc:sldLayoutChg>
        <pc:sldLayoutChg chg="add del">
          <pc:chgData name="Stephen Scott" userId="7d0a05fc-27ff-4f30-ba91-fd3532e3a0b7" providerId="ADAL" clId="{04B73F48-AE02-4119-B326-8989FCDD1676}" dt="2026-02-09T01:01:25.235" v="47" actId="26606"/>
          <pc:sldLayoutMkLst>
            <pc:docMk/>
            <pc:sldMasterMk cId="3841064082" sldId="2147483648"/>
            <pc:sldLayoutMk cId="761975285" sldId="2147483653"/>
          </pc:sldLayoutMkLst>
        </pc:sldLayoutChg>
        <pc:sldLayoutChg chg="add del">
          <pc:chgData name="Stephen Scott" userId="7d0a05fc-27ff-4f30-ba91-fd3532e3a0b7" providerId="ADAL" clId="{04B73F48-AE02-4119-B326-8989FCDD1676}" dt="2026-02-09T01:01:25.235" v="47" actId="26606"/>
          <pc:sldLayoutMkLst>
            <pc:docMk/>
            <pc:sldMasterMk cId="3841064082" sldId="2147483648"/>
            <pc:sldLayoutMk cId="2576608432" sldId="2147483654"/>
          </pc:sldLayoutMkLst>
        </pc:sldLayoutChg>
        <pc:sldLayoutChg chg="add del">
          <pc:chgData name="Stephen Scott" userId="7d0a05fc-27ff-4f30-ba91-fd3532e3a0b7" providerId="ADAL" clId="{04B73F48-AE02-4119-B326-8989FCDD1676}" dt="2026-02-09T01:01:25.235" v="47" actId="26606"/>
          <pc:sldLayoutMkLst>
            <pc:docMk/>
            <pc:sldMasterMk cId="3841064082" sldId="2147483648"/>
            <pc:sldLayoutMk cId="1927944437" sldId="2147483655"/>
          </pc:sldLayoutMkLst>
        </pc:sldLayoutChg>
        <pc:sldLayoutChg chg="add del">
          <pc:chgData name="Stephen Scott" userId="7d0a05fc-27ff-4f30-ba91-fd3532e3a0b7" providerId="ADAL" clId="{04B73F48-AE02-4119-B326-8989FCDD1676}" dt="2026-02-09T01:01:25.235" v="47" actId="26606"/>
          <pc:sldLayoutMkLst>
            <pc:docMk/>
            <pc:sldMasterMk cId="3841064082" sldId="2147483648"/>
            <pc:sldLayoutMk cId="789927727" sldId="2147483656"/>
          </pc:sldLayoutMkLst>
        </pc:sldLayoutChg>
        <pc:sldLayoutChg chg="add del">
          <pc:chgData name="Stephen Scott" userId="7d0a05fc-27ff-4f30-ba91-fd3532e3a0b7" providerId="ADAL" clId="{04B73F48-AE02-4119-B326-8989FCDD1676}" dt="2026-02-09T01:01:25.235" v="47" actId="26606"/>
          <pc:sldLayoutMkLst>
            <pc:docMk/>
            <pc:sldMasterMk cId="3841064082" sldId="2147483648"/>
            <pc:sldLayoutMk cId="1421392716" sldId="2147483657"/>
          </pc:sldLayoutMkLst>
        </pc:sldLayoutChg>
        <pc:sldLayoutChg chg="add del">
          <pc:chgData name="Stephen Scott" userId="7d0a05fc-27ff-4f30-ba91-fd3532e3a0b7" providerId="ADAL" clId="{04B73F48-AE02-4119-B326-8989FCDD1676}" dt="2026-02-09T01:01:25.235" v="47" actId="26606"/>
          <pc:sldLayoutMkLst>
            <pc:docMk/>
            <pc:sldMasterMk cId="3841064082" sldId="2147483648"/>
            <pc:sldLayoutMk cId="3825735599" sldId="2147483658"/>
          </pc:sldLayoutMkLst>
        </pc:sldLayoutChg>
        <pc:sldLayoutChg chg="add del">
          <pc:chgData name="Stephen Scott" userId="7d0a05fc-27ff-4f30-ba91-fd3532e3a0b7" providerId="ADAL" clId="{04B73F48-AE02-4119-B326-8989FCDD1676}" dt="2026-02-09T01:01:25.235" v="47" actId="26606"/>
          <pc:sldLayoutMkLst>
            <pc:docMk/>
            <pc:sldMasterMk cId="3841064082" sldId="2147483648"/>
            <pc:sldLayoutMk cId="2531478897" sldId="2147483659"/>
          </pc:sldLayoutMkLst>
        </pc:sldLayoutChg>
      </pc:sldMasterChg>
      <pc:sldMasterChg chg="add addSldLayout">
        <pc:chgData name="Stephen Scott" userId="7d0a05fc-27ff-4f30-ba91-fd3532e3a0b7" providerId="ADAL" clId="{04B73F48-AE02-4119-B326-8989FCDD1676}" dt="2026-02-09T01:01:25.235" v="47" actId="26606"/>
        <pc:sldMasterMkLst>
          <pc:docMk/>
          <pc:sldMasterMk cId="2090222928" sldId="2147483673"/>
        </pc:sldMasterMkLst>
        <pc:sldLayoutChg chg="add">
          <pc:chgData name="Stephen Scott" userId="7d0a05fc-27ff-4f30-ba91-fd3532e3a0b7" providerId="ADAL" clId="{04B73F48-AE02-4119-B326-8989FCDD1676}" dt="2026-02-09T01:01:25.235" v="47" actId="26606"/>
          <pc:sldLayoutMkLst>
            <pc:docMk/>
            <pc:sldMasterMk cId="2090222928" sldId="2147483673"/>
            <pc:sldLayoutMk cId="2625142413" sldId="2147483662"/>
          </pc:sldLayoutMkLst>
        </pc:sldLayoutChg>
        <pc:sldLayoutChg chg="add">
          <pc:chgData name="Stephen Scott" userId="7d0a05fc-27ff-4f30-ba91-fd3532e3a0b7" providerId="ADAL" clId="{04B73F48-AE02-4119-B326-8989FCDD1676}" dt="2026-02-09T01:01:25.235" v="47" actId="26606"/>
          <pc:sldLayoutMkLst>
            <pc:docMk/>
            <pc:sldMasterMk cId="2090222928" sldId="2147483673"/>
            <pc:sldLayoutMk cId="931453606" sldId="2147483663"/>
          </pc:sldLayoutMkLst>
        </pc:sldLayoutChg>
        <pc:sldLayoutChg chg="add">
          <pc:chgData name="Stephen Scott" userId="7d0a05fc-27ff-4f30-ba91-fd3532e3a0b7" providerId="ADAL" clId="{04B73F48-AE02-4119-B326-8989FCDD1676}" dt="2026-02-09T01:01:25.235" v="47" actId="26606"/>
          <pc:sldLayoutMkLst>
            <pc:docMk/>
            <pc:sldMasterMk cId="2090222928" sldId="2147483673"/>
            <pc:sldLayoutMk cId="1805564738" sldId="2147483664"/>
          </pc:sldLayoutMkLst>
        </pc:sldLayoutChg>
        <pc:sldLayoutChg chg="add">
          <pc:chgData name="Stephen Scott" userId="7d0a05fc-27ff-4f30-ba91-fd3532e3a0b7" providerId="ADAL" clId="{04B73F48-AE02-4119-B326-8989FCDD1676}" dt="2026-02-09T01:01:25.235" v="47" actId="26606"/>
          <pc:sldLayoutMkLst>
            <pc:docMk/>
            <pc:sldMasterMk cId="2090222928" sldId="2147483673"/>
            <pc:sldLayoutMk cId="3815662202" sldId="2147483665"/>
          </pc:sldLayoutMkLst>
        </pc:sldLayoutChg>
        <pc:sldLayoutChg chg="add">
          <pc:chgData name="Stephen Scott" userId="7d0a05fc-27ff-4f30-ba91-fd3532e3a0b7" providerId="ADAL" clId="{04B73F48-AE02-4119-B326-8989FCDD1676}" dt="2026-02-09T01:01:25.235" v="47" actId="26606"/>
          <pc:sldLayoutMkLst>
            <pc:docMk/>
            <pc:sldMasterMk cId="2090222928" sldId="2147483673"/>
            <pc:sldLayoutMk cId="3485232228" sldId="2147483666"/>
          </pc:sldLayoutMkLst>
        </pc:sldLayoutChg>
        <pc:sldLayoutChg chg="add">
          <pc:chgData name="Stephen Scott" userId="7d0a05fc-27ff-4f30-ba91-fd3532e3a0b7" providerId="ADAL" clId="{04B73F48-AE02-4119-B326-8989FCDD1676}" dt="2026-02-09T01:01:25.235" v="47" actId="26606"/>
          <pc:sldLayoutMkLst>
            <pc:docMk/>
            <pc:sldMasterMk cId="2090222928" sldId="2147483673"/>
            <pc:sldLayoutMk cId="1836563574" sldId="2147483667"/>
          </pc:sldLayoutMkLst>
        </pc:sldLayoutChg>
        <pc:sldLayoutChg chg="add">
          <pc:chgData name="Stephen Scott" userId="7d0a05fc-27ff-4f30-ba91-fd3532e3a0b7" providerId="ADAL" clId="{04B73F48-AE02-4119-B326-8989FCDD1676}" dt="2026-02-09T01:01:25.235" v="47" actId="26606"/>
          <pc:sldLayoutMkLst>
            <pc:docMk/>
            <pc:sldMasterMk cId="2090222928" sldId="2147483673"/>
            <pc:sldLayoutMk cId="1886261525" sldId="2147483668"/>
          </pc:sldLayoutMkLst>
        </pc:sldLayoutChg>
        <pc:sldLayoutChg chg="add">
          <pc:chgData name="Stephen Scott" userId="7d0a05fc-27ff-4f30-ba91-fd3532e3a0b7" providerId="ADAL" clId="{04B73F48-AE02-4119-B326-8989FCDD1676}" dt="2026-02-09T01:01:25.235" v="47" actId="26606"/>
          <pc:sldLayoutMkLst>
            <pc:docMk/>
            <pc:sldMasterMk cId="2090222928" sldId="2147483673"/>
            <pc:sldLayoutMk cId="3199286847" sldId="2147483669"/>
          </pc:sldLayoutMkLst>
        </pc:sldLayoutChg>
        <pc:sldLayoutChg chg="add">
          <pc:chgData name="Stephen Scott" userId="7d0a05fc-27ff-4f30-ba91-fd3532e3a0b7" providerId="ADAL" clId="{04B73F48-AE02-4119-B326-8989FCDD1676}" dt="2026-02-09T01:01:25.235" v="47" actId="26606"/>
          <pc:sldLayoutMkLst>
            <pc:docMk/>
            <pc:sldMasterMk cId="2090222928" sldId="2147483673"/>
            <pc:sldLayoutMk cId="2247020235" sldId="2147483670"/>
          </pc:sldLayoutMkLst>
        </pc:sldLayoutChg>
        <pc:sldLayoutChg chg="add">
          <pc:chgData name="Stephen Scott" userId="7d0a05fc-27ff-4f30-ba91-fd3532e3a0b7" providerId="ADAL" clId="{04B73F48-AE02-4119-B326-8989FCDD1676}" dt="2026-02-09T01:01:25.235" v="47" actId="26606"/>
          <pc:sldLayoutMkLst>
            <pc:docMk/>
            <pc:sldMasterMk cId="2090222928" sldId="2147483673"/>
            <pc:sldLayoutMk cId="1491322795" sldId="2147483671"/>
          </pc:sldLayoutMkLst>
        </pc:sldLayoutChg>
        <pc:sldLayoutChg chg="add">
          <pc:chgData name="Stephen Scott" userId="7d0a05fc-27ff-4f30-ba91-fd3532e3a0b7" providerId="ADAL" clId="{04B73F48-AE02-4119-B326-8989FCDD1676}" dt="2026-02-09T01:01:25.235" v="47" actId="26606"/>
          <pc:sldLayoutMkLst>
            <pc:docMk/>
            <pc:sldMasterMk cId="2090222928" sldId="2147483673"/>
            <pc:sldLayoutMk cId="334374415" sldId="2147483672"/>
          </pc:sldLayoutMkLst>
        </pc:sldLayoutChg>
      </pc:sldMasterChg>
      <pc:sldMasterChg chg="add del addSldLayout delSldLayout">
        <pc:chgData name="Stephen Scott" userId="7d0a05fc-27ff-4f30-ba91-fd3532e3a0b7" providerId="ADAL" clId="{04B73F48-AE02-4119-B326-8989FCDD1676}" dt="2026-02-09T01:01:25.215" v="46" actId="26606"/>
        <pc:sldMasterMkLst>
          <pc:docMk/>
          <pc:sldMasterMk cId="672883578" sldId="2147483686"/>
        </pc:sldMasterMkLst>
        <pc:sldLayoutChg chg="add del">
          <pc:chgData name="Stephen Scott" userId="7d0a05fc-27ff-4f30-ba91-fd3532e3a0b7" providerId="ADAL" clId="{04B73F48-AE02-4119-B326-8989FCDD1676}" dt="2026-02-09T01:01:25.215" v="46" actId="26606"/>
          <pc:sldLayoutMkLst>
            <pc:docMk/>
            <pc:sldMasterMk cId="672883578" sldId="2147483686"/>
            <pc:sldLayoutMk cId="3485093548" sldId="2147483675"/>
          </pc:sldLayoutMkLst>
        </pc:sldLayoutChg>
        <pc:sldLayoutChg chg="add del">
          <pc:chgData name="Stephen Scott" userId="7d0a05fc-27ff-4f30-ba91-fd3532e3a0b7" providerId="ADAL" clId="{04B73F48-AE02-4119-B326-8989FCDD1676}" dt="2026-02-09T01:01:25.215" v="46" actId="26606"/>
          <pc:sldLayoutMkLst>
            <pc:docMk/>
            <pc:sldMasterMk cId="672883578" sldId="2147483686"/>
            <pc:sldLayoutMk cId="3556527310" sldId="2147483676"/>
          </pc:sldLayoutMkLst>
        </pc:sldLayoutChg>
        <pc:sldLayoutChg chg="add del">
          <pc:chgData name="Stephen Scott" userId="7d0a05fc-27ff-4f30-ba91-fd3532e3a0b7" providerId="ADAL" clId="{04B73F48-AE02-4119-B326-8989FCDD1676}" dt="2026-02-09T01:01:25.215" v="46" actId="26606"/>
          <pc:sldLayoutMkLst>
            <pc:docMk/>
            <pc:sldMasterMk cId="672883578" sldId="2147483686"/>
            <pc:sldLayoutMk cId="1119529936" sldId="2147483677"/>
          </pc:sldLayoutMkLst>
        </pc:sldLayoutChg>
        <pc:sldLayoutChg chg="add del">
          <pc:chgData name="Stephen Scott" userId="7d0a05fc-27ff-4f30-ba91-fd3532e3a0b7" providerId="ADAL" clId="{04B73F48-AE02-4119-B326-8989FCDD1676}" dt="2026-02-09T01:01:25.215" v="46" actId="26606"/>
          <pc:sldLayoutMkLst>
            <pc:docMk/>
            <pc:sldMasterMk cId="672883578" sldId="2147483686"/>
            <pc:sldLayoutMk cId="1836479692" sldId="2147483678"/>
          </pc:sldLayoutMkLst>
        </pc:sldLayoutChg>
        <pc:sldLayoutChg chg="add del">
          <pc:chgData name="Stephen Scott" userId="7d0a05fc-27ff-4f30-ba91-fd3532e3a0b7" providerId="ADAL" clId="{04B73F48-AE02-4119-B326-8989FCDD1676}" dt="2026-02-09T01:01:25.215" v="46" actId="26606"/>
          <pc:sldLayoutMkLst>
            <pc:docMk/>
            <pc:sldMasterMk cId="672883578" sldId="2147483686"/>
            <pc:sldLayoutMk cId="1165332077" sldId="2147483679"/>
          </pc:sldLayoutMkLst>
        </pc:sldLayoutChg>
        <pc:sldLayoutChg chg="add del">
          <pc:chgData name="Stephen Scott" userId="7d0a05fc-27ff-4f30-ba91-fd3532e3a0b7" providerId="ADAL" clId="{04B73F48-AE02-4119-B326-8989FCDD1676}" dt="2026-02-09T01:01:25.215" v="46" actId="26606"/>
          <pc:sldLayoutMkLst>
            <pc:docMk/>
            <pc:sldMasterMk cId="672883578" sldId="2147483686"/>
            <pc:sldLayoutMk cId="567006005" sldId="2147483680"/>
          </pc:sldLayoutMkLst>
        </pc:sldLayoutChg>
        <pc:sldLayoutChg chg="add del">
          <pc:chgData name="Stephen Scott" userId="7d0a05fc-27ff-4f30-ba91-fd3532e3a0b7" providerId="ADAL" clId="{04B73F48-AE02-4119-B326-8989FCDD1676}" dt="2026-02-09T01:01:25.215" v="46" actId="26606"/>
          <pc:sldLayoutMkLst>
            <pc:docMk/>
            <pc:sldMasterMk cId="672883578" sldId="2147483686"/>
            <pc:sldLayoutMk cId="957428840" sldId="2147483681"/>
          </pc:sldLayoutMkLst>
        </pc:sldLayoutChg>
        <pc:sldLayoutChg chg="add del">
          <pc:chgData name="Stephen Scott" userId="7d0a05fc-27ff-4f30-ba91-fd3532e3a0b7" providerId="ADAL" clId="{04B73F48-AE02-4119-B326-8989FCDD1676}" dt="2026-02-09T01:01:25.215" v="46" actId="26606"/>
          <pc:sldLayoutMkLst>
            <pc:docMk/>
            <pc:sldMasterMk cId="672883578" sldId="2147483686"/>
            <pc:sldLayoutMk cId="485731763" sldId="2147483682"/>
          </pc:sldLayoutMkLst>
        </pc:sldLayoutChg>
        <pc:sldLayoutChg chg="add del">
          <pc:chgData name="Stephen Scott" userId="7d0a05fc-27ff-4f30-ba91-fd3532e3a0b7" providerId="ADAL" clId="{04B73F48-AE02-4119-B326-8989FCDD1676}" dt="2026-02-09T01:01:25.215" v="46" actId="26606"/>
          <pc:sldLayoutMkLst>
            <pc:docMk/>
            <pc:sldMasterMk cId="672883578" sldId="2147483686"/>
            <pc:sldLayoutMk cId="4015378494" sldId="2147483683"/>
          </pc:sldLayoutMkLst>
        </pc:sldLayoutChg>
        <pc:sldLayoutChg chg="add del">
          <pc:chgData name="Stephen Scott" userId="7d0a05fc-27ff-4f30-ba91-fd3532e3a0b7" providerId="ADAL" clId="{04B73F48-AE02-4119-B326-8989FCDD1676}" dt="2026-02-09T01:01:25.215" v="46" actId="26606"/>
          <pc:sldLayoutMkLst>
            <pc:docMk/>
            <pc:sldMasterMk cId="672883578" sldId="2147483686"/>
            <pc:sldLayoutMk cId="1418760596" sldId="2147483684"/>
          </pc:sldLayoutMkLst>
        </pc:sldLayoutChg>
        <pc:sldLayoutChg chg="add del">
          <pc:chgData name="Stephen Scott" userId="7d0a05fc-27ff-4f30-ba91-fd3532e3a0b7" providerId="ADAL" clId="{04B73F48-AE02-4119-B326-8989FCDD1676}" dt="2026-02-09T01:01:25.215" v="46" actId="26606"/>
          <pc:sldLayoutMkLst>
            <pc:docMk/>
            <pc:sldMasterMk cId="672883578" sldId="2147483686"/>
            <pc:sldLayoutMk cId="494836275" sldId="2147483685"/>
          </pc:sldLayoutMkLst>
        </pc:sldLayoutChg>
      </pc:sldMaster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6.png"/><Relationship Id="rId7" Type="http://schemas.openxmlformats.org/officeDocument/2006/relationships/image" Target="../media/image24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10" Type="http://schemas.openxmlformats.org/officeDocument/2006/relationships/image" Target="../media/image27.svg"/><Relationship Id="rId4" Type="http://schemas.openxmlformats.org/officeDocument/2006/relationships/image" Target="../media/image7.svg"/><Relationship Id="rId9" Type="http://schemas.openxmlformats.org/officeDocument/2006/relationships/image" Target="../media/image26.pn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12" Type="http://schemas.openxmlformats.org/officeDocument/2006/relationships/image" Target="../media/image39.sv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6" Type="http://schemas.openxmlformats.org/officeDocument/2006/relationships/image" Target="../media/image33.svg"/><Relationship Id="rId11" Type="http://schemas.openxmlformats.org/officeDocument/2006/relationships/image" Target="../media/image38.png"/><Relationship Id="rId5" Type="http://schemas.openxmlformats.org/officeDocument/2006/relationships/image" Target="../media/image32.png"/><Relationship Id="rId10" Type="http://schemas.openxmlformats.org/officeDocument/2006/relationships/image" Target="../media/image37.svg"/><Relationship Id="rId4" Type="http://schemas.openxmlformats.org/officeDocument/2006/relationships/image" Target="../media/image31.svg"/><Relationship Id="rId9" Type="http://schemas.openxmlformats.org/officeDocument/2006/relationships/image" Target="../media/image36.pn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svg"/><Relationship Id="rId3" Type="http://schemas.openxmlformats.org/officeDocument/2006/relationships/image" Target="../media/image12.png"/><Relationship Id="rId7" Type="http://schemas.openxmlformats.org/officeDocument/2006/relationships/image" Target="../media/image42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41.svg"/><Relationship Id="rId5" Type="http://schemas.openxmlformats.org/officeDocument/2006/relationships/image" Target="../media/image40.png"/><Relationship Id="rId4" Type="http://schemas.openxmlformats.org/officeDocument/2006/relationships/image" Target="../media/image13.svg"/></Relationships>
</file>

<file path=ppt/diagrams/_rels/data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46.png"/><Relationship Id="rId7" Type="http://schemas.openxmlformats.org/officeDocument/2006/relationships/image" Target="../media/image16.png"/><Relationship Id="rId2" Type="http://schemas.openxmlformats.org/officeDocument/2006/relationships/image" Target="../media/image45.svg"/><Relationship Id="rId1" Type="http://schemas.openxmlformats.org/officeDocument/2006/relationships/image" Target="../media/image44.png"/><Relationship Id="rId6" Type="http://schemas.openxmlformats.org/officeDocument/2006/relationships/image" Target="../media/image49.svg"/><Relationship Id="rId5" Type="http://schemas.openxmlformats.org/officeDocument/2006/relationships/image" Target="../media/image48.png"/><Relationship Id="rId4" Type="http://schemas.openxmlformats.org/officeDocument/2006/relationships/image" Target="../media/image47.svg"/></Relationships>
</file>

<file path=ppt/diagrams/_rels/data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svg"/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2" Type="http://schemas.openxmlformats.org/officeDocument/2006/relationships/image" Target="../media/image51.svg"/><Relationship Id="rId1" Type="http://schemas.openxmlformats.org/officeDocument/2006/relationships/image" Target="../media/image50.png"/><Relationship Id="rId6" Type="http://schemas.openxmlformats.org/officeDocument/2006/relationships/image" Target="../media/image55.svg"/><Relationship Id="rId5" Type="http://schemas.openxmlformats.org/officeDocument/2006/relationships/image" Target="../media/image54.png"/><Relationship Id="rId4" Type="http://schemas.openxmlformats.org/officeDocument/2006/relationships/image" Target="../media/image53.svg"/></Relationships>
</file>

<file path=ppt/diagrams/_rels/data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svg"/><Relationship Id="rId3" Type="http://schemas.openxmlformats.org/officeDocument/2006/relationships/image" Target="../media/image58.png"/><Relationship Id="rId7" Type="http://schemas.openxmlformats.org/officeDocument/2006/relationships/image" Target="../media/image62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61.svg"/><Relationship Id="rId5" Type="http://schemas.openxmlformats.org/officeDocument/2006/relationships/image" Target="../media/image60.png"/><Relationship Id="rId10" Type="http://schemas.openxmlformats.org/officeDocument/2006/relationships/image" Target="../media/image65.svg"/><Relationship Id="rId4" Type="http://schemas.openxmlformats.org/officeDocument/2006/relationships/image" Target="../media/image59.svg"/><Relationship Id="rId9" Type="http://schemas.openxmlformats.org/officeDocument/2006/relationships/image" Target="../media/image64.png"/></Relationships>
</file>

<file path=ppt/diagrams/_rels/data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svg"/><Relationship Id="rId3" Type="http://schemas.openxmlformats.org/officeDocument/2006/relationships/image" Target="../media/image68.png"/><Relationship Id="rId7" Type="http://schemas.openxmlformats.org/officeDocument/2006/relationships/image" Target="../media/image70.png"/><Relationship Id="rId12" Type="http://schemas.openxmlformats.org/officeDocument/2006/relationships/image" Target="../media/image75.svg"/><Relationship Id="rId2" Type="http://schemas.openxmlformats.org/officeDocument/2006/relationships/image" Target="../media/image67.svg"/><Relationship Id="rId1" Type="http://schemas.openxmlformats.org/officeDocument/2006/relationships/image" Target="../media/image66.png"/><Relationship Id="rId6" Type="http://schemas.openxmlformats.org/officeDocument/2006/relationships/image" Target="../media/image41.svg"/><Relationship Id="rId11" Type="http://schemas.openxmlformats.org/officeDocument/2006/relationships/image" Target="../media/image74.png"/><Relationship Id="rId5" Type="http://schemas.openxmlformats.org/officeDocument/2006/relationships/image" Target="../media/image40.png"/><Relationship Id="rId10" Type="http://schemas.openxmlformats.org/officeDocument/2006/relationships/image" Target="../media/image73.svg"/><Relationship Id="rId4" Type="http://schemas.openxmlformats.org/officeDocument/2006/relationships/image" Target="../media/image69.svg"/><Relationship Id="rId9" Type="http://schemas.openxmlformats.org/officeDocument/2006/relationships/image" Target="../media/image72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6.png"/><Relationship Id="rId7" Type="http://schemas.openxmlformats.org/officeDocument/2006/relationships/image" Target="../media/image24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10" Type="http://schemas.openxmlformats.org/officeDocument/2006/relationships/image" Target="../media/image27.svg"/><Relationship Id="rId4" Type="http://schemas.openxmlformats.org/officeDocument/2006/relationships/image" Target="../media/image7.svg"/><Relationship Id="rId9" Type="http://schemas.openxmlformats.org/officeDocument/2006/relationships/image" Target="../media/image26.pn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12" Type="http://schemas.openxmlformats.org/officeDocument/2006/relationships/image" Target="../media/image39.sv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6" Type="http://schemas.openxmlformats.org/officeDocument/2006/relationships/image" Target="../media/image33.svg"/><Relationship Id="rId11" Type="http://schemas.openxmlformats.org/officeDocument/2006/relationships/image" Target="../media/image38.png"/><Relationship Id="rId5" Type="http://schemas.openxmlformats.org/officeDocument/2006/relationships/image" Target="../media/image32.png"/><Relationship Id="rId10" Type="http://schemas.openxmlformats.org/officeDocument/2006/relationships/image" Target="../media/image37.svg"/><Relationship Id="rId4" Type="http://schemas.openxmlformats.org/officeDocument/2006/relationships/image" Target="../media/image31.svg"/><Relationship Id="rId9" Type="http://schemas.openxmlformats.org/officeDocument/2006/relationships/image" Target="../media/image36.pn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svg"/><Relationship Id="rId3" Type="http://schemas.openxmlformats.org/officeDocument/2006/relationships/image" Target="../media/image12.png"/><Relationship Id="rId7" Type="http://schemas.openxmlformats.org/officeDocument/2006/relationships/image" Target="../media/image42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41.svg"/><Relationship Id="rId5" Type="http://schemas.openxmlformats.org/officeDocument/2006/relationships/image" Target="../media/image40.png"/><Relationship Id="rId4" Type="http://schemas.openxmlformats.org/officeDocument/2006/relationships/image" Target="../media/image13.svg"/></Relationships>
</file>

<file path=ppt/diagrams/_rels/drawing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46.png"/><Relationship Id="rId7" Type="http://schemas.openxmlformats.org/officeDocument/2006/relationships/image" Target="../media/image16.png"/><Relationship Id="rId2" Type="http://schemas.openxmlformats.org/officeDocument/2006/relationships/image" Target="../media/image45.svg"/><Relationship Id="rId1" Type="http://schemas.openxmlformats.org/officeDocument/2006/relationships/image" Target="../media/image44.png"/><Relationship Id="rId6" Type="http://schemas.openxmlformats.org/officeDocument/2006/relationships/image" Target="../media/image49.svg"/><Relationship Id="rId5" Type="http://schemas.openxmlformats.org/officeDocument/2006/relationships/image" Target="../media/image48.png"/><Relationship Id="rId4" Type="http://schemas.openxmlformats.org/officeDocument/2006/relationships/image" Target="../media/image47.svg"/></Relationships>
</file>

<file path=ppt/diagrams/_rels/drawing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svg"/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2" Type="http://schemas.openxmlformats.org/officeDocument/2006/relationships/image" Target="../media/image51.svg"/><Relationship Id="rId1" Type="http://schemas.openxmlformats.org/officeDocument/2006/relationships/image" Target="../media/image50.png"/><Relationship Id="rId6" Type="http://schemas.openxmlformats.org/officeDocument/2006/relationships/image" Target="../media/image55.svg"/><Relationship Id="rId5" Type="http://schemas.openxmlformats.org/officeDocument/2006/relationships/image" Target="../media/image54.png"/><Relationship Id="rId4" Type="http://schemas.openxmlformats.org/officeDocument/2006/relationships/image" Target="../media/image53.svg"/></Relationships>
</file>

<file path=ppt/diagrams/_rels/drawing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svg"/><Relationship Id="rId3" Type="http://schemas.openxmlformats.org/officeDocument/2006/relationships/image" Target="../media/image58.png"/><Relationship Id="rId7" Type="http://schemas.openxmlformats.org/officeDocument/2006/relationships/image" Target="../media/image62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61.svg"/><Relationship Id="rId5" Type="http://schemas.openxmlformats.org/officeDocument/2006/relationships/image" Target="../media/image60.png"/><Relationship Id="rId10" Type="http://schemas.openxmlformats.org/officeDocument/2006/relationships/image" Target="../media/image65.svg"/><Relationship Id="rId4" Type="http://schemas.openxmlformats.org/officeDocument/2006/relationships/image" Target="../media/image59.svg"/><Relationship Id="rId9" Type="http://schemas.openxmlformats.org/officeDocument/2006/relationships/image" Target="../media/image64.png"/></Relationships>
</file>

<file path=ppt/diagrams/_rels/drawing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svg"/><Relationship Id="rId3" Type="http://schemas.openxmlformats.org/officeDocument/2006/relationships/image" Target="../media/image68.png"/><Relationship Id="rId7" Type="http://schemas.openxmlformats.org/officeDocument/2006/relationships/image" Target="../media/image70.png"/><Relationship Id="rId12" Type="http://schemas.openxmlformats.org/officeDocument/2006/relationships/image" Target="../media/image75.svg"/><Relationship Id="rId2" Type="http://schemas.openxmlformats.org/officeDocument/2006/relationships/image" Target="../media/image67.svg"/><Relationship Id="rId1" Type="http://schemas.openxmlformats.org/officeDocument/2006/relationships/image" Target="../media/image66.png"/><Relationship Id="rId6" Type="http://schemas.openxmlformats.org/officeDocument/2006/relationships/image" Target="../media/image41.svg"/><Relationship Id="rId11" Type="http://schemas.openxmlformats.org/officeDocument/2006/relationships/image" Target="../media/image74.png"/><Relationship Id="rId5" Type="http://schemas.openxmlformats.org/officeDocument/2006/relationships/image" Target="../media/image40.png"/><Relationship Id="rId10" Type="http://schemas.openxmlformats.org/officeDocument/2006/relationships/image" Target="../media/image73.svg"/><Relationship Id="rId4" Type="http://schemas.openxmlformats.org/officeDocument/2006/relationships/image" Target="../media/image69.svg"/><Relationship Id="rId9" Type="http://schemas.openxmlformats.org/officeDocument/2006/relationships/image" Target="../media/image72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531D8C9-1ACC-4E1F-B34A-82C8DA601051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09AA3F2-6284-429D-9C48-76EB8FAA01FF}">
      <dgm:prSet/>
      <dgm:spPr/>
      <dgm:t>
        <a:bodyPr/>
        <a:lstStyle/>
        <a:p>
          <a:r>
            <a:rPr lang="en-AU"/>
            <a:t>I can define software and describe its purpose. </a:t>
          </a:r>
          <a:endParaRPr lang="en-US"/>
        </a:p>
      </dgm:t>
    </dgm:pt>
    <dgm:pt modelId="{25D958C9-1219-4330-BD2F-36000DAE9A6E}" type="parTrans" cxnId="{CCA5E8F7-3D17-47C1-8A77-4E9A48250B94}">
      <dgm:prSet/>
      <dgm:spPr/>
      <dgm:t>
        <a:bodyPr/>
        <a:lstStyle/>
        <a:p>
          <a:endParaRPr lang="en-US"/>
        </a:p>
      </dgm:t>
    </dgm:pt>
    <dgm:pt modelId="{8934E958-986C-43D5-927F-8BC2962035DB}" type="sibTrans" cxnId="{CCA5E8F7-3D17-47C1-8A77-4E9A48250B94}">
      <dgm:prSet/>
      <dgm:spPr/>
      <dgm:t>
        <a:bodyPr/>
        <a:lstStyle/>
        <a:p>
          <a:endParaRPr lang="en-US"/>
        </a:p>
      </dgm:t>
    </dgm:pt>
    <dgm:pt modelId="{2B255A5F-F3E6-4421-B8C0-7317BA0C0339}">
      <dgm:prSet/>
      <dgm:spPr/>
      <dgm:t>
        <a:bodyPr/>
        <a:lstStyle/>
        <a:p>
          <a:r>
            <a:rPr lang="en-AU"/>
            <a:t>I can outline a broad range of software applications.</a:t>
          </a:r>
          <a:endParaRPr lang="en-US"/>
        </a:p>
      </dgm:t>
    </dgm:pt>
    <dgm:pt modelId="{08088D93-A539-4667-9584-970D3A13B436}" type="parTrans" cxnId="{8CE6D34D-7F97-43C6-A411-89B84EDFF0B1}">
      <dgm:prSet/>
      <dgm:spPr/>
      <dgm:t>
        <a:bodyPr/>
        <a:lstStyle/>
        <a:p>
          <a:endParaRPr lang="en-US"/>
        </a:p>
      </dgm:t>
    </dgm:pt>
    <dgm:pt modelId="{5EBA23A8-3A43-4874-9068-0424243EE38F}" type="sibTrans" cxnId="{8CE6D34D-7F97-43C6-A411-89B84EDFF0B1}">
      <dgm:prSet/>
      <dgm:spPr/>
      <dgm:t>
        <a:bodyPr/>
        <a:lstStyle/>
        <a:p>
          <a:endParaRPr lang="en-US"/>
        </a:p>
      </dgm:t>
    </dgm:pt>
    <dgm:pt modelId="{7735CE9A-E0BD-47EE-B0A5-74193F780548}">
      <dgm:prSet/>
      <dgm:spPr/>
      <dgm:t>
        <a:bodyPr/>
        <a:lstStyle/>
        <a:p>
          <a:r>
            <a:rPr lang="en-AU"/>
            <a:t>I can differentiate between application and operating system software.</a:t>
          </a:r>
          <a:endParaRPr lang="en-US"/>
        </a:p>
      </dgm:t>
    </dgm:pt>
    <dgm:pt modelId="{BF6B0794-F07F-4C67-9C45-05C265903F01}" type="parTrans" cxnId="{3C546255-57BE-4729-A64C-5D804C4D2A58}">
      <dgm:prSet/>
      <dgm:spPr/>
      <dgm:t>
        <a:bodyPr/>
        <a:lstStyle/>
        <a:p>
          <a:endParaRPr lang="en-US"/>
        </a:p>
      </dgm:t>
    </dgm:pt>
    <dgm:pt modelId="{B92B28DE-9EA0-48D1-8573-04CB59CD84BB}" type="sibTrans" cxnId="{3C546255-57BE-4729-A64C-5D804C4D2A58}">
      <dgm:prSet/>
      <dgm:spPr/>
      <dgm:t>
        <a:bodyPr/>
        <a:lstStyle/>
        <a:p>
          <a:endParaRPr lang="en-US"/>
        </a:p>
      </dgm:t>
    </dgm:pt>
    <dgm:pt modelId="{8D56639B-C7CA-4325-9758-E0F5CF166830}">
      <dgm:prSet/>
      <dgm:spPr/>
      <dgm:t>
        <a:bodyPr/>
        <a:lstStyle/>
        <a:p>
          <a:r>
            <a:rPr lang="en-AU"/>
            <a:t>I can explain the link between hardware and software performance.</a:t>
          </a:r>
          <a:endParaRPr lang="en-US"/>
        </a:p>
      </dgm:t>
    </dgm:pt>
    <dgm:pt modelId="{FB660DD1-4E2B-4FA0-8C96-B913C4348165}" type="parTrans" cxnId="{6C663FE5-6BE9-402A-BBC0-E2AC802AA275}">
      <dgm:prSet/>
      <dgm:spPr/>
      <dgm:t>
        <a:bodyPr/>
        <a:lstStyle/>
        <a:p>
          <a:endParaRPr lang="en-US"/>
        </a:p>
      </dgm:t>
    </dgm:pt>
    <dgm:pt modelId="{F8054363-C860-4C3E-9E0D-5F7599DA652E}" type="sibTrans" cxnId="{6C663FE5-6BE9-402A-BBC0-E2AC802AA275}">
      <dgm:prSet/>
      <dgm:spPr/>
      <dgm:t>
        <a:bodyPr/>
        <a:lstStyle/>
        <a:p>
          <a:endParaRPr lang="en-US"/>
        </a:p>
      </dgm:t>
    </dgm:pt>
    <dgm:pt modelId="{A34235D6-DCE9-42F2-A54B-513A1A36EB16}" type="pres">
      <dgm:prSet presAssocID="{3531D8C9-1ACC-4E1F-B34A-82C8DA601051}" presName="root" presStyleCnt="0">
        <dgm:presLayoutVars>
          <dgm:dir/>
          <dgm:resizeHandles val="exact"/>
        </dgm:presLayoutVars>
      </dgm:prSet>
      <dgm:spPr/>
    </dgm:pt>
    <dgm:pt modelId="{87DACFEE-E829-40D2-9391-917DD5CAC702}" type="pres">
      <dgm:prSet presAssocID="{E09AA3F2-6284-429D-9C48-76EB8FAA01FF}" presName="compNode" presStyleCnt="0"/>
      <dgm:spPr/>
    </dgm:pt>
    <dgm:pt modelId="{99325A73-3DFC-4094-B62C-4B6A02F00419}" type="pres">
      <dgm:prSet presAssocID="{E09AA3F2-6284-429D-9C48-76EB8FAA01FF}" presName="bgRect" presStyleLbl="bgShp" presStyleIdx="0" presStyleCnt="4"/>
      <dgm:spPr/>
    </dgm:pt>
    <dgm:pt modelId="{69278018-2CA6-418F-A247-7CE50EAD02A0}" type="pres">
      <dgm:prSet presAssocID="{E09AA3F2-6284-429D-9C48-76EB8FAA01FF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8B359632-E15A-4600-A6CF-F6D7DB1F574B}" type="pres">
      <dgm:prSet presAssocID="{E09AA3F2-6284-429D-9C48-76EB8FAA01FF}" presName="spaceRect" presStyleCnt="0"/>
      <dgm:spPr/>
    </dgm:pt>
    <dgm:pt modelId="{0CF26342-B2DF-4DD5-B105-59829C9F5FA0}" type="pres">
      <dgm:prSet presAssocID="{E09AA3F2-6284-429D-9C48-76EB8FAA01FF}" presName="parTx" presStyleLbl="revTx" presStyleIdx="0" presStyleCnt="4">
        <dgm:presLayoutVars>
          <dgm:chMax val="0"/>
          <dgm:chPref val="0"/>
        </dgm:presLayoutVars>
      </dgm:prSet>
      <dgm:spPr/>
    </dgm:pt>
    <dgm:pt modelId="{DD57F884-97E1-4A80-BB6A-167772901F4D}" type="pres">
      <dgm:prSet presAssocID="{8934E958-986C-43D5-927F-8BC2962035DB}" presName="sibTrans" presStyleCnt="0"/>
      <dgm:spPr/>
    </dgm:pt>
    <dgm:pt modelId="{8045FA3B-58B2-4209-994A-8AAE148CBB0B}" type="pres">
      <dgm:prSet presAssocID="{2B255A5F-F3E6-4421-B8C0-7317BA0C0339}" presName="compNode" presStyleCnt="0"/>
      <dgm:spPr/>
    </dgm:pt>
    <dgm:pt modelId="{1FEBB234-10B4-4291-A295-5E6417A40D29}" type="pres">
      <dgm:prSet presAssocID="{2B255A5F-F3E6-4421-B8C0-7317BA0C0339}" presName="bgRect" presStyleLbl="bgShp" presStyleIdx="1" presStyleCnt="4"/>
      <dgm:spPr/>
    </dgm:pt>
    <dgm:pt modelId="{03CF07AD-1B21-4105-AC97-F38ECB2867C3}" type="pres">
      <dgm:prSet presAssocID="{2B255A5F-F3E6-4421-B8C0-7317BA0C0339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A4188991-38FB-4E65-855C-AB941F0C56E2}" type="pres">
      <dgm:prSet presAssocID="{2B255A5F-F3E6-4421-B8C0-7317BA0C0339}" presName="spaceRect" presStyleCnt="0"/>
      <dgm:spPr/>
    </dgm:pt>
    <dgm:pt modelId="{837BC6F3-031E-4402-BE6A-4B21252ED0FE}" type="pres">
      <dgm:prSet presAssocID="{2B255A5F-F3E6-4421-B8C0-7317BA0C0339}" presName="parTx" presStyleLbl="revTx" presStyleIdx="1" presStyleCnt="4">
        <dgm:presLayoutVars>
          <dgm:chMax val="0"/>
          <dgm:chPref val="0"/>
        </dgm:presLayoutVars>
      </dgm:prSet>
      <dgm:spPr/>
    </dgm:pt>
    <dgm:pt modelId="{F80F04A9-E172-484C-8023-A39D1381F115}" type="pres">
      <dgm:prSet presAssocID="{5EBA23A8-3A43-4874-9068-0424243EE38F}" presName="sibTrans" presStyleCnt="0"/>
      <dgm:spPr/>
    </dgm:pt>
    <dgm:pt modelId="{44668115-1CA7-4C4A-B62A-9905794E3D3B}" type="pres">
      <dgm:prSet presAssocID="{7735CE9A-E0BD-47EE-B0A5-74193F780548}" presName="compNode" presStyleCnt="0"/>
      <dgm:spPr/>
    </dgm:pt>
    <dgm:pt modelId="{2AC6858F-F1AF-4FBF-99DF-5D6C594A9051}" type="pres">
      <dgm:prSet presAssocID="{7735CE9A-E0BD-47EE-B0A5-74193F780548}" presName="bgRect" presStyleLbl="bgShp" presStyleIdx="2" presStyleCnt="4"/>
      <dgm:spPr/>
    </dgm:pt>
    <dgm:pt modelId="{838FA81A-A074-4EBF-A0B4-C56734BC322D}" type="pres">
      <dgm:prSet presAssocID="{7735CE9A-E0BD-47EE-B0A5-74193F780548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6DC9821F-4BB4-4BD9-A7FD-6E01D05E2409}" type="pres">
      <dgm:prSet presAssocID="{7735CE9A-E0BD-47EE-B0A5-74193F780548}" presName="spaceRect" presStyleCnt="0"/>
      <dgm:spPr/>
    </dgm:pt>
    <dgm:pt modelId="{02B0F81E-9FE2-47CC-AA71-1290C500C519}" type="pres">
      <dgm:prSet presAssocID="{7735CE9A-E0BD-47EE-B0A5-74193F780548}" presName="parTx" presStyleLbl="revTx" presStyleIdx="2" presStyleCnt="4">
        <dgm:presLayoutVars>
          <dgm:chMax val="0"/>
          <dgm:chPref val="0"/>
        </dgm:presLayoutVars>
      </dgm:prSet>
      <dgm:spPr/>
    </dgm:pt>
    <dgm:pt modelId="{286E1DBD-D561-4D14-B013-3A7C6404EAD2}" type="pres">
      <dgm:prSet presAssocID="{B92B28DE-9EA0-48D1-8573-04CB59CD84BB}" presName="sibTrans" presStyleCnt="0"/>
      <dgm:spPr/>
    </dgm:pt>
    <dgm:pt modelId="{7E02B686-D16A-49C8-826F-87F51CA19F90}" type="pres">
      <dgm:prSet presAssocID="{8D56639B-C7CA-4325-9758-E0F5CF166830}" presName="compNode" presStyleCnt="0"/>
      <dgm:spPr/>
    </dgm:pt>
    <dgm:pt modelId="{8E23CD30-9C93-40C8-9647-F0123DB3008A}" type="pres">
      <dgm:prSet presAssocID="{8D56639B-C7CA-4325-9758-E0F5CF166830}" presName="bgRect" presStyleLbl="bgShp" presStyleIdx="3" presStyleCnt="4"/>
      <dgm:spPr/>
    </dgm:pt>
    <dgm:pt modelId="{3F7FFAD7-1A83-4AEA-B467-8388596DDEF4}" type="pres">
      <dgm:prSet presAssocID="{8D56639B-C7CA-4325-9758-E0F5CF166830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nk"/>
        </a:ext>
      </dgm:extLst>
    </dgm:pt>
    <dgm:pt modelId="{CFF4678E-4E57-4876-963B-38FF708D9ACD}" type="pres">
      <dgm:prSet presAssocID="{8D56639B-C7CA-4325-9758-E0F5CF166830}" presName="spaceRect" presStyleCnt="0"/>
      <dgm:spPr/>
    </dgm:pt>
    <dgm:pt modelId="{76004EC2-7B21-4111-B647-0DC1B49FFBA2}" type="pres">
      <dgm:prSet presAssocID="{8D56639B-C7CA-4325-9758-E0F5CF166830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0631CB5C-DB05-47DF-98C1-A92DFEF99AD0}" type="presOf" srcId="{E09AA3F2-6284-429D-9C48-76EB8FAA01FF}" destId="{0CF26342-B2DF-4DD5-B105-59829C9F5FA0}" srcOrd="0" destOrd="0" presId="urn:microsoft.com/office/officeart/2018/2/layout/IconVerticalSolidList"/>
    <dgm:cxn modelId="{13DDB849-122B-4319-9B06-C21F3DBDD4B5}" type="presOf" srcId="{7735CE9A-E0BD-47EE-B0A5-74193F780548}" destId="{02B0F81E-9FE2-47CC-AA71-1290C500C519}" srcOrd="0" destOrd="0" presId="urn:microsoft.com/office/officeart/2018/2/layout/IconVerticalSolidList"/>
    <dgm:cxn modelId="{89C11B6C-265A-403D-A12E-C7E8A4A1BCFC}" type="presOf" srcId="{3531D8C9-1ACC-4E1F-B34A-82C8DA601051}" destId="{A34235D6-DCE9-42F2-A54B-513A1A36EB16}" srcOrd="0" destOrd="0" presId="urn:microsoft.com/office/officeart/2018/2/layout/IconVerticalSolidList"/>
    <dgm:cxn modelId="{8CE6D34D-7F97-43C6-A411-89B84EDFF0B1}" srcId="{3531D8C9-1ACC-4E1F-B34A-82C8DA601051}" destId="{2B255A5F-F3E6-4421-B8C0-7317BA0C0339}" srcOrd="1" destOrd="0" parTransId="{08088D93-A539-4667-9584-970D3A13B436}" sibTransId="{5EBA23A8-3A43-4874-9068-0424243EE38F}"/>
    <dgm:cxn modelId="{3C546255-57BE-4729-A64C-5D804C4D2A58}" srcId="{3531D8C9-1ACC-4E1F-B34A-82C8DA601051}" destId="{7735CE9A-E0BD-47EE-B0A5-74193F780548}" srcOrd="2" destOrd="0" parTransId="{BF6B0794-F07F-4C67-9C45-05C265903F01}" sibTransId="{B92B28DE-9EA0-48D1-8573-04CB59CD84BB}"/>
    <dgm:cxn modelId="{CD749A98-6A62-4EF9-96F2-A78C326DF176}" type="presOf" srcId="{2B255A5F-F3E6-4421-B8C0-7317BA0C0339}" destId="{837BC6F3-031E-4402-BE6A-4B21252ED0FE}" srcOrd="0" destOrd="0" presId="urn:microsoft.com/office/officeart/2018/2/layout/IconVerticalSolidList"/>
    <dgm:cxn modelId="{FA6B52E0-CB55-4654-B8E2-A256BCB197FE}" type="presOf" srcId="{8D56639B-C7CA-4325-9758-E0F5CF166830}" destId="{76004EC2-7B21-4111-B647-0DC1B49FFBA2}" srcOrd="0" destOrd="0" presId="urn:microsoft.com/office/officeart/2018/2/layout/IconVerticalSolidList"/>
    <dgm:cxn modelId="{6C663FE5-6BE9-402A-BBC0-E2AC802AA275}" srcId="{3531D8C9-1ACC-4E1F-B34A-82C8DA601051}" destId="{8D56639B-C7CA-4325-9758-E0F5CF166830}" srcOrd="3" destOrd="0" parTransId="{FB660DD1-4E2B-4FA0-8C96-B913C4348165}" sibTransId="{F8054363-C860-4C3E-9E0D-5F7599DA652E}"/>
    <dgm:cxn modelId="{CCA5E8F7-3D17-47C1-8A77-4E9A48250B94}" srcId="{3531D8C9-1ACC-4E1F-B34A-82C8DA601051}" destId="{E09AA3F2-6284-429D-9C48-76EB8FAA01FF}" srcOrd="0" destOrd="0" parTransId="{25D958C9-1219-4330-BD2F-36000DAE9A6E}" sibTransId="{8934E958-986C-43D5-927F-8BC2962035DB}"/>
    <dgm:cxn modelId="{D1C3C3AE-0DED-4122-8802-6A3491E15CB2}" type="presParOf" srcId="{A34235D6-DCE9-42F2-A54B-513A1A36EB16}" destId="{87DACFEE-E829-40D2-9391-917DD5CAC702}" srcOrd="0" destOrd="0" presId="urn:microsoft.com/office/officeart/2018/2/layout/IconVerticalSolidList"/>
    <dgm:cxn modelId="{76046961-2C2D-455A-91A8-155721926B0A}" type="presParOf" srcId="{87DACFEE-E829-40D2-9391-917DD5CAC702}" destId="{99325A73-3DFC-4094-B62C-4B6A02F00419}" srcOrd="0" destOrd="0" presId="urn:microsoft.com/office/officeart/2018/2/layout/IconVerticalSolidList"/>
    <dgm:cxn modelId="{34FF7888-B86A-47C3-A98A-A24518C9A9DE}" type="presParOf" srcId="{87DACFEE-E829-40D2-9391-917DD5CAC702}" destId="{69278018-2CA6-418F-A247-7CE50EAD02A0}" srcOrd="1" destOrd="0" presId="urn:microsoft.com/office/officeart/2018/2/layout/IconVerticalSolidList"/>
    <dgm:cxn modelId="{49A09E5D-F2CE-4558-A1E6-C2A30D3AA7D3}" type="presParOf" srcId="{87DACFEE-E829-40D2-9391-917DD5CAC702}" destId="{8B359632-E15A-4600-A6CF-F6D7DB1F574B}" srcOrd="2" destOrd="0" presId="urn:microsoft.com/office/officeart/2018/2/layout/IconVerticalSolidList"/>
    <dgm:cxn modelId="{7E0095A2-47F2-40BD-82CD-C3059048E4B3}" type="presParOf" srcId="{87DACFEE-E829-40D2-9391-917DD5CAC702}" destId="{0CF26342-B2DF-4DD5-B105-59829C9F5FA0}" srcOrd="3" destOrd="0" presId="urn:microsoft.com/office/officeart/2018/2/layout/IconVerticalSolidList"/>
    <dgm:cxn modelId="{725D5981-D1C3-4B02-A624-550DAF073754}" type="presParOf" srcId="{A34235D6-DCE9-42F2-A54B-513A1A36EB16}" destId="{DD57F884-97E1-4A80-BB6A-167772901F4D}" srcOrd="1" destOrd="0" presId="urn:microsoft.com/office/officeart/2018/2/layout/IconVerticalSolidList"/>
    <dgm:cxn modelId="{5894C140-96A4-4D87-9E80-93E24EC7D83A}" type="presParOf" srcId="{A34235D6-DCE9-42F2-A54B-513A1A36EB16}" destId="{8045FA3B-58B2-4209-994A-8AAE148CBB0B}" srcOrd="2" destOrd="0" presId="urn:microsoft.com/office/officeart/2018/2/layout/IconVerticalSolidList"/>
    <dgm:cxn modelId="{520E76B0-D279-4ED4-867B-78CDC3E7FA0E}" type="presParOf" srcId="{8045FA3B-58B2-4209-994A-8AAE148CBB0B}" destId="{1FEBB234-10B4-4291-A295-5E6417A40D29}" srcOrd="0" destOrd="0" presId="urn:microsoft.com/office/officeart/2018/2/layout/IconVerticalSolidList"/>
    <dgm:cxn modelId="{BD522293-957C-4694-A0E2-B780D2639BF4}" type="presParOf" srcId="{8045FA3B-58B2-4209-994A-8AAE148CBB0B}" destId="{03CF07AD-1B21-4105-AC97-F38ECB2867C3}" srcOrd="1" destOrd="0" presId="urn:microsoft.com/office/officeart/2018/2/layout/IconVerticalSolidList"/>
    <dgm:cxn modelId="{1A9FAB5C-E804-4D11-8458-3099FBAB3891}" type="presParOf" srcId="{8045FA3B-58B2-4209-994A-8AAE148CBB0B}" destId="{A4188991-38FB-4E65-855C-AB941F0C56E2}" srcOrd="2" destOrd="0" presId="urn:microsoft.com/office/officeart/2018/2/layout/IconVerticalSolidList"/>
    <dgm:cxn modelId="{45AB35B6-6473-4633-80A6-90585C5E53FB}" type="presParOf" srcId="{8045FA3B-58B2-4209-994A-8AAE148CBB0B}" destId="{837BC6F3-031E-4402-BE6A-4B21252ED0FE}" srcOrd="3" destOrd="0" presId="urn:microsoft.com/office/officeart/2018/2/layout/IconVerticalSolidList"/>
    <dgm:cxn modelId="{F2CF5E40-78E9-49D2-BFD6-6728E39550FC}" type="presParOf" srcId="{A34235D6-DCE9-42F2-A54B-513A1A36EB16}" destId="{F80F04A9-E172-484C-8023-A39D1381F115}" srcOrd="3" destOrd="0" presId="urn:microsoft.com/office/officeart/2018/2/layout/IconVerticalSolidList"/>
    <dgm:cxn modelId="{7D7DF117-E42C-4938-ADCD-9A0AAAC1675D}" type="presParOf" srcId="{A34235D6-DCE9-42F2-A54B-513A1A36EB16}" destId="{44668115-1CA7-4C4A-B62A-9905794E3D3B}" srcOrd="4" destOrd="0" presId="urn:microsoft.com/office/officeart/2018/2/layout/IconVerticalSolidList"/>
    <dgm:cxn modelId="{F10C8E25-0A20-4C1D-9D2C-4583147CC7CB}" type="presParOf" srcId="{44668115-1CA7-4C4A-B62A-9905794E3D3B}" destId="{2AC6858F-F1AF-4FBF-99DF-5D6C594A9051}" srcOrd="0" destOrd="0" presId="urn:microsoft.com/office/officeart/2018/2/layout/IconVerticalSolidList"/>
    <dgm:cxn modelId="{0F40019A-D1AA-4122-B407-E4B8C167301C}" type="presParOf" srcId="{44668115-1CA7-4C4A-B62A-9905794E3D3B}" destId="{838FA81A-A074-4EBF-A0B4-C56734BC322D}" srcOrd="1" destOrd="0" presId="urn:microsoft.com/office/officeart/2018/2/layout/IconVerticalSolidList"/>
    <dgm:cxn modelId="{C5954BD9-BFA5-452B-BB23-D6EB9DC5D01E}" type="presParOf" srcId="{44668115-1CA7-4C4A-B62A-9905794E3D3B}" destId="{6DC9821F-4BB4-4BD9-A7FD-6E01D05E2409}" srcOrd="2" destOrd="0" presId="urn:microsoft.com/office/officeart/2018/2/layout/IconVerticalSolidList"/>
    <dgm:cxn modelId="{85F402F8-CF87-4AC7-977B-275AB7676B9F}" type="presParOf" srcId="{44668115-1CA7-4C4A-B62A-9905794E3D3B}" destId="{02B0F81E-9FE2-47CC-AA71-1290C500C519}" srcOrd="3" destOrd="0" presId="urn:microsoft.com/office/officeart/2018/2/layout/IconVerticalSolidList"/>
    <dgm:cxn modelId="{005827ED-0594-40D8-9E54-DE0D42D75C7A}" type="presParOf" srcId="{A34235D6-DCE9-42F2-A54B-513A1A36EB16}" destId="{286E1DBD-D561-4D14-B013-3A7C6404EAD2}" srcOrd="5" destOrd="0" presId="urn:microsoft.com/office/officeart/2018/2/layout/IconVerticalSolidList"/>
    <dgm:cxn modelId="{55D80F8E-2B7B-4398-9FE0-7251A6A14DF9}" type="presParOf" srcId="{A34235D6-DCE9-42F2-A54B-513A1A36EB16}" destId="{7E02B686-D16A-49C8-826F-87F51CA19F90}" srcOrd="6" destOrd="0" presId="urn:microsoft.com/office/officeart/2018/2/layout/IconVerticalSolidList"/>
    <dgm:cxn modelId="{E2B1E7BB-14B4-48FD-882F-1A7DFBFCA307}" type="presParOf" srcId="{7E02B686-D16A-49C8-826F-87F51CA19F90}" destId="{8E23CD30-9C93-40C8-9647-F0123DB3008A}" srcOrd="0" destOrd="0" presId="urn:microsoft.com/office/officeart/2018/2/layout/IconVerticalSolidList"/>
    <dgm:cxn modelId="{AA73479E-FE73-48EA-84D9-F13767F4F0A9}" type="presParOf" srcId="{7E02B686-D16A-49C8-826F-87F51CA19F90}" destId="{3F7FFAD7-1A83-4AEA-B467-8388596DDEF4}" srcOrd="1" destOrd="0" presId="urn:microsoft.com/office/officeart/2018/2/layout/IconVerticalSolidList"/>
    <dgm:cxn modelId="{1D9A5672-26C6-47AC-8184-905633340205}" type="presParOf" srcId="{7E02B686-D16A-49C8-826F-87F51CA19F90}" destId="{CFF4678E-4E57-4876-963B-38FF708D9ACD}" srcOrd="2" destOrd="0" presId="urn:microsoft.com/office/officeart/2018/2/layout/IconVerticalSolidList"/>
    <dgm:cxn modelId="{751A8937-74BF-4C63-A1A6-20DE248B427B}" type="presParOf" srcId="{7E02B686-D16A-49C8-826F-87F51CA19F90}" destId="{76004EC2-7B21-4111-B647-0DC1B49FFBA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6027AB2-D5BB-4E46-9F2D-1FFD7452C53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91920B6-19B1-4BCA-B460-3292D41084D1}">
      <dgm:prSet/>
      <dgm:spPr/>
      <dgm:t>
        <a:bodyPr/>
        <a:lstStyle/>
        <a:p>
          <a:r>
            <a:rPr lang="en-US" b="0" i="0" baseline="0" dirty="0"/>
            <a:t>Software: </a:t>
          </a:r>
          <a:r>
            <a:rPr lang="en-GB" dirty="0"/>
            <a:t>the programs and other operating information used by a computer</a:t>
          </a:r>
          <a:endParaRPr lang="en-US" dirty="0"/>
        </a:p>
      </dgm:t>
    </dgm:pt>
    <dgm:pt modelId="{AEC77F1D-BDD6-491F-833D-84B1CE3FFA37}" type="parTrans" cxnId="{9831B085-4A48-4E0F-8112-540347CB3218}">
      <dgm:prSet/>
      <dgm:spPr/>
      <dgm:t>
        <a:bodyPr/>
        <a:lstStyle/>
        <a:p>
          <a:endParaRPr lang="en-US"/>
        </a:p>
      </dgm:t>
    </dgm:pt>
    <dgm:pt modelId="{79054A05-D954-4FB7-859D-DDCDACD20D63}" type="sibTrans" cxnId="{9831B085-4A48-4E0F-8112-540347CB3218}">
      <dgm:prSet/>
      <dgm:spPr/>
      <dgm:t>
        <a:bodyPr/>
        <a:lstStyle/>
        <a:p>
          <a:endParaRPr lang="en-US"/>
        </a:p>
      </dgm:t>
    </dgm:pt>
    <dgm:pt modelId="{4102C745-65EF-443B-9DAC-99D9B200711F}">
      <dgm:prSet/>
      <dgm:spPr/>
      <dgm:t>
        <a:bodyPr/>
        <a:lstStyle/>
        <a:p>
          <a:r>
            <a:rPr lang="en-US" b="0" i="0" baseline="0"/>
            <a:t>Enables computers and devices to perform tasks</a:t>
          </a:r>
          <a:endParaRPr lang="en-US"/>
        </a:p>
      </dgm:t>
    </dgm:pt>
    <dgm:pt modelId="{0CE2541B-430E-41F5-A958-D33D1D1AEA2C}" type="parTrans" cxnId="{3AD0763F-7F74-4695-8CA4-6FA2F2085EC8}">
      <dgm:prSet/>
      <dgm:spPr/>
      <dgm:t>
        <a:bodyPr/>
        <a:lstStyle/>
        <a:p>
          <a:endParaRPr lang="en-US"/>
        </a:p>
      </dgm:t>
    </dgm:pt>
    <dgm:pt modelId="{4B672196-C86E-451A-ADA3-24BE8B09A9EC}" type="sibTrans" cxnId="{3AD0763F-7F74-4695-8CA4-6FA2F2085EC8}">
      <dgm:prSet/>
      <dgm:spPr/>
      <dgm:t>
        <a:bodyPr/>
        <a:lstStyle/>
        <a:p>
          <a:endParaRPr lang="en-US"/>
        </a:p>
      </dgm:t>
    </dgm:pt>
    <dgm:pt modelId="{63A25B89-A763-4141-8E59-219D82FC80AB}">
      <dgm:prSet/>
      <dgm:spPr/>
      <dgm:t>
        <a:bodyPr/>
        <a:lstStyle/>
        <a:p>
          <a:r>
            <a:rPr lang="en-US" b="0" i="0" baseline="0"/>
            <a:t>Written in </a:t>
          </a:r>
          <a:r>
            <a:rPr lang="en-US" b="1" i="0" baseline="0"/>
            <a:t>programming languages</a:t>
          </a:r>
          <a:r>
            <a:rPr lang="en-US" b="0" i="0" baseline="0"/>
            <a:t>, graphical icons, or English-like expressions</a:t>
          </a:r>
          <a:endParaRPr lang="en-US"/>
        </a:p>
      </dgm:t>
    </dgm:pt>
    <dgm:pt modelId="{9A0E0485-DF46-4D95-B906-E044E476F1CC}" type="parTrans" cxnId="{450788DF-C26C-4929-85D5-63A13CD6BAE2}">
      <dgm:prSet/>
      <dgm:spPr/>
      <dgm:t>
        <a:bodyPr/>
        <a:lstStyle/>
        <a:p>
          <a:endParaRPr lang="en-US"/>
        </a:p>
      </dgm:t>
    </dgm:pt>
    <dgm:pt modelId="{B0D994FE-FE79-43FB-91DB-6519C818B682}" type="sibTrans" cxnId="{450788DF-C26C-4929-85D5-63A13CD6BAE2}">
      <dgm:prSet/>
      <dgm:spPr/>
      <dgm:t>
        <a:bodyPr/>
        <a:lstStyle/>
        <a:p>
          <a:endParaRPr lang="en-US"/>
        </a:p>
      </dgm:t>
    </dgm:pt>
    <dgm:pt modelId="{1C74FC8A-5ADF-47E0-956F-AD5343C52F82}">
      <dgm:prSet/>
      <dgm:spPr/>
      <dgm:t>
        <a:bodyPr/>
        <a:lstStyle/>
        <a:p>
          <a:r>
            <a:rPr lang="en-US" b="0" i="0" baseline="0"/>
            <a:t>Converts input data into useful output or stored information</a:t>
          </a:r>
          <a:endParaRPr lang="en-US"/>
        </a:p>
      </dgm:t>
    </dgm:pt>
    <dgm:pt modelId="{B4C8996F-73BC-4836-BC8D-5FC5475206AB}" type="parTrans" cxnId="{6F81F863-C3E1-480C-8310-3F25C5E273F4}">
      <dgm:prSet/>
      <dgm:spPr/>
      <dgm:t>
        <a:bodyPr/>
        <a:lstStyle/>
        <a:p>
          <a:endParaRPr lang="en-US"/>
        </a:p>
      </dgm:t>
    </dgm:pt>
    <dgm:pt modelId="{30844A54-10BE-4B08-9C6D-4B5EBFDB70DF}" type="sibTrans" cxnId="{6F81F863-C3E1-480C-8310-3F25C5E273F4}">
      <dgm:prSet/>
      <dgm:spPr/>
      <dgm:t>
        <a:bodyPr/>
        <a:lstStyle/>
        <a:p>
          <a:endParaRPr lang="en-US"/>
        </a:p>
      </dgm:t>
    </dgm:pt>
    <dgm:pt modelId="{EF7B46D7-3B77-4B0B-8C0C-709D2286C210}" type="pres">
      <dgm:prSet presAssocID="{A6027AB2-D5BB-4E46-9F2D-1FFD7452C532}" presName="root" presStyleCnt="0">
        <dgm:presLayoutVars>
          <dgm:dir/>
          <dgm:resizeHandles val="exact"/>
        </dgm:presLayoutVars>
      </dgm:prSet>
      <dgm:spPr/>
    </dgm:pt>
    <dgm:pt modelId="{0F4EAF92-516A-4918-BD16-6EC2EC59DD4F}" type="pres">
      <dgm:prSet presAssocID="{591920B6-19B1-4BCA-B460-3292D41084D1}" presName="compNode" presStyleCnt="0"/>
      <dgm:spPr/>
    </dgm:pt>
    <dgm:pt modelId="{DFC2F058-5700-44EB-98BB-9AE1BEC90831}" type="pres">
      <dgm:prSet presAssocID="{591920B6-19B1-4BCA-B460-3292D41084D1}" presName="bgRect" presStyleLbl="bgShp" presStyleIdx="0" presStyleCnt="4"/>
      <dgm:spPr>
        <a:ln w="28575">
          <a:solidFill>
            <a:srgbClr val="FF0000"/>
          </a:solidFill>
        </a:ln>
      </dgm:spPr>
    </dgm:pt>
    <dgm:pt modelId="{BCFEA234-399B-4525-B622-C5403C27181A}" type="pres">
      <dgm:prSet presAssocID="{591920B6-19B1-4BCA-B460-3292D41084D1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FF51CAE0-9196-48E0-91B9-4B1D746E9EE7}" type="pres">
      <dgm:prSet presAssocID="{591920B6-19B1-4BCA-B460-3292D41084D1}" presName="spaceRect" presStyleCnt="0"/>
      <dgm:spPr/>
    </dgm:pt>
    <dgm:pt modelId="{F4FE9F7D-4576-493E-A9F6-4BA208851175}" type="pres">
      <dgm:prSet presAssocID="{591920B6-19B1-4BCA-B460-3292D41084D1}" presName="parTx" presStyleLbl="revTx" presStyleIdx="0" presStyleCnt="4">
        <dgm:presLayoutVars>
          <dgm:chMax val="0"/>
          <dgm:chPref val="0"/>
        </dgm:presLayoutVars>
      </dgm:prSet>
      <dgm:spPr/>
    </dgm:pt>
    <dgm:pt modelId="{A11C5F47-D87C-4DCB-BBD7-D6E2E1178048}" type="pres">
      <dgm:prSet presAssocID="{79054A05-D954-4FB7-859D-DDCDACD20D63}" presName="sibTrans" presStyleCnt="0"/>
      <dgm:spPr/>
    </dgm:pt>
    <dgm:pt modelId="{ABB0BDF5-46A2-46F7-9D7D-B557E69D1187}" type="pres">
      <dgm:prSet presAssocID="{4102C745-65EF-443B-9DAC-99D9B200711F}" presName="compNode" presStyleCnt="0"/>
      <dgm:spPr/>
    </dgm:pt>
    <dgm:pt modelId="{06C3FCE6-ECEC-43D6-B090-B7BF1B944002}" type="pres">
      <dgm:prSet presAssocID="{4102C745-65EF-443B-9DAC-99D9B200711F}" presName="bgRect" presStyleLbl="bgShp" presStyleIdx="1" presStyleCnt="4"/>
      <dgm:spPr/>
    </dgm:pt>
    <dgm:pt modelId="{B5B36E49-25D8-4A6B-AA2A-4185545DCE22}" type="pres">
      <dgm:prSet presAssocID="{4102C745-65EF-443B-9DAC-99D9B200711F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ptop"/>
        </a:ext>
      </dgm:extLst>
    </dgm:pt>
    <dgm:pt modelId="{303BEFDF-F62B-4F3D-957E-C9400565031F}" type="pres">
      <dgm:prSet presAssocID="{4102C745-65EF-443B-9DAC-99D9B200711F}" presName="spaceRect" presStyleCnt="0"/>
      <dgm:spPr/>
    </dgm:pt>
    <dgm:pt modelId="{5C0461B4-DDA9-4393-9557-9B460419C782}" type="pres">
      <dgm:prSet presAssocID="{4102C745-65EF-443B-9DAC-99D9B200711F}" presName="parTx" presStyleLbl="revTx" presStyleIdx="1" presStyleCnt="4">
        <dgm:presLayoutVars>
          <dgm:chMax val="0"/>
          <dgm:chPref val="0"/>
        </dgm:presLayoutVars>
      </dgm:prSet>
      <dgm:spPr/>
    </dgm:pt>
    <dgm:pt modelId="{911C4A16-D9B5-4AA3-95D3-9E80C8AE3B8A}" type="pres">
      <dgm:prSet presAssocID="{4B672196-C86E-451A-ADA3-24BE8B09A9EC}" presName="sibTrans" presStyleCnt="0"/>
      <dgm:spPr/>
    </dgm:pt>
    <dgm:pt modelId="{850169F1-6770-4180-B224-0B3177FC498E}" type="pres">
      <dgm:prSet presAssocID="{63A25B89-A763-4141-8E59-219D82FC80AB}" presName="compNode" presStyleCnt="0"/>
      <dgm:spPr/>
    </dgm:pt>
    <dgm:pt modelId="{4015862F-D9D2-495E-AFC0-78F3ABDCFAD9}" type="pres">
      <dgm:prSet presAssocID="{63A25B89-A763-4141-8E59-219D82FC80AB}" presName="bgRect" presStyleLbl="bgShp" presStyleIdx="2" presStyleCnt="4"/>
      <dgm:spPr/>
    </dgm:pt>
    <dgm:pt modelId="{E0C52F18-E367-40E7-A884-D5F81AFE6A5B}" type="pres">
      <dgm:prSet presAssocID="{63A25B89-A763-4141-8E59-219D82FC80AB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23E69BA8-876D-4961-B468-2ECA2D27D892}" type="pres">
      <dgm:prSet presAssocID="{63A25B89-A763-4141-8E59-219D82FC80AB}" presName="spaceRect" presStyleCnt="0"/>
      <dgm:spPr/>
    </dgm:pt>
    <dgm:pt modelId="{4CC47A12-5932-4E89-86F6-EE7CAB678826}" type="pres">
      <dgm:prSet presAssocID="{63A25B89-A763-4141-8E59-219D82FC80AB}" presName="parTx" presStyleLbl="revTx" presStyleIdx="2" presStyleCnt="4">
        <dgm:presLayoutVars>
          <dgm:chMax val="0"/>
          <dgm:chPref val="0"/>
        </dgm:presLayoutVars>
      </dgm:prSet>
      <dgm:spPr/>
    </dgm:pt>
    <dgm:pt modelId="{7CF98D4D-13B5-46DD-AC44-B468714FC207}" type="pres">
      <dgm:prSet presAssocID="{B0D994FE-FE79-43FB-91DB-6519C818B682}" presName="sibTrans" presStyleCnt="0"/>
      <dgm:spPr/>
    </dgm:pt>
    <dgm:pt modelId="{3869CFCC-34C6-442A-84F6-924615599B0C}" type="pres">
      <dgm:prSet presAssocID="{1C74FC8A-5ADF-47E0-956F-AD5343C52F82}" presName="compNode" presStyleCnt="0"/>
      <dgm:spPr/>
    </dgm:pt>
    <dgm:pt modelId="{A067CAB9-2B2A-40EA-B063-EDB4A9EE9006}" type="pres">
      <dgm:prSet presAssocID="{1C74FC8A-5ADF-47E0-956F-AD5343C52F82}" presName="bgRect" presStyleLbl="bgShp" presStyleIdx="3" presStyleCnt="4"/>
      <dgm:spPr/>
    </dgm:pt>
    <dgm:pt modelId="{5D0BA06A-40D3-4622-A367-452D791C0E1C}" type="pres">
      <dgm:prSet presAssocID="{1C74FC8A-5ADF-47E0-956F-AD5343C52F82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6876B67D-9D41-4E45-96FB-FCBC3A424C0F}" type="pres">
      <dgm:prSet presAssocID="{1C74FC8A-5ADF-47E0-956F-AD5343C52F82}" presName="spaceRect" presStyleCnt="0"/>
      <dgm:spPr/>
    </dgm:pt>
    <dgm:pt modelId="{FDF9C040-26C5-4377-A2FD-2527589025EA}" type="pres">
      <dgm:prSet presAssocID="{1C74FC8A-5ADF-47E0-956F-AD5343C52F82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480F9219-4A5F-4FC4-AC51-44E9FE2BF3A3}" type="presOf" srcId="{4102C745-65EF-443B-9DAC-99D9B200711F}" destId="{5C0461B4-DDA9-4393-9557-9B460419C782}" srcOrd="0" destOrd="0" presId="urn:microsoft.com/office/officeart/2018/2/layout/IconVerticalSolidList"/>
    <dgm:cxn modelId="{6FF3E532-5C71-437B-9F9F-8AFE4AE895C8}" type="presOf" srcId="{63A25B89-A763-4141-8E59-219D82FC80AB}" destId="{4CC47A12-5932-4E89-86F6-EE7CAB678826}" srcOrd="0" destOrd="0" presId="urn:microsoft.com/office/officeart/2018/2/layout/IconVerticalSolidList"/>
    <dgm:cxn modelId="{3AD0763F-7F74-4695-8CA4-6FA2F2085EC8}" srcId="{A6027AB2-D5BB-4E46-9F2D-1FFD7452C532}" destId="{4102C745-65EF-443B-9DAC-99D9B200711F}" srcOrd="1" destOrd="0" parTransId="{0CE2541B-430E-41F5-A958-D33D1D1AEA2C}" sibTransId="{4B672196-C86E-451A-ADA3-24BE8B09A9EC}"/>
    <dgm:cxn modelId="{6F81F863-C3E1-480C-8310-3F25C5E273F4}" srcId="{A6027AB2-D5BB-4E46-9F2D-1FFD7452C532}" destId="{1C74FC8A-5ADF-47E0-956F-AD5343C52F82}" srcOrd="3" destOrd="0" parTransId="{B4C8996F-73BC-4836-BC8D-5FC5475206AB}" sibTransId="{30844A54-10BE-4B08-9C6D-4B5EBFDB70DF}"/>
    <dgm:cxn modelId="{CD1FFF68-5A8E-4B4C-AE6D-227EFF9C6DB6}" type="presOf" srcId="{A6027AB2-D5BB-4E46-9F2D-1FFD7452C532}" destId="{EF7B46D7-3B77-4B0B-8C0C-709D2286C210}" srcOrd="0" destOrd="0" presId="urn:microsoft.com/office/officeart/2018/2/layout/IconVerticalSolidList"/>
    <dgm:cxn modelId="{9831B085-4A48-4E0F-8112-540347CB3218}" srcId="{A6027AB2-D5BB-4E46-9F2D-1FFD7452C532}" destId="{591920B6-19B1-4BCA-B460-3292D41084D1}" srcOrd="0" destOrd="0" parTransId="{AEC77F1D-BDD6-491F-833D-84B1CE3FFA37}" sibTransId="{79054A05-D954-4FB7-859D-DDCDACD20D63}"/>
    <dgm:cxn modelId="{F9B991D2-621F-45A7-BC5D-A4D4CC43F27F}" type="presOf" srcId="{1C74FC8A-5ADF-47E0-956F-AD5343C52F82}" destId="{FDF9C040-26C5-4377-A2FD-2527589025EA}" srcOrd="0" destOrd="0" presId="urn:microsoft.com/office/officeart/2018/2/layout/IconVerticalSolidList"/>
    <dgm:cxn modelId="{191CBED4-F127-493F-B54B-726EBD0E6842}" type="presOf" srcId="{591920B6-19B1-4BCA-B460-3292D41084D1}" destId="{F4FE9F7D-4576-493E-A9F6-4BA208851175}" srcOrd="0" destOrd="0" presId="urn:microsoft.com/office/officeart/2018/2/layout/IconVerticalSolidList"/>
    <dgm:cxn modelId="{450788DF-C26C-4929-85D5-63A13CD6BAE2}" srcId="{A6027AB2-D5BB-4E46-9F2D-1FFD7452C532}" destId="{63A25B89-A763-4141-8E59-219D82FC80AB}" srcOrd="2" destOrd="0" parTransId="{9A0E0485-DF46-4D95-B906-E044E476F1CC}" sibTransId="{B0D994FE-FE79-43FB-91DB-6519C818B682}"/>
    <dgm:cxn modelId="{23F80C1E-85C9-47B1-BC99-50011B29D345}" type="presParOf" srcId="{EF7B46D7-3B77-4B0B-8C0C-709D2286C210}" destId="{0F4EAF92-516A-4918-BD16-6EC2EC59DD4F}" srcOrd="0" destOrd="0" presId="urn:microsoft.com/office/officeart/2018/2/layout/IconVerticalSolidList"/>
    <dgm:cxn modelId="{454C8B6B-01EA-4DBD-AF39-5B5575219CDE}" type="presParOf" srcId="{0F4EAF92-516A-4918-BD16-6EC2EC59DD4F}" destId="{DFC2F058-5700-44EB-98BB-9AE1BEC90831}" srcOrd="0" destOrd="0" presId="urn:microsoft.com/office/officeart/2018/2/layout/IconVerticalSolidList"/>
    <dgm:cxn modelId="{0986D47C-81F9-4A56-A410-8F8C317F9B72}" type="presParOf" srcId="{0F4EAF92-516A-4918-BD16-6EC2EC59DD4F}" destId="{BCFEA234-399B-4525-B622-C5403C27181A}" srcOrd="1" destOrd="0" presId="urn:microsoft.com/office/officeart/2018/2/layout/IconVerticalSolidList"/>
    <dgm:cxn modelId="{1D6A9086-6359-455D-B2C6-7B4814F3ADE8}" type="presParOf" srcId="{0F4EAF92-516A-4918-BD16-6EC2EC59DD4F}" destId="{FF51CAE0-9196-48E0-91B9-4B1D746E9EE7}" srcOrd="2" destOrd="0" presId="urn:microsoft.com/office/officeart/2018/2/layout/IconVerticalSolidList"/>
    <dgm:cxn modelId="{A5061D8E-E609-4135-B939-C62B4CD9EC87}" type="presParOf" srcId="{0F4EAF92-516A-4918-BD16-6EC2EC59DD4F}" destId="{F4FE9F7D-4576-493E-A9F6-4BA208851175}" srcOrd="3" destOrd="0" presId="urn:microsoft.com/office/officeart/2018/2/layout/IconVerticalSolidList"/>
    <dgm:cxn modelId="{C69DC96C-6B6A-4755-B7E2-99B207495B56}" type="presParOf" srcId="{EF7B46D7-3B77-4B0B-8C0C-709D2286C210}" destId="{A11C5F47-D87C-4DCB-BBD7-D6E2E1178048}" srcOrd="1" destOrd="0" presId="urn:microsoft.com/office/officeart/2018/2/layout/IconVerticalSolidList"/>
    <dgm:cxn modelId="{1DD2CC37-7C22-46B9-8967-49BC74C8C6E1}" type="presParOf" srcId="{EF7B46D7-3B77-4B0B-8C0C-709D2286C210}" destId="{ABB0BDF5-46A2-46F7-9D7D-B557E69D1187}" srcOrd="2" destOrd="0" presId="urn:microsoft.com/office/officeart/2018/2/layout/IconVerticalSolidList"/>
    <dgm:cxn modelId="{05CC165D-A139-4A05-BD15-BF3A35F64ACD}" type="presParOf" srcId="{ABB0BDF5-46A2-46F7-9D7D-B557E69D1187}" destId="{06C3FCE6-ECEC-43D6-B090-B7BF1B944002}" srcOrd="0" destOrd="0" presId="urn:microsoft.com/office/officeart/2018/2/layout/IconVerticalSolidList"/>
    <dgm:cxn modelId="{6B0CE23D-95E2-45C0-AB30-81D3A3ABDC28}" type="presParOf" srcId="{ABB0BDF5-46A2-46F7-9D7D-B557E69D1187}" destId="{B5B36E49-25D8-4A6B-AA2A-4185545DCE22}" srcOrd="1" destOrd="0" presId="urn:microsoft.com/office/officeart/2018/2/layout/IconVerticalSolidList"/>
    <dgm:cxn modelId="{B0CB4D11-CA94-4783-906D-A8FF868B0474}" type="presParOf" srcId="{ABB0BDF5-46A2-46F7-9D7D-B557E69D1187}" destId="{303BEFDF-F62B-4F3D-957E-C9400565031F}" srcOrd="2" destOrd="0" presId="urn:microsoft.com/office/officeart/2018/2/layout/IconVerticalSolidList"/>
    <dgm:cxn modelId="{6500EF20-E132-4594-B536-44F164B75ECE}" type="presParOf" srcId="{ABB0BDF5-46A2-46F7-9D7D-B557E69D1187}" destId="{5C0461B4-DDA9-4393-9557-9B460419C782}" srcOrd="3" destOrd="0" presId="urn:microsoft.com/office/officeart/2018/2/layout/IconVerticalSolidList"/>
    <dgm:cxn modelId="{B1675C03-071E-4187-884A-672CDFED9B6F}" type="presParOf" srcId="{EF7B46D7-3B77-4B0B-8C0C-709D2286C210}" destId="{911C4A16-D9B5-4AA3-95D3-9E80C8AE3B8A}" srcOrd="3" destOrd="0" presId="urn:microsoft.com/office/officeart/2018/2/layout/IconVerticalSolidList"/>
    <dgm:cxn modelId="{5B602B19-D810-48DC-99D2-5ECDFEC603DB}" type="presParOf" srcId="{EF7B46D7-3B77-4B0B-8C0C-709D2286C210}" destId="{850169F1-6770-4180-B224-0B3177FC498E}" srcOrd="4" destOrd="0" presId="urn:microsoft.com/office/officeart/2018/2/layout/IconVerticalSolidList"/>
    <dgm:cxn modelId="{5136B894-1490-41BA-8075-2172B458D8C8}" type="presParOf" srcId="{850169F1-6770-4180-B224-0B3177FC498E}" destId="{4015862F-D9D2-495E-AFC0-78F3ABDCFAD9}" srcOrd="0" destOrd="0" presId="urn:microsoft.com/office/officeart/2018/2/layout/IconVerticalSolidList"/>
    <dgm:cxn modelId="{66352F12-C340-4F4D-BC9A-9BFB6EF1E595}" type="presParOf" srcId="{850169F1-6770-4180-B224-0B3177FC498E}" destId="{E0C52F18-E367-40E7-A884-D5F81AFE6A5B}" srcOrd="1" destOrd="0" presId="urn:microsoft.com/office/officeart/2018/2/layout/IconVerticalSolidList"/>
    <dgm:cxn modelId="{CE4D5A20-6773-4661-989D-3178AB7BE51A}" type="presParOf" srcId="{850169F1-6770-4180-B224-0B3177FC498E}" destId="{23E69BA8-876D-4961-B468-2ECA2D27D892}" srcOrd="2" destOrd="0" presId="urn:microsoft.com/office/officeart/2018/2/layout/IconVerticalSolidList"/>
    <dgm:cxn modelId="{2EF70F6D-B2D7-4394-9C20-99E8FE33FCC3}" type="presParOf" srcId="{850169F1-6770-4180-B224-0B3177FC498E}" destId="{4CC47A12-5932-4E89-86F6-EE7CAB678826}" srcOrd="3" destOrd="0" presId="urn:microsoft.com/office/officeart/2018/2/layout/IconVerticalSolidList"/>
    <dgm:cxn modelId="{51DCCE0A-96A5-4127-B048-C70E0FC73836}" type="presParOf" srcId="{EF7B46D7-3B77-4B0B-8C0C-709D2286C210}" destId="{7CF98D4D-13B5-46DD-AC44-B468714FC207}" srcOrd="5" destOrd="0" presId="urn:microsoft.com/office/officeart/2018/2/layout/IconVerticalSolidList"/>
    <dgm:cxn modelId="{D5AC7F69-705B-4A5E-9001-0A088A248196}" type="presParOf" srcId="{EF7B46D7-3B77-4B0B-8C0C-709D2286C210}" destId="{3869CFCC-34C6-442A-84F6-924615599B0C}" srcOrd="6" destOrd="0" presId="urn:microsoft.com/office/officeart/2018/2/layout/IconVerticalSolidList"/>
    <dgm:cxn modelId="{D101DE60-F9F9-42E9-8FB5-85954A8ABEC6}" type="presParOf" srcId="{3869CFCC-34C6-442A-84F6-924615599B0C}" destId="{A067CAB9-2B2A-40EA-B063-EDB4A9EE9006}" srcOrd="0" destOrd="0" presId="urn:microsoft.com/office/officeart/2018/2/layout/IconVerticalSolidList"/>
    <dgm:cxn modelId="{E9937EF9-0FCE-42A4-92E3-2E77B92517AE}" type="presParOf" srcId="{3869CFCC-34C6-442A-84F6-924615599B0C}" destId="{5D0BA06A-40D3-4622-A367-452D791C0E1C}" srcOrd="1" destOrd="0" presId="urn:microsoft.com/office/officeart/2018/2/layout/IconVerticalSolidList"/>
    <dgm:cxn modelId="{964F678C-3AB8-4F14-B859-14C45528C669}" type="presParOf" srcId="{3869CFCC-34C6-442A-84F6-924615599B0C}" destId="{6876B67D-9D41-4E45-96FB-FCBC3A424C0F}" srcOrd="2" destOrd="0" presId="urn:microsoft.com/office/officeart/2018/2/layout/IconVerticalSolidList"/>
    <dgm:cxn modelId="{B8505FF4-0287-40B4-B0E8-180F26BCAB24}" type="presParOf" srcId="{3869CFCC-34C6-442A-84F6-924615599B0C}" destId="{FDF9C040-26C5-4377-A2FD-2527589025E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1E30014-53D9-4C2D-A34D-AE0FD984153C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8F29ED2-A665-47DA-A813-4E5B69E7745E}">
      <dgm:prSet/>
      <dgm:spPr/>
      <dgm:t>
        <a:bodyPr/>
        <a:lstStyle/>
        <a:p>
          <a:r>
            <a:rPr lang="en-GB" b="0" i="0" dirty="0"/>
            <a:t>A type of computer program designed to help end-users perform specific personal, educational, or professional tasks</a:t>
          </a:r>
          <a:endParaRPr lang="en-US" dirty="0"/>
        </a:p>
      </dgm:t>
    </dgm:pt>
    <dgm:pt modelId="{6B61DFA0-A640-4454-A7CD-2CA7A7795E34}" type="parTrans" cxnId="{C6942492-D664-461A-B89D-20C2BE4007C4}">
      <dgm:prSet/>
      <dgm:spPr/>
      <dgm:t>
        <a:bodyPr/>
        <a:lstStyle/>
        <a:p>
          <a:endParaRPr lang="en-US"/>
        </a:p>
      </dgm:t>
    </dgm:pt>
    <dgm:pt modelId="{EA97C7AE-20BE-4950-8DCA-84B58EA5E840}" type="sibTrans" cxnId="{C6942492-D664-461A-B89D-20C2BE4007C4}">
      <dgm:prSet/>
      <dgm:spPr/>
      <dgm:t>
        <a:bodyPr/>
        <a:lstStyle/>
        <a:p>
          <a:endParaRPr lang="en-US"/>
        </a:p>
      </dgm:t>
    </dgm:pt>
    <dgm:pt modelId="{808D8E34-F09B-47FB-8080-A69F4CA8924F}">
      <dgm:prSet/>
      <dgm:spPr/>
      <dgm:t>
        <a:bodyPr/>
        <a:lstStyle/>
        <a:p>
          <a:r>
            <a:rPr lang="en-US" b="1" i="0" baseline="0" dirty="0"/>
            <a:t>Examples: </a:t>
          </a:r>
          <a:r>
            <a:rPr lang="en-US" b="0" i="0" baseline="0" dirty="0"/>
            <a:t>word processors, graphics editors, web browsers</a:t>
          </a:r>
          <a:endParaRPr lang="en-US" dirty="0"/>
        </a:p>
      </dgm:t>
    </dgm:pt>
    <dgm:pt modelId="{DC03F8F5-5CF0-4DD6-8093-7587182496A1}" type="parTrans" cxnId="{1532123F-9DA5-4D7E-A614-87347F86BFE8}">
      <dgm:prSet/>
      <dgm:spPr/>
      <dgm:t>
        <a:bodyPr/>
        <a:lstStyle/>
        <a:p>
          <a:endParaRPr lang="en-US"/>
        </a:p>
      </dgm:t>
    </dgm:pt>
    <dgm:pt modelId="{F1BDA490-F6CB-4A7A-99D4-F5FD7CC1D2EC}" type="sibTrans" cxnId="{1532123F-9DA5-4D7E-A614-87347F86BFE8}">
      <dgm:prSet/>
      <dgm:spPr/>
      <dgm:t>
        <a:bodyPr/>
        <a:lstStyle/>
        <a:p>
          <a:endParaRPr lang="en-US"/>
        </a:p>
      </dgm:t>
    </dgm:pt>
    <dgm:pt modelId="{DF842671-E1E6-4B58-8E5E-2B038495F2CD}">
      <dgm:prSet/>
      <dgm:spPr/>
      <dgm:t>
        <a:bodyPr/>
        <a:lstStyle/>
        <a:p>
          <a:r>
            <a:rPr lang="en-US" b="0" i="0" baseline="0"/>
            <a:t>Mobile apps: small programs for focused tasks, easy to create using user-friendly software</a:t>
          </a:r>
          <a:endParaRPr lang="en-US"/>
        </a:p>
      </dgm:t>
    </dgm:pt>
    <dgm:pt modelId="{219149B9-8578-4226-BCF4-C5E5A3287E6C}" type="parTrans" cxnId="{67B28857-3C5B-480A-95C3-8B84876E388C}">
      <dgm:prSet/>
      <dgm:spPr/>
      <dgm:t>
        <a:bodyPr/>
        <a:lstStyle/>
        <a:p>
          <a:endParaRPr lang="en-US"/>
        </a:p>
      </dgm:t>
    </dgm:pt>
    <dgm:pt modelId="{9FD1FC94-AF8B-4F1D-93F8-C21EF180E3F9}" type="sibTrans" cxnId="{67B28857-3C5B-480A-95C3-8B84876E388C}">
      <dgm:prSet/>
      <dgm:spPr/>
      <dgm:t>
        <a:bodyPr/>
        <a:lstStyle/>
        <a:p>
          <a:endParaRPr lang="en-US"/>
        </a:p>
      </dgm:t>
    </dgm:pt>
    <dgm:pt modelId="{84F5749F-502B-4746-8523-0A7B96CBE9BD}">
      <dgm:prSet/>
      <dgm:spPr/>
      <dgm:t>
        <a:bodyPr/>
        <a:lstStyle/>
        <a:p>
          <a:r>
            <a:rPr lang="en-US" b="0" i="0" baseline="0"/>
            <a:t>Embedded software: controls single-purpose devices (ATMs, traffic lights, microwaves)</a:t>
          </a:r>
          <a:endParaRPr lang="en-US"/>
        </a:p>
      </dgm:t>
    </dgm:pt>
    <dgm:pt modelId="{45F3D6ED-F39A-4D55-95A7-215221647EA4}" type="parTrans" cxnId="{4C4D8F46-2958-4DB0-AC1E-895FC5D80983}">
      <dgm:prSet/>
      <dgm:spPr/>
      <dgm:t>
        <a:bodyPr/>
        <a:lstStyle/>
        <a:p>
          <a:endParaRPr lang="en-US"/>
        </a:p>
      </dgm:t>
    </dgm:pt>
    <dgm:pt modelId="{A4BB8C76-4BEE-48AC-91F7-E0F4923555FE}" type="sibTrans" cxnId="{4C4D8F46-2958-4DB0-AC1E-895FC5D80983}">
      <dgm:prSet/>
      <dgm:spPr/>
      <dgm:t>
        <a:bodyPr/>
        <a:lstStyle/>
        <a:p>
          <a:endParaRPr lang="en-US"/>
        </a:p>
      </dgm:t>
    </dgm:pt>
    <dgm:pt modelId="{F650FFB5-B7A6-43E4-A2D9-D9606F23977B}">
      <dgm:prSet/>
      <dgm:spPr/>
      <dgm:t>
        <a:bodyPr/>
        <a:lstStyle/>
        <a:p>
          <a:r>
            <a:rPr lang="en-US" b="0" i="0" baseline="0" dirty="0"/>
            <a:t>Helps users create, edit, display, or transmit data</a:t>
          </a:r>
          <a:endParaRPr lang="en-US" b="0" dirty="0"/>
        </a:p>
      </dgm:t>
    </dgm:pt>
    <dgm:pt modelId="{95ECB9D1-E429-45B2-A3FA-9FC40177E51B}" type="parTrans" cxnId="{90909D3E-BCE1-4A1D-B7E8-0E5648434887}">
      <dgm:prSet/>
      <dgm:spPr/>
      <dgm:t>
        <a:bodyPr/>
        <a:lstStyle/>
        <a:p>
          <a:endParaRPr lang="en-US"/>
        </a:p>
      </dgm:t>
    </dgm:pt>
    <dgm:pt modelId="{55B53A99-8282-40E6-AD48-B0F7AF324D8A}" type="sibTrans" cxnId="{90909D3E-BCE1-4A1D-B7E8-0E5648434887}">
      <dgm:prSet/>
      <dgm:spPr/>
      <dgm:t>
        <a:bodyPr/>
        <a:lstStyle/>
        <a:p>
          <a:endParaRPr lang="en-US"/>
        </a:p>
      </dgm:t>
    </dgm:pt>
    <dgm:pt modelId="{9443C324-3C7A-4A17-A2D4-DCFE9F89616C}" type="pres">
      <dgm:prSet presAssocID="{E1E30014-53D9-4C2D-A34D-AE0FD984153C}" presName="root" presStyleCnt="0">
        <dgm:presLayoutVars>
          <dgm:dir/>
          <dgm:resizeHandles val="exact"/>
        </dgm:presLayoutVars>
      </dgm:prSet>
      <dgm:spPr/>
    </dgm:pt>
    <dgm:pt modelId="{3E807FB8-10E1-424B-9C85-A840B9F1AA22}" type="pres">
      <dgm:prSet presAssocID="{E8F29ED2-A665-47DA-A813-4E5B69E7745E}" presName="compNode" presStyleCnt="0"/>
      <dgm:spPr/>
    </dgm:pt>
    <dgm:pt modelId="{E6917C1F-930D-44F0-9790-310B805D9CEE}" type="pres">
      <dgm:prSet presAssocID="{E8F29ED2-A665-47DA-A813-4E5B69E7745E}" presName="bgRect" presStyleLbl="bgShp" presStyleIdx="0" presStyleCnt="5" custLinFactNeighborX="-3407" custLinFactNeighborY="-469"/>
      <dgm:spPr>
        <a:ln w="28575">
          <a:solidFill>
            <a:srgbClr val="FF0000"/>
          </a:solidFill>
        </a:ln>
      </dgm:spPr>
    </dgm:pt>
    <dgm:pt modelId="{6051A262-2284-4B4A-9B6D-D2C77776435D}" type="pres">
      <dgm:prSet presAssocID="{E8F29ED2-A665-47DA-A813-4E5B69E7745E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8F3752AA-177A-4948-B67D-4FDEF1CCE543}" type="pres">
      <dgm:prSet presAssocID="{E8F29ED2-A665-47DA-A813-4E5B69E7745E}" presName="spaceRect" presStyleCnt="0"/>
      <dgm:spPr/>
    </dgm:pt>
    <dgm:pt modelId="{719A1628-AC8F-40B4-88EC-C6D10318B14D}" type="pres">
      <dgm:prSet presAssocID="{E8F29ED2-A665-47DA-A813-4E5B69E7745E}" presName="parTx" presStyleLbl="revTx" presStyleIdx="0" presStyleCnt="5">
        <dgm:presLayoutVars>
          <dgm:chMax val="0"/>
          <dgm:chPref val="0"/>
        </dgm:presLayoutVars>
      </dgm:prSet>
      <dgm:spPr/>
    </dgm:pt>
    <dgm:pt modelId="{F0387217-38D3-4F7C-B0BA-0F6A85D65ABB}" type="pres">
      <dgm:prSet presAssocID="{EA97C7AE-20BE-4950-8DCA-84B58EA5E840}" presName="sibTrans" presStyleCnt="0"/>
      <dgm:spPr/>
    </dgm:pt>
    <dgm:pt modelId="{73638E6F-E314-463E-AA20-BE77294454D1}" type="pres">
      <dgm:prSet presAssocID="{808D8E34-F09B-47FB-8080-A69F4CA8924F}" presName="compNode" presStyleCnt="0"/>
      <dgm:spPr/>
    </dgm:pt>
    <dgm:pt modelId="{41D4861D-1BA1-4754-BE72-19235AA7E0C7}" type="pres">
      <dgm:prSet presAssocID="{808D8E34-F09B-47FB-8080-A69F4CA8924F}" presName="bgRect" presStyleLbl="bgShp" presStyleIdx="1" presStyleCnt="5"/>
      <dgm:spPr/>
    </dgm:pt>
    <dgm:pt modelId="{0B67AE94-A3E9-4A22-B676-02C3F595FEF4}" type="pres">
      <dgm:prSet presAssocID="{808D8E34-F09B-47FB-8080-A69F4CA8924F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C189A5A8-0AA1-4624-B592-A1A7C3AE0D30}" type="pres">
      <dgm:prSet presAssocID="{808D8E34-F09B-47FB-8080-A69F4CA8924F}" presName="spaceRect" presStyleCnt="0"/>
      <dgm:spPr/>
    </dgm:pt>
    <dgm:pt modelId="{788291B2-5F67-4B5E-AF9C-AA823C8F6EAF}" type="pres">
      <dgm:prSet presAssocID="{808D8E34-F09B-47FB-8080-A69F4CA8924F}" presName="parTx" presStyleLbl="revTx" presStyleIdx="1" presStyleCnt="5">
        <dgm:presLayoutVars>
          <dgm:chMax val="0"/>
          <dgm:chPref val="0"/>
        </dgm:presLayoutVars>
      </dgm:prSet>
      <dgm:spPr/>
    </dgm:pt>
    <dgm:pt modelId="{744953C9-9F54-42DE-A5FE-1B38098D2697}" type="pres">
      <dgm:prSet presAssocID="{F1BDA490-F6CB-4A7A-99D4-F5FD7CC1D2EC}" presName="sibTrans" presStyleCnt="0"/>
      <dgm:spPr/>
    </dgm:pt>
    <dgm:pt modelId="{80793EBE-8674-41DE-BE6D-324AD43F1F0D}" type="pres">
      <dgm:prSet presAssocID="{DF842671-E1E6-4B58-8E5E-2B038495F2CD}" presName="compNode" presStyleCnt="0"/>
      <dgm:spPr/>
    </dgm:pt>
    <dgm:pt modelId="{BDA2D2FE-EC44-4ECF-BED4-AF815C7DC09B}" type="pres">
      <dgm:prSet presAssocID="{DF842671-E1E6-4B58-8E5E-2B038495F2CD}" presName="bgRect" presStyleLbl="bgShp" presStyleIdx="2" presStyleCnt="5"/>
      <dgm:spPr/>
    </dgm:pt>
    <dgm:pt modelId="{1121F3E6-D2EC-464D-BFAF-5A0C3C80BAB2}" type="pres">
      <dgm:prSet presAssocID="{DF842671-E1E6-4B58-8E5E-2B038495F2CD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ptop"/>
        </a:ext>
      </dgm:extLst>
    </dgm:pt>
    <dgm:pt modelId="{3CA6456A-59E0-4DB4-9A2B-78DB5B58DD0C}" type="pres">
      <dgm:prSet presAssocID="{DF842671-E1E6-4B58-8E5E-2B038495F2CD}" presName="spaceRect" presStyleCnt="0"/>
      <dgm:spPr/>
    </dgm:pt>
    <dgm:pt modelId="{092FA774-C88E-4560-9151-F342B7622B05}" type="pres">
      <dgm:prSet presAssocID="{DF842671-E1E6-4B58-8E5E-2B038495F2CD}" presName="parTx" presStyleLbl="revTx" presStyleIdx="2" presStyleCnt="5">
        <dgm:presLayoutVars>
          <dgm:chMax val="0"/>
          <dgm:chPref val="0"/>
        </dgm:presLayoutVars>
      </dgm:prSet>
      <dgm:spPr/>
    </dgm:pt>
    <dgm:pt modelId="{10C0CBA8-1F06-49B8-B2ED-1AE87BCB424B}" type="pres">
      <dgm:prSet presAssocID="{9FD1FC94-AF8B-4F1D-93F8-C21EF180E3F9}" presName="sibTrans" presStyleCnt="0"/>
      <dgm:spPr/>
    </dgm:pt>
    <dgm:pt modelId="{F0E5D7DB-B6BB-47C6-B2AE-B80DA2E8F568}" type="pres">
      <dgm:prSet presAssocID="{84F5749F-502B-4746-8523-0A7B96CBE9BD}" presName="compNode" presStyleCnt="0"/>
      <dgm:spPr/>
    </dgm:pt>
    <dgm:pt modelId="{F32522B0-D0F2-477F-830E-A1569C2B4D52}" type="pres">
      <dgm:prSet presAssocID="{84F5749F-502B-4746-8523-0A7B96CBE9BD}" presName="bgRect" presStyleLbl="bgShp" presStyleIdx="3" presStyleCnt="5"/>
      <dgm:spPr/>
    </dgm:pt>
    <dgm:pt modelId="{7E911E5B-3A84-4109-A836-36E45ADF5FE8}" type="pres">
      <dgm:prSet presAssocID="{84F5749F-502B-4746-8523-0A7B96CBE9BD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AC1ABB76-7569-454B-92B3-F5F838E4A2D3}" type="pres">
      <dgm:prSet presAssocID="{84F5749F-502B-4746-8523-0A7B96CBE9BD}" presName="spaceRect" presStyleCnt="0"/>
      <dgm:spPr/>
    </dgm:pt>
    <dgm:pt modelId="{904522B3-920F-489B-8B9D-9179EE7B688D}" type="pres">
      <dgm:prSet presAssocID="{84F5749F-502B-4746-8523-0A7B96CBE9BD}" presName="parTx" presStyleLbl="revTx" presStyleIdx="3" presStyleCnt="5">
        <dgm:presLayoutVars>
          <dgm:chMax val="0"/>
          <dgm:chPref val="0"/>
        </dgm:presLayoutVars>
      </dgm:prSet>
      <dgm:spPr/>
    </dgm:pt>
    <dgm:pt modelId="{68BA9001-F4B9-4DDA-8338-8C4869BDB80E}" type="pres">
      <dgm:prSet presAssocID="{A4BB8C76-4BEE-48AC-91F7-E0F4923555FE}" presName="sibTrans" presStyleCnt="0"/>
      <dgm:spPr/>
    </dgm:pt>
    <dgm:pt modelId="{7012D9FF-7B9D-4E4B-BC5A-90E021F1437A}" type="pres">
      <dgm:prSet presAssocID="{F650FFB5-B7A6-43E4-A2D9-D9606F23977B}" presName="compNode" presStyleCnt="0"/>
      <dgm:spPr/>
    </dgm:pt>
    <dgm:pt modelId="{7A65AE94-3FB8-4D16-92D8-7480CC5E296C}" type="pres">
      <dgm:prSet presAssocID="{F650FFB5-B7A6-43E4-A2D9-D9606F23977B}" presName="bgRect" presStyleLbl="bgShp" presStyleIdx="4" presStyleCnt="5"/>
      <dgm:spPr/>
    </dgm:pt>
    <dgm:pt modelId="{F15B669F-9238-4A61-915A-70627B4BC853}" type="pres">
      <dgm:prSet presAssocID="{F650FFB5-B7A6-43E4-A2D9-D9606F23977B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C0F1F571-2CC6-4621-B445-B7ECEE3C5080}" type="pres">
      <dgm:prSet presAssocID="{F650FFB5-B7A6-43E4-A2D9-D9606F23977B}" presName="spaceRect" presStyleCnt="0"/>
      <dgm:spPr/>
    </dgm:pt>
    <dgm:pt modelId="{73B3A48A-642E-4F8B-8FA4-6F2D1C544714}" type="pres">
      <dgm:prSet presAssocID="{F650FFB5-B7A6-43E4-A2D9-D9606F23977B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E3C37322-721C-4B58-9197-371CD33BF413}" type="presOf" srcId="{E8F29ED2-A665-47DA-A813-4E5B69E7745E}" destId="{719A1628-AC8F-40B4-88EC-C6D10318B14D}" srcOrd="0" destOrd="0" presId="urn:microsoft.com/office/officeart/2018/2/layout/IconVerticalSolidList"/>
    <dgm:cxn modelId="{B3A44829-CF0E-4C8E-8101-30A98264FC30}" type="presOf" srcId="{808D8E34-F09B-47FB-8080-A69F4CA8924F}" destId="{788291B2-5F67-4B5E-AF9C-AA823C8F6EAF}" srcOrd="0" destOrd="0" presId="urn:microsoft.com/office/officeart/2018/2/layout/IconVerticalSolidList"/>
    <dgm:cxn modelId="{2143D72B-A1E1-436A-AB30-8939E2C6D7DB}" type="presOf" srcId="{DF842671-E1E6-4B58-8E5E-2B038495F2CD}" destId="{092FA774-C88E-4560-9151-F342B7622B05}" srcOrd="0" destOrd="0" presId="urn:microsoft.com/office/officeart/2018/2/layout/IconVerticalSolidList"/>
    <dgm:cxn modelId="{90909D3E-BCE1-4A1D-B7E8-0E5648434887}" srcId="{E1E30014-53D9-4C2D-A34D-AE0FD984153C}" destId="{F650FFB5-B7A6-43E4-A2D9-D9606F23977B}" srcOrd="4" destOrd="0" parTransId="{95ECB9D1-E429-45B2-A3FA-9FC40177E51B}" sibTransId="{55B53A99-8282-40E6-AD48-B0F7AF324D8A}"/>
    <dgm:cxn modelId="{1532123F-9DA5-4D7E-A614-87347F86BFE8}" srcId="{E1E30014-53D9-4C2D-A34D-AE0FD984153C}" destId="{808D8E34-F09B-47FB-8080-A69F4CA8924F}" srcOrd="1" destOrd="0" parTransId="{DC03F8F5-5CF0-4DD6-8093-7587182496A1}" sibTransId="{F1BDA490-F6CB-4A7A-99D4-F5FD7CC1D2EC}"/>
    <dgm:cxn modelId="{4C4D8F46-2958-4DB0-AC1E-895FC5D80983}" srcId="{E1E30014-53D9-4C2D-A34D-AE0FD984153C}" destId="{84F5749F-502B-4746-8523-0A7B96CBE9BD}" srcOrd="3" destOrd="0" parTransId="{45F3D6ED-F39A-4D55-95A7-215221647EA4}" sibTransId="{A4BB8C76-4BEE-48AC-91F7-E0F4923555FE}"/>
    <dgm:cxn modelId="{67B28857-3C5B-480A-95C3-8B84876E388C}" srcId="{E1E30014-53D9-4C2D-A34D-AE0FD984153C}" destId="{DF842671-E1E6-4B58-8E5E-2B038495F2CD}" srcOrd="2" destOrd="0" parTransId="{219149B9-8578-4226-BCF4-C5E5A3287E6C}" sibTransId="{9FD1FC94-AF8B-4F1D-93F8-C21EF180E3F9}"/>
    <dgm:cxn modelId="{8392EC5A-EB8B-4F71-87FA-DC0F07BC70ED}" type="presOf" srcId="{F650FFB5-B7A6-43E4-A2D9-D9606F23977B}" destId="{73B3A48A-642E-4F8B-8FA4-6F2D1C544714}" srcOrd="0" destOrd="0" presId="urn:microsoft.com/office/officeart/2018/2/layout/IconVerticalSolidList"/>
    <dgm:cxn modelId="{C6942492-D664-461A-B89D-20C2BE4007C4}" srcId="{E1E30014-53D9-4C2D-A34D-AE0FD984153C}" destId="{E8F29ED2-A665-47DA-A813-4E5B69E7745E}" srcOrd="0" destOrd="0" parTransId="{6B61DFA0-A640-4454-A7CD-2CA7A7795E34}" sibTransId="{EA97C7AE-20BE-4950-8DCA-84B58EA5E840}"/>
    <dgm:cxn modelId="{90B77D9E-949B-4D6C-BE90-76CB3CCC3C07}" type="presOf" srcId="{84F5749F-502B-4746-8523-0A7B96CBE9BD}" destId="{904522B3-920F-489B-8B9D-9179EE7B688D}" srcOrd="0" destOrd="0" presId="urn:microsoft.com/office/officeart/2018/2/layout/IconVerticalSolidList"/>
    <dgm:cxn modelId="{8D9AE0F6-B1CC-4540-BE59-08A8E6C8C735}" type="presOf" srcId="{E1E30014-53D9-4C2D-A34D-AE0FD984153C}" destId="{9443C324-3C7A-4A17-A2D4-DCFE9F89616C}" srcOrd="0" destOrd="0" presId="urn:microsoft.com/office/officeart/2018/2/layout/IconVerticalSolidList"/>
    <dgm:cxn modelId="{07D88AEC-CC19-40E8-BDA9-9F284596D6FD}" type="presParOf" srcId="{9443C324-3C7A-4A17-A2D4-DCFE9F89616C}" destId="{3E807FB8-10E1-424B-9C85-A840B9F1AA22}" srcOrd="0" destOrd="0" presId="urn:microsoft.com/office/officeart/2018/2/layout/IconVerticalSolidList"/>
    <dgm:cxn modelId="{EEDDAC84-71A3-4C35-8C4E-535BD2929774}" type="presParOf" srcId="{3E807FB8-10E1-424B-9C85-A840B9F1AA22}" destId="{E6917C1F-930D-44F0-9790-310B805D9CEE}" srcOrd="0" destOrd="0" presId="urn:microsoft.com/office/officeart/2018/2/layout/IconVerticalSolidList"/>
    <dgm:cxn modelId="{D2D0F8D8-4E4A-432B-8C71-E41B8F291813}" type="presParOf" srcId="{3E807FB8-10E1-424B-9C85-A840B9F1AA22}" destId="{6051A262-2284-4B4A-9B6D-D2C77776435D}" srcOrd="1" destOrd="0" presId="urn:microsoft.com/office/officeart/2018/2/layout/IconVerticalSolidList"/>
    <dgm:cxn modelId="{1064CF16-FF9E-4D23-B207-3418410DF95D}" type="presParOf" srcId="{3E807FB8-10E1-424B-9C85-A840B9F1AA22}" destId="{8F3752AA-177A-4948-B67D-4FDEF1CCE543}" srcOrd="2" destOrd="0" presId="urn:microsoft.com/office/officeart/2018/2/layout/IconVerticalSolidList"/>
    <dgm:cxn modelId="{11F8EDCC-14F9-4482-B652-DBADF049FA48}" type="presParOf" srcId="{3E807FB8-10E1-424B-9C85-A840B9F1AA22}" destId="{719A1628-AC8F-40B4-88EC-C6D10318B14D}" srcOrd="3" destOrd="0" presId="urn:microsoft.com/office/officeart/2018/2/layout/IconVerticalSolidList"/>
    <dgm:cxn modelId="{66FB4E22-437C-4802-BEAA-C705497C860C}" type="presParOf" srcId="{9443C324-3C7A-4A17-A2D4-DCFE9F89616C}" destId="{F0387217-38D3-4F7C-B0BA-0F6A85D65ABB}" srcOrd="1" destOrd="0" presId="urn:microsoft.com/office/officeart/2018/2/layout/IconVerticalSolidList"/>
    <dgm:cxn modelId="{E8C90DB1-6A47-456E-BDE6-19D3F39A11B6}" type="presParOf" srcId="{9443C324-3C7A-4A17-A2D4-DCFE9F89616C}" destId="{73638E6F-E314-463E-AA20-BE77294454D1}" srcOrd="2" destOrd="0" presId="urn:microsoft.com/office/officeart/2018/2/layout/IconVerticalSolidList"/>
    <dgm:cxn modelId="{BDD42691-603E-4A91-A499-B6B9D912E51C}" type="presParOf" srcId="{73638E6F-E314-463E-AA20-BE77294454D1}" destId="{41D4861D-1BA1-4754-BE72-19235AA7E0C7}" srcOrd="0" destOrd="0" presId="urn:microsoft.com/office/officeart/2018/2/layout/IconVerticalSolidList"/>
    <dgm:cxn modelId="{2DD400B5-4230-4009-AA4C-617BC6E7F910}" type="presParOf" srcId="{73638E6F-E314-463E-AA20-BE77294454D1}" destId="{0B67AE94-A3E9-4A22-B676-02C3F595FEF4}" srcOrd="1" destOrd="0" presId="urn:microsoft.com/office/officeart/2018/2/layout/IconVerticalSolidList"/>
    <dgm:cxn modelId="{6642801C-841E-425F-A77D-9479AD3C0F7B}" type="presParOf" srcId="{73638E6F-E314-463E-AA20-BE77294454D1}" destId="{C189A5A8-0AA1-4624-B592-A1A7C3AE0D30}" srcOrd="2" destOrd="0" presId="urn:microsoft.com/office/officeart/2018/2/layout/IconVerticalSolidList"/>
    <dgm:cxn modelId="{BF206C89-C076-46D0-840A-8FDF5E39C695}" type="presParOf" srcId="{73638E6F-E314-463E-AA20-BE77294454D1}" destId="{788291B2-5F67-4B5E-AF9C-AA823C8F6EAF}" srcOrd="3" destOrd="0" presId="urn:microsoft.com/office/officeart/2018/2/layout/IconVerticalSolidList"/>
    <dgm:cxn modelId="{E11870C8-296A-4C04-B61B-E8376982B492}" type="presParOf" srcId="{9443C324-3C7A-4A17-A2D4-DCFE9F89616C}" destId="{744953C9-9F54-42DE-A5FE-1B38098D2697}" srcOrd="3" destOrd="0" presId="urn:microsoft.com/office/officeart/2018/2/layout/IconVerticalSolidList"/>
    <dgm:cxn modelId="{9148BFFD-C345-4D93-934C-4BBDF21E82B8}" type="presParOf" srcId="{9443C324-3C7A-4A17-A2D4-DCFE9F89616C}" destId="{80793EBE-8674-41DE-BE6D-324AD43F1F0D}" srcOrd="4" destOrd="0" presId="urn:microsoft.com/office/officeart/2018/2/layout/IconVerticalSolidList"/>
    <dgm:cxn modelId="{592A1AB3-FB9E-45C7-82BF-93BD3BC6F52F}" type="presParOf" srcId="{80793EBE-8674-41DE-BE6D-324AD43F1F0D}" destId="{BDA2D2FE-EC44-4ECF-BED4-AF815C7DC09B}" srcOrd="0" destOrd="0" presId="urn:microsoft.com/office/officeart/2018/2/layout/IconVerticalSolidList"/>
    <dgm:cxn modelId="{5C0A8DA0-0FAC-410B-913D-355B102967F0}" type="presParOf" srcId="{80793EBE-8674-41DE-BE6D-324AD43F1F0D}" destId="{1121F3E6-D2EC-464D-BFAF-5A0C3C80BAB2}" srcOrd="1" destOrd="0" presId="urn:microsoft.com/office/officeart/2018/2/layout/IconVerticalSolidList"/>
    <dgm:cxn modelId="{98C68A0F-E369-461C-9A4D-26672F5BF047}" type="presParOf" srcId="{80793EBE-8674-41DE-BE6D-324AD43F1F0D}" destId="{3CA6456A-59E0-4DB4-9A2B-78DB5B58DD0C}" srcOrd="2" destOrd="0" presId="urn:microsoft.com/office/officeart/2018/2/layout/IconVerticalSolidList"/>
    <dgm:cxn modelId="{45852FF9-4A82-478B-B393-738F787932CA}" type="presParOf" srcId="{80793EBE-8674-41DE-BE6D-324AD43F1F0D}" destId="{092FA774-C88E-4560-9151-F342B7622B05}" srcOrd="3" destOrd="0" presId="urn:microsoft.com/office/officeart/2018/2/layout/IconVerticalSolidList"/>
    <dgm:cxn modelId="{1326F80B-654D-4324-A775-826E25C70BBB}" type="presParOf" srcId="{9443C324-3C7A-4A17-A2D4-DCFE9F89616C}" destId="{10C0CBA8-1F06-49B8-B2ED-1AE87BCB424B}" srcOrd="5" destOrd="0" presId="urn:microsoft.com/office/officeart/2018/2/layout/IconVerticalSolidList"/>
    <dgm:cxn modelId="{809AE71E-CF66-4324-9413-CB4051E36524}" type="presParOf" srcId="{9443C324-3C7A-4A17-A2D4-DCFE9F89616C}" destId="{F0E5D7DB-B6BB-47C6-B2AE-B80DA2E8F568}" srcOrd="6" destOrd="0" presId="urn:microsoft.com/office/officeart/2018/2/layout/IconVerticalSolidList"/>
    <dgm:cxn modelId="{42B8B856-1255-4677-8393-B2FEE934B561}" type="presParOf" srcId="{F0E5D7DB-B6BB-47C6-B2AE-B80DA2E8F568}" destId="{F32522B0-D0F2-477F-830E-A1569C2B4D52}" srcOrd="0" destOrd="0" presId="urn:microsoft.com/office/officeart/2018/2/layout/IconVerticalSolidList"/>
    <dgm:cxn modelId="{A80C5677-942C-4F93-87F4-1D844C35C44A}" type="presParOf" srcId="{F0E5D7DB-B6BB-47C6-B2AE-B80DA2E8F568}" destId="{7E911E5B-3A84-4109-A836-36E45ADF5FE8}" srcOrd="1" destOrd="0" presId="urn:microsoft.com/office/officeart/2018/2/layout/IconVerticalSolidList"/>
    <dgm:cxn modelId="{8837BA6B-4B8E-4754-B658-6DD30B548877}" type="presParOf" srcId="{F0E5D7DB-B6BB-47C6-B2AE-B80DA2E8F568}" destId="{AC1ABB76-7569-454B-92B3-F5F838E4A2D3}" srcOrd="2" destOrd="0" presId="urn:microsoft.com/office/officeart/2018/2/layout/IconVerticalSolidList"/>
    <dgm:cxn modelId="{D28B31DB-E747-4931-97A5-9DC5EDFB513F}" type="presParOf" srcId="{F0E5D7DB-B6BB-47C6-B2AE-B80DA2E8F568}" destId="{904522B3-920F-489B-8B9D-9179EE7B688D}" srcOrd="3" destOrd="0" presId="urn:microsoft.com/office/officeart/2018/2/layout/IconVerticalSolidList"/>
    <dgm:cxn modelId="{A2E38E4F-0CA5-45D3-9828-DB85DC0FFEBB}" type="presParOf" srcId="{9443C324-3C7A-4A17-A2D4-DCFE9F89616C}" destId="{68BA9001-F4B9-4DDA-8338-8C4869BDB80E}" srcOrd="7" destOrd="0" presId="urn:microsoft.com/office/officeart/2018/2/layout/IconVerticalSolidList"/>
    <dgm:cxn modelId="{1145C712-C832-4F51-8F09-437ABD721197}" type="presParOf" srcId="{9443C324-3C7A-4A17-A2D4-DCFE9F89616C}" destId="{7012D9FF-7B9D-4E4B-BC5A-90E021F1437A}" srcOrd="8" destOrd="0" presId="urn:microsoft.com/office/officeart/2018/2/layout/IconVerticalSolidList"/>
    <dgm:cxn modelId="{427932C7-403F-4DCB-8EB1-CB515A83E6A1}" type="presParOf" srcId="{7012D9FF-7B9D-4E4B-BC5A-90E021F1437A}" destId="{7A65AE94-3FB8-4D16-92D8-7480CC5E296C}" srcOrd="0" destOrd="0" presId="urn:microsoft.com/office/officeart/2018/2/layout/IconVerticalSolidList"/>
    <dgm:cxn modelId="{450F5A2E-F63D-4E63-9A7D-1024B8015966}" type="presParOf" srcId="{7012D9FF-7B9D-4E4B-BC5A-90E021F1437A}" destId="{F15B669F-9238-4A61-915A-70627B4BC853}" srcOrd="1" destOrd="0" presId="urn:microsoft.com/office/officeart/2018/2/layout/IconVerticalSolidList"/>
    <dgm:cxn modelId="{76682345-132A-48FD-A36D-B0CD9F3D08C8}" type="presParOf" srcId="{7012D9FF-7B9D-4E4B-BC5A-90E021F1437A}" destId="{C0F1F571-2CC6-4621-B445-B7ECEE3C5080}" srcOrd="2" destOrd="0" presId="urn:microsoft.com/office/officeart/2018/2/layout/IconVerticalSolidList"/>
    <dgm:cxn modelId="{708A674A-948B-4629-936C-509D059E2113}" type="presParOf" srcId="{7012D9FF-7B9D-4E4B-BC5A-90E021F1437A}" destId="{73B3A48A-642E-4F8B-8FA4-6F2D1C54471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96C7B34-4CC7-4EBA-9A22-D2E13A188571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F6F08D89-FDAA-4780-8194-E82AF4DDE8C4}">
      <dgm:prSet/>
      <dgm:spPr/>
      <dgm:t>
        <a:bodyPr/>
        <a:lstStyle/>
        <a:p>
          <a:r>
            <a:rPr lang="en-US" b="1" i="0" baseline="0" dirty="0"/>
            <a:t>Internet browsers: </a:t>
          </a:r>
          <a:r>
            <a:rPr lang="en-US" b="0" i="0" baseline="0" dirty="0"/>
            <a:t>access websites, web apps (online banking, shopping)</a:t>
          </a:r>
          <a:endParaRPr lang="en-US" dirty="0"/>
        </a:p>
      </dgm:t>
    </dgm:pt>
    <dgm:pt modelId="{6E18AF57-B8F3-4456-A412-6DC39F9DEF84}" type="parTrans" cxnId="{225CA29B-31A0-4601-B289-F9797FDC50EF}">
      <dgm:prSet/>
      <dgm:spPr/>
      <dgm:t>
        <a:bodyPr/>
        <a:lstStyle/>
        <a:p>
          <a:endParaRPr lang="en-US"/>
        </a:p>
      </dgm:t>
    </dgm:pt>
    <dgm:pt modelId="{9D2E7B97-83B6-4B8C-9769-B245BD9872B1}" type="sibTrans" cxnId="{225CA29B-31A0-4601-B289-F9797FDC50EF}">
      <dgm:prSet/>
      <dgm:spPr/>
      <dgm:t>
        <a:bodyPr/>
        <a:lstStyle/>
        <a:p>
          <a:endParaRPr lang="en-US"/>
        </a:p>
      </dgm:t>
    </dgm:pt>
    <dgm:pt modelId="{F56C0435-892D-44A0-882D-66F5F22C743B}">
      <dgm:prSet/>
      <dgm:spPr/>
      <dgm:t>
        <a:bodyPr/>
        <a:lstStyle/>
        <a:p>
          <a:r>
            <a:rPr lang="en-US" b="1" i="0" baseline="0" dirty="0"/>
            <a:t>Instant messaging: </a:t>
          </a:r>
          <a:r>
            <a:rPr lang="en-US" b="0" i="0" baseline="0" dirty="0"/>
            <a:t>real-time text communication (e.g. Messenger)</a:t>
          </a:r>
          <a:endParaRPr lang="en-US" dirty="0"/>
        </a:p>
      </dgm:t>
    </dgm:pt>
    <dgm:pt modelId="{7B3E4AB1-02E7-4FF1-8624-68EA84949B1D}" type="parTrans" cxnId="{B6C8381C-53C6-47DA-ABCC-77211F7B4993}">
      <dgm:prSet/>
      <dgm:spPr/>
      <dgm:t>
        <a:bodyPr/>
        <a:lstStyle/>
        <a:p>
          <a:endParaRPr lang="en-US"/>
        </a:p>
      </dgm:t>
    </dgm:pt>
    <dgm:pt modelId="{B861ED6C-390E-461C-A692-FE8355D54B4A}" type="sibTrans" cxnId="{B6C8381C-53C6-47DA-ABCC-77211F7B4993}">
      <dgm:prSet/>
      <dgm:spPr/>
      <dgm:t>
        <a:bodyPr/>
        <a:lstStyle/>
        <a:p>
          <a:endParaRPr lang="en-US"/>
        </a:p>
      </dgm:t>
    </dgm:pt>
    <dgm:pt modelId="{76A81AED-7777-4B33-867F-BF25243341B4}">
      <dgm:prSet/>
      <dgm:spPr/>
      <dgm:t>
        <a:bodyPr/>
        <a:lstStyle/>
        <a:p>
          <a:r>
            <a:rPr lang="en-US" b="1" i="0" baseline="0" dirty="0"/>
            <a:t>File transfer programs: </a:t>
          </a:r>
          <a:r>
            <a:rPr lang="en-US" b="0" i="0" baseline="0" dirty="0"/>
            <a:t>upload/download files (to web servers, wikis)</a:t>
          </a:r>
          <a:endParaRPr lang="en-US" dirty="0"/>
        </a:p>
      </dgm:t>
    </dgm:pt>
    <dgm:pt modelId="{BF80C18C-CF72-41EE-AE66-449BD8590067}" type="parTrans" cxnId="{F0A1450B-E159-46EB-8B3F-D1F5D0D4E527}">
      <dgm:prSet/>
      <dgm:spPr/>
      <dgm:t>
        <a:bodyPr/>
        <a:lstStyle/>
        <a:p>
          <a:endParaRPr lang="en-US"/>
        </a:p>
      </dgm:t>
    </dgm:pt>
    <dgm:pt modelId="{A97A93F9-917F-4D52-A2AC-2FC90F4B481D}" type="sibTrans" cxnId="{F0A1450B-E159-46EB-8B3F-D1F5D0D4E527}">
      <dgm:prSet/>
      <dgm:spPr/>
      <dgm:t>
        <a:bodyPr/>
        <a:lstStyle/>
        <a:p>
          <a:endParaRPr lang="en-US"/>
        </a:p>
      </dgm:t>
    </dgm:pt>
    <dgm:pt modelId="{415146F2-8841-4790-AA0C-13D987339F5F}">
      <dgm:prSet/>
      <dgm:spPr/>
      <dgm:t>
        <a:bodyPr/>
        <a:lstStyle/>
        <a:p>
          <a:r>
            <a:rPr lang="en-US" b="1" i="0" baseline="0" dirty="0"/>
            <a:t>VoIP software: </a:t>
          </a:r>
          <a:r>
            <a:rPr lang="en-US" b="0" i="0" baseline="0" dirty="0"/>
            <a:t>internet phone calls (e.g., Skype)</a:t>
          </a:r>
          <a:endParaRPr lang="en-US" dirty="0"/>
        </a:p>
      </dgm:t>
    </dgm:pt>
    <dgm:pt modelId="{39B25E50-E613-41F9-B225-EB857BAD4232}" type="parTrans" cxnId="{25EDEF02-2B27-4898-96FB-DC17B1C05B44}">
      <dgm:prSet/>
      <dgm:spPr/>
      <dgm:t>
        <a:bodyPr/>
        <a:lstStyle/>
        <a:p>
          <a:endParaRPr lang="en-US"/>
        </a:p>
      </dgm:t>
    </dgm:pt>
    <dgm:pt modelId="{97AEF272-A316-4CA3-BFA5-6CAB23948A29}" type="sibTrans" cxnId="{25EDEF02-2B27-4898-96FB-DC17B1C05B44}">
      <dgm:prSet/>
      <dgm:spPr/>
      <dgm:t>
        <a:bodyPr/>
        <a:lstStyle/>
        <a:p>
          <a:endParaRPr lang="en-US"/>
        </a:p>
      </dgm:t>
    </dgm:pt>
    <dgm:pt modelId="{7B08C7FF-6281-4F8A-BA7E-83F023436897}">
      <dgm:prSet/>
      <dgm:spPr/>
      <dgm:t>
        <a:bodyPr/>
        <a:lstStyle/>
        <a:p>
          <a:r>
            <a:rPr lang="en-US" b="1" i="0" baseline="0" dirty="0"/>
            <a:t>Videoconferencing: </a:t>
          </a:r>
          <a:r>
            <a:rPr lang="en-US" b="0" i="0" baseline="0" dirty="0"/>
            <a:t>video/audio calls, chat, multi-user document editing (Zoom, MS Teams)</a:t>
          </a:r>
          <a:endParaRPr lang="en-US" dirty="0"/>
        </a:p>
      </dgm:t>
    </dgm:pt>
    <dgm:pt modelId="{008D1661-9102-4DBF-BA22-A8C9DCA32A57}" type="parTrans" cxnId="{F02F14D0-2041-42B4-AE68-CFC9FC4395B4}">
      <dgm:prSet/>
      <dgm:spPr/>
      <dgm:t>
        <a:bodyPr/>
        <a:lstStyle/>
        <a:p>
          <a:endParaRPr lang="en-US"/>
        </a:p>
      </dgm:t>
    </dgm:pt>
    <dgm:pt modelId="{0A8E5F62-77CE-4A91-949B-337D20C4E073}" type="sibTrans" cxnId="{F02F14D0-2041-42B4-AE68-CFC9FC4395B4}">
      <dgm:prSet/>
      <dgm:spPr/>
      <dgm:t>
        <a:bodyPr/>
        <a:lstStyle/>
        <a:p>
          <a:endParaRPr lang="en-US"/>
        </a:p>
      </dgm:t>
    </dgm:pt>
    <dgm:pt modelId="{1B2DFB2A-51CD-4FD8-95EF-882E67A17521}">
      <dgm:prSet/>
      <dgm:spPr/>
      <dgm:t>
        <a:bodyPr/>
        <a:lstStyle/>
        <a:p>
          <a:r>
            <a:rPr lang="en-US" b="1" i="0" baseline="0" dirty="0"/>
            <a:t>Example: </a:t>
          </a:r>
          <a:r>
            <a:rPr lang="en-US" b="0" i="0" baseline="0" dirty="0"/>
            <a:t>Emergency Mobile Alert system – sends alerts via mobile towers</a:t>
          </a:r>
          <a:endParaRPr lang="en-US" dirty="0"/>
        </a:p>
      </dgm:t>
    </dgm:pt>
    <dgm:pt modelId="{B22B058E-71B8-47AA-84DA-8D1D87773996}" type="parTrans" cxnId="{B59D042B-12CA-4812-9466-A79558F4570E}">
      <dgm:prSet/>
      <dgm:spPr/>
      <dgm:t>
        <a:bodyPr/>
        <a:lstStyle/>
        <a:p>
          <a:endParaRPr lang="en-US"/>
        </a:p>
      </dgm:t>
    </dgm:pt>
    <dgm:pt modelId="{8FB99D6B-3339-4642-A5A9-C81055466499}" type="sibTrans" cxnId="{B59D042B-12CA-4812-9466-A79558F4570E}">
      <dgm:prSet/>
      <dgm:spPr/>
      <dgm:t>
        <a:bodyPr/>
        <a:lstStyle/>
        <a:p>
          <a:endParaRPr lang="en-US"/>
        </a:p>
      </dgm:t>
    </dgm:pt>
    <dgm:pt modelId="{60C61213-EDEB-4FFC-B879-485865D584D2}" type="pres">
      <dgm:prSet presAssocID="{196C7B34-4CC7-4EBA-9A22-D2E13A188571}" presName="vert0" presStyleCnt="0">
        <dgm:presLayoutVars>
          <dgm:dir/>
          <dgm:animOne val="branch"/>
          <dgm:animLvl val="lvl"/>
        </dgm:presLayoutVars>
      </dgm:prSet>
      <dgm:spPr/>
    </dgm:pt>
    <dgm:pt modelId="{6E4F41A1-9CB2-4F22-9D58-81896E8EEE9B}" type="pres">
      <dgm:prSet presAssocID="{F6F08D89-FDAA-4780-8194-E82AF4DDE8C4}" presName="thickLine" presStyleLbl="alignNode1" presStyleIdx="0" presStyleCnt="6"/>
      <dgm:spPr/>
    </dgm:pt>
    <dgm:pt modelId="{FAFDC224-DA02-43EE-8BDC-7AB54158AE15}" type="pres">
      <dgm:prSet presAssocID="{F6F08D89-FDAA-4780-8194-E82AF4DDE8C4}" presName="horz1" presStyleCnt="0"/>
      <dgm:spPr/>
    </dgm:pt>
    <dgm:pt modelId="{A6D2F609-11C1-4214-91E2-AA20EDCD4B6A}" type="pres">
      <dgm:prSet presAssocID="{F6F08D89-FDAA-4780-8194-E82AF4DDE8C4}" presName="tx1" presStyleLbl="revTx" presStyleIdx="0" presStyleCnt="6"/>
      <dgm:spPr/>
    </dgm:pt>
    <dgm:pt modelId="{3B5659BE-DE9B-4FC1-BDB9-88EE89F4CE12}" type="pres">
      <dgm:prSet presAssocID="{F6F08D89-FDAA-4780-8194-E82AF4DDE8C4}" presName="vert1" presStyleCnt="0"/>
      <dgm:spPr/>
    </dgm:pt>
    <dgm:pt modelId="{E1F4E176-5F10-40D0-BB98-B7F5CBE2B390}" type="pres">
      <dgm:prSet presAssocID="{F56C0435-892D-44A0-882D-66F5F22C743B}" presName="thickLine" presStyleLbl="alignNode1" presStyleIdx="1" presStyleCnt="6"/>
      <dgm:spPr/>
    </dgm:pt>
    <dgm:pt modelId="{0AF672BB-6A23-410C-9ACA-F9583DE35756}" type="pres">
      <dgm:prSet presAssocID="{F56C0435-892D-44A0-882D-66F5F22C743B}" presName="horz1" presStyleCnt="0"/>
      <dgm:spPr/>
    </dgm:pt>
    <dgm:pt modelId="{1719A891-9C0A-4433-B7FB-B910BA12E830}" type="pres">
      <dgm:prSet presAssocID="{F56C0435-892D-44A0-882D-66F5F22C743B}" presName="tx1" presStyleLbl="revTx" presStyleIdx="1" presStyleCnt="6"/>
      <dgm:spPr/>
    </dgm:pt>
    <dgm:pt modelId="{C7D84AE2-92A8-49F4-8AF2-674E8A4F4EB8}" type="pres">
      <dgm:prSet presAssocID="{F56C0435-892D-44A0-882D-66F5F22C743B}" presName="vert1" presStyleCnt="0"/>
      <dgm:spPr/>
    </dgm:pt>
    <dgm:pt modelId="{EB1A9ACE-0B3D-46F5-8EB4-1A54D05A74CC}" type="pres">
      <dgm:prSet presAssocID="{76A81AED-7777-4B33-867F-BF25243341B4}" presName="thickLine" presStyleLbl="alignNode1" presStyleIdx="2" presStyleCnt="6"/>
      <dgm:spPr/>
    </dgm:pt>
    <dgm:pt modelId="{2E12EED5-FEBC-45BC-B931-1D5BE53EA469}" type="pres">
      <dgm:prSet presAssocID="{76A81AED-7777-4B33-867F-BF25243341B4}" presName="horz1" presStyleCnt="0"/>
      <dgm:spPr/>
    </dgm:pt>
    <dgm:pt modelId="{660BDCD3-FE8A-4265-AB1E-1F04FB78AFF5}" type="pres">
      <dgm:prSet presAssocID="{76A81AED-7777-4B33-867F-BF25243341B4}" presName="tx1" presStyleLbl="revTx" presStyleIdx="2" presStyleCnt="6"/>
      <dgm:spPr/>
    </dgm:pt>
    <dgm:pt modelId="{91C7289B-C915-4482-9296-E04650BDB21F}" type="pres">
      <dgm:prSet presAssocID="{76A81AED-7777-4B33-867F-BF25243341B4}" presName="vert1" presStyleCnt="0"/>
      <dgm:spPr/>
    </dgm:pt>
    <dgm:pt modelId="{5C853917-3DF9-4F82-B123-0E6C0AAEE81C}" type="pres">
      <dgm:prSet presAssocID="{415146F2-8841-4790-AA0C-13D987339F5F}" presName="thickLine" presStyleLbl="alignNode1" presStyleIdx="3" presStyleCnt="6"/>
      <dgm:spPr/>
    </dgm:pt>
    <dgm:pt modelId="{C92E3007-5D13-4C52-B44E-60A24B316A28}" type="pres">
      <dgm:prSet presAssocID="{415146F2-8841-4790-AA0C-13D987339F5F}" presName="horz1" presStyleCnt="0"/>
      <dgm:spPr/>
    </dgm:pt>
    <dgm:pt modelId="{1CE5434C-1743-4E87-8E98-2E935A31E46A}" type="pres">
      <dgm:prSet presAssocID="{415146F2-8841-4790-AA0C-13D987339F5F}" presName="tx1" presStyleLbl="revTx" presStyleIdx="3" presStyleCnt="6"/>
      <dgm:spPr/>
    </dgm:pt>
    <dgm:pt modelId="{A46240EF-9A9A-4715-AE19-529181AAD46F}" type="pres">
      <dgm:prSet presAssocID="{415146F2-8841-4790-AA0C-13D987339F5F}" presName="vert1" presStyleCnt="0"/>
      <dgm:spPr/>
    </dgm:pt>
    <dgm:pt modelId="{11DF3D33-1322-4116-AA6D-C8E95799B0F3}" type="pres">
      <dgm:prSet presAssocID="{7B08C7FF-6281-4F8A-BA7E-83F023436897}" presName="thickLine" presStyleLbl="alignNode1" presStyleIdx="4" presStyleCnt="6"/>
      <dgm:spPr/>
    </dgm:pt>
    <dgm:pt modelId="{3A80AAC1-A8F6-4CB1-8FB0-BD06692FBE5F}" type="pres">
      <dgm:prSet presAssocID="{7B08C7FF-6281-4F8A-BA7E-83F023436897}" presName="horz1" presStyleCnt="0"/>
      <dgm:spPr/>
    </dgm:pt>
    <dgm:pt modelId="{E40AF50B-1AAA-41E5-AD75-D3F02F0AEBB3}" type="pres">
      <dgm:prSet presAssocID="{7B08C7FF-6281-4F8A-BA7E-83F023436897}" presName="tx1" presStyleLbl="revTx" presStyleIdx="4" presStyleCnt="6"/>
      <dgm:spPr/>
    </dgm:pt>
    <dgm:pt modelId="{22C2A340-90DE-4786-97DB-531872CF9391}" type="pres">
      <dgm:prSet presAssocID="{7B08C7FF-6281-4F8A-BA7E-83F023436897}" presName="vert1" presStyleCnt="0"/>
      <dgm:spPr/>
    </dgm:pt>
    <dgm:pt modelId="{6B2F2BD7-FABE-4087-82B5-A8269075D9EC}" type="pres">
      <dgm:prSet presAssocID="{1B2DFB2A-51CD-4FD8-95EF-882E67A17521}" presName="thickLine" presStyleLbl="alignNode1" presStyleIdx="5" presStyleCnt="6"/>
      <dgm:spPr/>
    </dgm:pt>
    <dgm:pt modelId="{18E6D867-D791-4CA2-8E8E-8939699BC4DA}" type="pres">
      <dgm:prSet presAssocID="{1B2DFB2A-51CD-4FD8-95EF-882E67A17521}" presName="horz1" presStyleCnt="0"/>
      <dgm:spPr/>
    </dgm:pt>
    <dgm:pt modelId="{B44A591B-9D19-4BF5-A548-C0370F55EDE2}" type="pres">
      <dgm:prSet presAssocID="{1B2DFB2A-51CD-4FD8-95EF-882E67A17521}" presName="tx1" presStyleLbl="revTx" presStyleIdx="5" presStyleCnt="6"/>
      <dgm:spPr/>
    </dgm:pt>
    <dgm:pt modelId="{C98595AE-3B17-4773-908C-D249F158EF55}" type="pres">
      <dgm:prSet presAssocID="{1B2DFB2A-51CD-4FD8-95EF-882E67A17521}" presName="vert1" presStyleCnt="0"/>
      <dgm:spPr/>
    </dgm:pt>
  </dgm:ptLst>
  <dgm:cxnLst>
    <dgm:cxn modelId="{25EDEF02-2B27-4898-96FB-DC17B1C05B44}" srcId="{196C7B34-4CC7-4EBA-9A22-D2E13A188571}" destId="{415146F2-8841-4790-AA0C-13D987339F5F}" srcOrd="3" destOrd="0" parTransId="{39B25E50-E613-41F9-B225-EB857BAD4232}" sibTransId="{97AEF272-A316-4CA3-BFA5-6CAB23948A29}"/>
    <dgm:cxn modelId="{F0A1450B-E159-46EB-8B3F-D1F5D0D4E527}" srcId="{196C7B34-4CC7-4EBA-9A22-D2E13A188571}" destId="{76A81AED-7777-4B33-867F-BF25243341B4}" srcOrd="2" destOrd="0" parTransId="{BF80C18C-CF72-41EE-AE66-449BD8590067}" sibTransId="{A97A93F9-917F-4D52-A2AC-2FC90F4B481D}"/>
    <dgm:cxn modelId="{ECD3D00D-E81D-4F25-9E7A-63F975FEE664}" type="presOf" srcId="{415146F2-8841-4790-AA0C-13D987339F5F}" destId="{1CE5434C-1743-4E87-8E98-2E935A31E46A}" srcOrd="0" destOrd="0" presId="urn:microsoft.com/office/officeart/2008/layout/LinedList"/>
    <dgm:cxn modelId="{B6C8381C-53C6-47DA-ABCC-77211F7B4993}" srcId="{196C7B34-4CC7-4EBA-9A22-D2E13A188571}" destId="{F56C0435-892D-44A0-882D-66F5F22C743B}" srcOrd="1" destOrd="0" parTransId="{7B3E4AB1-02E7-4FF1-8624-68EA84949B1D}" sibTransId="{B861ED6C-390E-461C-A692-FE8355D54B4A}"/>
    <dgm:cxn modelId="{CF863022-ED00-4CF5-82DE-FA9FD3424051}" type="presOf" srcId="{7B08C7FF-6281-4F8A-BA7E-83F023436897}" destId="{E40AF50B-1AAA-41E5-AD75-D3F02F0AEBB3}" srcOrd="0" destOrd="0" presId="urn:microsoft.com/office/officeart/2008/layout/LinedList"/>
    <dgm:cxn modelId="{B59D042B-12CA-4812-9466-A79558F4570E}" srcId="{196C7B34-4CC7-4EBA-9A22-D2E13A188571}" destId="{1B2DFB2A-51CD-4FD8-95EF-882E67A17521}" srcOrd="5" destOrd="0" parTransId="{B22B058E-71B8-47AA-84DA-8D1D87773996}" sibTransId="{8FB99D6B-3339-4642-A5A9-C81055466499}"/>
    <dgm:cxn modelId="{98CD1753-B04E-4BA9-A6A7-911FDB7AFA8E}" type="presOf" srcId="{1B2DFB2A-51CD-4FD8-95EF-882E67A17521}" destId="{B44A591B-9D19-4BF5-A548-C0370F55EDE2}" srcOrd="0" destOrd="0" presId="urn:microsoft.com/office/officeart/2008/layout/LinedList"/>
    <dgm:cxn modelId="{225CA29B-31A0-4601-B289-F9797FDC50EF}" srcId="{196C7B34-4CC7-4EBA-9A22-D2E13A188571}" destId="{F6F08D89-FDAA-4780-8194-E82AF4DDE8C4}" srcOrd="0" destOrd="0" parTransId="{6E18AF57-B8F3-4456-A412-6DC39F9DEF84}" sibTransId="{9D2E7B97-83B6-4B8C-9769-B245BD9872B1}"/>
    <dgm:cxn modelId="{DB1923AE-4316-4AA9-BCA8-585C0406ED6A}" type="presOf" srcId="{196C7B34-4CC7-4EBA-9A22-D2E13A188571}" destId="{60C61213-EDEB-4FFC-B879-485865D584D2}" srcOrd="0" destOrd="0" presId="urn:microsoft.com/office/officeart/2008/layout/LinedList"/>
    <dgm:cxn modelId="{A3BF49AE-BF00-4B98-8127-18D6C2C6F7E1}" type="presOf" srcId="{76A81AED-7777-4B33-867F-BF25243341B4}" destId="{660BDCD3-FE8A-4265-AB1E-1F04FB78AFF5}" srcOrd="0" destOrd="0" presId="urn:microsoft.com/office/officeart/2008/layout/LinedList"/>
    <dgm:cxn modelId="{EF31AFC2-9132-4443-A322-0538D75BE495}" type="presOf" srcId="{F56C0435-892D-44A0-882D-66F5F22C743B}" destId="{1719A891-9C0A-4433-B7FB-B910BA12E830}" srcOrd="0" destOrd="0" presId="urn:microsoft.com/office/officeart/2008/layout/LinedList"/>
    <dgm:cxn modelId="{F02F14D0-2041-42B4-AE68-CFC9FC4395B4}" srcId="{196C7B34-4CC7-4EBA-9A22-D2E13A188571}" destId="{7B08C7FF-6281-4F8A-BA7E-83F023436897}" srcOrd="4" destOrd="0" parTransId="{008D1661-9102-4DBF-BA22-A8C9DCA32A57}" sibTransId="{0A8E5F62-77CE-4A91-949B-337D20C4E073}"/>
    <dgm:cxn modelId="{565A88EA-B47B-4D80-A6F7-C50289EED427}" type="presOf" srcId="{F6F08D89-FDAA-4780-8194-E82AF4DDE8C4}" destId="{A6D2F609-11C1-4214-91E2-AA20EDCD4B6A}" srcOrd="0" destOrd="0" presId="urn:microsoft.com/office/officeart/2008/layout/LinedList"/>
    <dgm:cxn modelId="{F662E24D-589D-48B5-9700-6229E886E29C}" type="presParOf" srcId="{60C61213-EDEB-4FFC-B879-485865D584D2}" destId="{6E4F41A1-9CB2-4F22-9D58-81896E8EEE9B}" srcOrd="0" destOrd="0" presId="urn:microsoft.com/office/officeart/2008/layout/LinedList"/>
    <dgm:cxn modelId="{073CD07D-8A27-428B-AB96-9973F34C4FEF}" type="presParOf" srcId="{60C61213-EDEB-4FFC-B879-485865D584D2}" destId="{FAFDC224-DA02-43EE-8BDC-7AB54158AE15}" srcOrd="1" destOrd="0" presId="urn:microsoft.com/office/officeart/2008/layout/LinedList"/>
    <dgm:cxn modelId="{997740BA-C59A-405E-AE62-D912E4C78438}" type="presParOf" srcId="{FAFDC224-DA02-43EE-8BDC-7AB54158AE15}" destId="{A6D2F609-11C1-4214-91E2-AA20EDCD4B6A}" srcOrd="0" destOrd="0" presId="urn:microsoft.com/office/officeart/2008/layout/LinedList"/>
    <dgm:cxn modelId="{C607C382-C682-4FDE-81EF-6CA631DB72B0}" type="presParOf" srcId="{FAFDC224-DA02-43EE-8BDC-7AB54158AE15}" destId="{3B5659BE-DE9B-4FC1-BDB9-88EE89F4CE12}" srcOrd="1" destOrd="0" presId="urn:microsoft.com/office/officeart/2008/layout/LinedList"/>
    <dgm:cxn modelId="{4C6F63BD-B4D0-4C0C-9830-F23F6B1F78B7}" type="presParOf" srcId="{60C61213-EDEB-4FFC-B879-485865D584D2}" destId="{E1F4E176-5F10-40D0-BB98-B7F5CBE2B390}" srcOrd="2" destOrd="0" presId="urn:microsoft.com/office/officeart/2008/layout/LinedList"/>
    <dgm:cxn modelId="{63A94640-4E5F-4E87-99B3-CFA1865AEC4A}" type="presParOf" srcId="{60C61213-EDEB-4FFC-B879-485865D584D2}" destId="{0AF672BB-6A23-410C-9ACA-F9583DE35756}" srcOrd="3" destOrd="0" presId="urn:microsoft.com/office/officeart/2008/layout/LinedList"/>
    <dgm:cxn modelId="{FC11A0E9-71D2-4AA9-9C4B-E0F20441648D}" type="presParOf" srcId="{0AF672BB-6A23-410C-9ACA-F9583DE35756}" destId="{1719A891-9C0A-4433-B7FB-B910BA12E830}" srcOrd="0" destOrd="0" presId="urn:microsoft.com/office/officeart/2008/layout/LinedList"/>
    <dgm:cxn modelId="{24308DA2-F6FE-4A79-98EB-FA55C44E4F1D}" type="presParOf" srcId="{0AF672BB-6A23-410C-9ACA-F9583DE35756}" destId="{C7D84AE2-92A8-49F4-8AF2-674E8A4F4EB8}" srcOrd="1" destOrd="0" presId="urn:microsoft.com/office/officeart/2008/layout/LinedList"/>
    <dgm:cxn modelId="{B4F3FF26-23C9-44DF-9283-7617C767FC49}" type="presParOf" srcId="{60C61213-EDEB-4FFC-B879-485865D584D2}" destId="{EB1A9ACE-0B3D-46F5-8EB4-1A54D05A74CC}" srcOrd="4" destOrd="0" presId="urn:microsoft.com/office/officeart/2008/layout/LinedList"/>
    <dgm:cxn modelId="{B8D53B42-56FB-4D7F-BC7E-96D173986178}" type="presParOf" srcId="{60C61213-EDEB-4FFC-B879-485865D584D2}" destId="{2E12EED5-FEBC-45BC-B931-1D5BE53EA469}" srcOrd="5" destOrd="0" presId="urn:microsoft.com/office/officeart/2008/layout/LinedList"/>
    <dgm:cxn modelId="{1D926C23-D78C-47AF-BC5E-231A07F68BBA}" type="presParOf" srcId="{2E12EED5-FEBC-45BC-B931-1D5BE53EA469}" destId="{660BDCD3-FE8A-4265-AB1E-1F04FB78AFF5}" srcOrd="0" destOrd="0" presId="urn:microsoft.com/office/officeart/2008/layout/LinedList"/>
    <dgm:cxn modelId="{6BA3F511-DA81-49EB-AAFC-915F3BE22564}" type="presParOf" srcId="{2E12EED5-FEBC-45BC-B931-1D5BE53EA469}" destId="{91C7289B-C915-4482-9296-E04650BDB21F}" srcOrd="1" destOrd="0" presId="urn:microsoft.com/office/officeart/2008/layout/LinedList"/>
    <dgm:cxn modelId="{1793EBCB-51E1-4EF0-B159-58B11F9F953C}" type="presParOf" srcId="{60C61213-EDEB-4FFC-B879-485865D584D2}" destId="{5C853917-3DF9-4F82-B123-0E6C0AAEE81C}" srcOrd="6" destOrd="0" presId="urn:microsoft.com/office/officeart/2008/layout/LinedList"/>
    <dgm:cxn modelId="{B03E22F7-EAB7-4CF4-B290-03D1E63E589E}" type="presParOf" srcId="{60C61213-EDEB-4FFC-B879-485865D584D2}" destId="{C92E3007-5D13-4C52-B44E-60A24B316A28}" srcOrd="7" destOrd="0" presId="urn:microsoft.com/office/officeart/2008/layout/LinedList"/>
    <dgm:cxn modelId="{8ADCAC63-0411-43A2-8114-4568EF7E2B1E}" type="presParOf" srcId="{C92E3007-5D13-4C52-B44E-60A24B316A28}" destId="{1CE5434C-1743-4E87-8E98-2E935A31E46A}" srcOrd="0" destOrd="0" presId="urn:microsoft.com/office/officeart/2008/layout/LinedList"/>
    <dgm:cxn modelId="{B89728B6-3245-4A2C-8C8F-DAA53939CA11}" type="presParOf" srcId="{C92E3007-5D13-4C52-B44E-60A24B316A28}" destId="{A46240EF-9A9A-4715-AE19-529181AAD46F}" srcOrd="1" destOrd="0" presId="urn:microsoft.com/office/officeart/2008/layout/LinedList"/>
    <dgm:cxn modelId="{5CEF661E-6C96-4C98-B5EF-F466909A4D85}" type="presParOf" srcId="{60C61213-EDEB-4FFC-B879-485865D584D2}" destId="{11DF3D33-1322-4116-AA6D-C8E95799B0F3}" srcOrd="8" destOrd="0" presId="urn:microsoft.com/office/officeart/2008/layout/LinedList"/>
    <dgm:cxn modelId="{CCE9EFD3-C68A-4E8F-982F-EB1E7A002BD7}" type="presParOf" srcId="{60C61213-EDEB-4FFC-B879-485865D584D2}" destId="{3A80AAC1-A8F6-4CB1-8FB0-BD06692FBE5F}" srcOrd="9" destOrd="0" presId="urn:microsoft.com/office/officeart/2008/layout/LinedList"/>
    <dgm:cxn modelId="{EE3B1F8F-0EDD-41E3-AC02-FCFCD324A71D}" type="presParOf" srcId="{3A80AAC1-A8F6-4CB1-8FB0-BD06692FBE5F}" destId="{E40AF50B-1AAA-41E5-AD75-D3F02F0AEBB3}" srcOrd="0" destOrd="0" presId="urn:microsoft.com/office/officeart/2008/layout/LinedList"/>
    <dgm:cxn modelId="{BB6ECCCE-0AD2-4762-B3C7-6E91B98F55A2}" type="presParOf" srcId="{3A80AAC1-A8F6-4CB1-8FB0-BD06692FBE5F}" destId="{22C2A340-90DE-4786-97DB-531872CF9391}" srcOrd="1" destOrd="0" presId="urn:microsoft.com/office/officeart/2008/layout/LinedList"/>
    <dgm:cxn modelId="{32FAA492-155B-4566-98AB-E5073F42D09A}" type="presParOf" srcId="{60C61213-EDEB-4FFC-B879-485865D584D2}" destId="{6B2F2BD7-FABE-4087-82B5-A8269075D9EC}" srcOrd="10" destOrd="0" presId="urn:microsoft.com/office/officeart/2008/layout/LinedList"/>
    <dgm:cxn modelId="{7D5B88D2-E2D1-4F4F-8A0E-4FB5541FEF49}" type="presParOf" srcId="{60C61213-EDEB-4FFC-B879-485865D584D2}" destId="{18E6D867-D791-4CA2-8E8E-8939699BC4DA}" srcOrd="11" destOrd="0" presId="urn:microsoft.com/office/officeart/2008/layout/LinedList"/>
    <dgm:cxn modelId="{A42737F1-0D02-4D5D-8CC2-C92C6C6E1668}" type="presParOf" srcId="{18E6D867-D791-4CA2-8E8E-8939699BC4DA}" destId="{B44A591B-9D19-4BF5-A548-C0370F55EDE2}" srcOrd="0" destOrd="0" presId="urn:microsoft.com/office/officeart/2008/layout/LinedList"/>
    <dgm:cxn modelId="{CBD93E11-C093-45BD-91E4-2F7F55BDD188}" type="presParOf" srcId="{18E6D867-D791-4CA2-8E8E-8939699BC4DA}" destId="{C98595AE-3B17-4773-908C-D249F158EF55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65F4529-9580-41FC-AB29-1D6B1DE0D039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11CAE0C-8676-4F69-B835-FC132ED06654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Word processing and email essential for modern business</a:t>
          </a:r>
          <a:endParaRPr lang="en-US"/>
        </a:p>
      </dgm:t>
    </dgm:pt>
    <dgm:pt modelId="{F0D2A837-B0A2-456B-8147-FC8023BB8CFC}" type="parTrans" cxnId="{08C0B9D7-5C75-46D5-B13F-0F209E81B0AC}">
      <dgm:prSet/>
      <dgm:spPr/>
      <dgm:t>
        <a:bodyPr/>
        <a:lstStyle/>
        <a:p>
          <a:endParaRPr lang="en-US"/>
        </a:p>
      </dgm:t>
    </dgm:pt>
    <dgm:pt modelId="{5BDAD047-967F-42AD-8990-D37E1142D9A1}" type="sibTrans" cxnId="{08C0B9D7-5C75-46D5-B13F-0F209E81B0AC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F21006D5-ECBA-44BE-9B58-64BEB9B0A86D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Intranets/knowledge management: share info across teams</a:t>
          </a:r>
          <a:endParaRPr lang="en-US"/>
        </a:p>
      </dgm:t>
    </dgm:pt>
    <dgm:pt modelId="{8CF944E0-34EE-410D-9FB7-07AA997F9192}" type="parTrans" cxnId="{DFCE4E1D-344E-4FF5-94CB-7C035CE437C2}">
      <dgm:prSet/>
      <dgm:spPr/>
      <dgm:t>
        <a:bodyPr/>
        <a:lstStyle/>
        <a:p>
          <a:endParaRPr lang="en-US"/>
        </a:p>
      </dgm:t>
    </dgm:pt>
    <dgm:pt modelId="{C8F475C4-A0D1-42AA-B91B-6F7787AF16EC}" type="sibTrans" cxnId="{DFCE4E1D-344E-4FF5-94CB-7C035CE437C2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6E345363-BC04-4C3F-ADDD-AAFD674D325D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Project management: schedule tasks and resources</a:t>
          </a:r>
          <a:endParaRPr lang="en-US"/>
        </a:p>
      </dgm:t>
    </dgm:pt>
    <dgm:pt modelId="{2099B6E9-EF04-4123-914B-BC94F5B3CF93}" type="parTrans" cxnId="{C0BA08BA-8160-42FD-ABB3-F4B2360B723A}">
      <dgm:prSet/>
      <dgm:spPr/>
      <dgm:t>
        <a:bodyPr/>
        <a:lstStyle/>
        <a:p>
          <a:endParaRPr lang="en-US"/>
        </a:p>
      </dgm:t>
    </dgm:pt>
    <dgm:pt modelId="{30854092-34E6-45A4-9BE5-020830C62F16}" type="sibTrans" cxnId="{C0BA08BA-8160-42FD-ABB3-F4B2360B723A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1F261D7B-E6C8-462E-A4F0-AEA7542388EA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Resource planning: manage staff, finances, and operations</a:t>
          </a:r>
          <a:endParaRPr lang="en-US"/>
        </a:p>
      </dgm:t>
    </dgm:pt>
    <dgm:pt modelId="{74D18FFF-7975-4B8B-A827-106F7D1E8895}" type="parTrans" cxnId="{BF75470C-98C0-4999-8999-5C088950C1B2}">
      <dgm:prSet/>
      <dgm:spPr/>
      <dgm:t>
        <a:bodyPr/>
        <a:lstStyle/>
        <a:p>
          <a:endParaRPr lang="en-US"/>
        </a:p>
      </dgm:t>
    </dgm:pt>
    <dgm:pt modelId="{E30A9205-B87F-4410-9309-70DFC8EE6EDE}" type="sibTrans" cxnId="{BF75470C-98C0-4999-8999-5C088950C1B2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3ACC7C20-A478-46BC-AD79-A03126F04996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Data analysis tools: spreadsheets to specialised analytical software</a:t>
          </a:r>
          <a:endParaRPr lang="en-US"/>
        </a:p>
      </dgm:t>
    </dgm:pt>
    <dgm:pt modelId="{5AD3DAB8-C009-4238-A658-C777DC0FC675}" type="parTrans" cxnId="{5EA34352-07F1-4029-8170-33EACD9E95F1}">
      <dgm:prSet/>
      <dgm:spPr/>
      <dgm:t>
        <a:bodyPr/>
        <a:lstStyle/>
        <a:p>
          <a:endParaRPr lang="en-US"/>
        </a:p>
      </dgm:t>
    </dgm:pt>
    <dgm:pt modelId="{915CA2D8-4F50-46A4-BF0E-F8C469E528B9}" type="sibTrans" cxnId="{5EA34352-07F1-4029-8170-33EACD9E95F1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57806D17-265F-4E41-A868-E60F22F211CB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Supports decision-making and efficiency in large organisations</a:t>
          </a:r>
          <a:endParaRPr lang="en-US"/>
        </a:p>
      </dgm:t>
    </dgm:pt>
    <dgm:pt modelId="{492293F7-CBD3-4B81-803A-11E8C4B0A7E3}" type="parTrans" cxnId="{F21E946E-720F-4470-84AA-BB6DFE42ED0F}">
      <dgm:prSet/>
      <dgm:spPr/>
      <dgm:t>
        <a:bodyPr/>
        <a:lstStyle/>
        <a:p>
          <a:endParaRPr lang="en-US"/>
        </a:p>
      </dgm:t>
    </dgm:pt>
    <dgm:pt modelId="{C553AFBB-47FC-4EED-859D-98F52A57B4B9}" type="sibTrans" cxnId="{F21E946E-720F-4470-84AA-BB6DFE42ED0F}">
      <dgm:prSet/>
      <dgm:spPr/>
      <dgm:t>
        <a:bodyPr/>
        <a:lstStyle/>
        <a:p>
          <a:endParaRPr lang="en-US"/>
        </a:p>
      </dgm:t>
    </dgm:pt>
    <dgm:pt modelId="{CAAF63C0-A3AB-4878-9720-D04432DFA5F5}" type="pres">
      <dgm:prSet presAssocID="{A65F4529-9580-41FC-AB29-1D6B1DE0D039}" presName="root" presStyleCnt="0">
        <dgm:presLayoutVars>
          <dgm:dir/>
          <dgm:resizeHandles val="exact"/>
        </dgm:presLayoutVars>
      </dgm:prSet>
      <dgm:spPr/>
    </dgm:pt>
    <dgm:pt modelId="{92B59428-A12D-4031-A788-764790B09179}" type="pres">
      <dgm:prSet presAssocID="{A65F4529-9580-41FC-AB29-1D6B1DE0D039}" presName="container" presStyleCnt="0">
        <dgm:presLayoutVars>
          <dgm:dir/>
          <dgm:resizeHandles val="exact"/>
        </dgm:presLayoutVars>
      </dgm:prSet>
      <dgm:spPr/>
    </dgm:pt>
    <dgm:pt modelId="{7D792C27-9D8B-4C75-A334-E4B9EF12AB4E}" type="pres">
      <dgm:prSet presAssocID="{111CAE0C-8676-4F69-B835-FC132ED06654}" presName="compNode" presStyleCnt="0"/>
      <dgm:spPr/>
    </dgm:pt>
    <dgm:pt modelId="{F2A4BE60-463C-4373-8501-B1B207D66A68}" type="pres">
      <dgm:prSet presAssocID="{111CAE0C-8676-4F69-B835-FC132ED06654}" presName="iconBgRect" presStyleLbl="bgShp" presStyleIdx="0" presStyleCnt="6"/>
      <dgm:spPr/>
    </dgm:pt>
    <dgm:pt modelId="{8FDFE160-D4A2-4104-BCC6-60FC748338FB}" type="pres">
      <dgm:prSet presAssocID="{111CAE0C-8676-4F69-B835-FC132ED06654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mail"/>
        </a:ext>
      </dgm:extLst>
    </dgm:pt>
    <dgm:pt modelId="{505A141E-87DB-414C-9F12-87A007DF371E}" type="pres">
      <dgm:prSet presAssocID="{111CAE0C-8676-4F69-B835-FC132ED06654}" presName="spaceRect" presStyleCnt="0"/>
      <dgm:spPr/>
    </dgm:pt>
    <dgm:pt modelId="{2CB55909-72EB-4A9B-83F7-3EE9A1D168E0}" type="pres">
      <dgm:prSet presAssocID="{111CAE0C-8676-4F69-B835-FC132ED06654}" presName="textRect" presStyleLbl="revTx" presStyleIdx="0" presStyleCnt="6">
        <dgm:presLayoutVars>
          <dgm:chMax val="1"/>
          <dgm:chPref val="1"/>
        </dgm:presLayoutVars>
      </dgm:prSet>
      <dgm:spPr/>
    </dgm:pt>
    <dgm:pt modelId="{EE094734-73F5-4FDE-BA69-3115B891BA40}" type="pres">
      <dgm:prSet presAssocID="{5BDAD047-967F-42AD-8990-D37E1142D9A1}" presName="sibTrans" presStyleLbl="sibTrans2D1" presStyleIdx="0" presStyleCnt="0"/>
      <dgm:spPr/>
    </dgm:pt>
    <dgm:pt modelId="{F37B0A65-707C-48AA-9112-27FE6C6FCC25}" type="pres">
      <dgm:prSet presAssocID="{F21006D5-ECBA-44BE-9B58-64BEB9B0A86D}" presName="compNode" presStyleCnt="0"/>
      <dgm:spPr/>
    </dgm:pt>
    <dgm:pt modelId="{1BA7F05F-FF65-4266-8EA0-C01CFC755E42}" type="pres">
      <dgm:prSet presAssocID="{F21006D5-ECBA-44BE-9B58-64BEB9B0A86D}" presName="iconBgRect" presStyleLbl="bgShp" presStyleIdx="1" presStyleCnt="6"/>
      <dgm:spPr/>
    </dgm:pt>
    <dgm:pt modelId="{E179C53F-3907-425D-A96E-F696D13177F7}" type="pres">
      <dgm:prSet presAssocID="{F21006D5-ECBA-44BE-9B58-64BEB9B0A86D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D562521D-62AF-420E-AE41-DB361B66D80C}" type="pres">
      <dgm:prSet presAssocID="{F21006D5-ECBA-44BE-9B58-64BEB9B0A86D}" presName="spaceRect" presStyleCnt="0"/>
      <dgm:spPr/>
    </dgm:pt>
    <dgm:pt modelId="{54D1E554-A4F2-4733-8671-DC9FA15C3E01}" type="pres">
      <dgm:prSet presAssocID="{F21006D5-ECBA-44BE-9B58-64BEB9B0A86D}" presName="textRect" presStyleLbl="revTx" presStyleIdx="1" presStyleCnt="6">
        <dgm:presLayoutVars>
          <dgm:chMax val="1"/>
          <dgm:chPref val="1"/>
        </dgm:presLayoutVars>
      </dgm:prSet>
      <dgm:spPr/>
    </dgm:pt>
    <dgm:pt modelId="{D60C1E36-6696-41BF-BB1F-65391D951521}" type="pres">
      <dgm:prSet presAssocID="{C8F475C4-A0D1-42AA-B91B-6F7787AF16EC}" presName="sibTrans" presStyleLbl="sibTrans2D1" presStyleIdx="0" presStyleCnt="0"/>
      <dgm:spPr/>
    </dgm:pt>
    <dgm:pt modelId="{28107EBA-6753-4722-A9EC-15FAF261F2E6}" type="pres">
      <dgm:prSet presAssocID="{6E345363-BC04-4C3F-ADDD-AAFD674D325D}" presName="compNode" presStyleCnt="0"/>
      <dgm:spPr/>
    </dgm:pt>
    <dgm:pt modelId="{E48B7423-63C8-4CDE-AE5E-EE12755D9E12}" type="pres">
      <dgm:prSet presAssocID="{6E345363-BC04-4C3F-ADDD-AAFD674D325D}" presName="iconBgRect" presStyleLbl="bgShp" presStyleIdx="2" presStyleCnt="6"/>
      <dgm:spPr/>
    </dgm:pt>
    <dgm:pt modelId="{6100669A-5C7C-4475-92E3-2C1E4A919006}" type="pres">
      <dgm:prSet presAssocID="{6E345363-BC04-4C3F-ADDD-AAFD674D325D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72BA7E7E-7245-4F6E-898E-F5929CA1302B}" type="pres">
      <dgm:prSet presAssocID="{6E345363-BC04-4C3F-ADDD-AAFD674D325D}" presName="spaceRect" presStyleCnt="0"/>
      <dgm:spPr/>
    </dgm:pt>
    <dgm:pt modelId="{45DBF1C2-3C31-4795-A1FF-5F6B00027763}" type="pres">
      <dgm:prSet presAssocID="{6E345363-BC04-4C3F-ADDD-AAFD674D325D}" presName="textRect" presStyleLbl="revTx" presStyleIdx="2" presStyleCnt="6">
        <dgm:presLayoutVars>
          <dgm:chMax val="1"/>
          <dgm:chPref val="1"/>
        </dgm:presLayoutVars>
      </dgm:prSet>
      <dgm:spPr/>
    </dgm:pt>
    <dgm:pt modelId="{E0550E5D-DB6E-49E8-A928-F7B631AE6BD7}" type="pres">
      <dgm:prSet presAssocID="{30854092-34E6-45A4-9BE5-020830C62F16}" presName="sibTrans" presStyleLbl="sibTrans2D1" presStyleIdx="0" presStyleCnt="0"/>
      <dgm:spPr/>
    </dgm:pt>
    <dgm:pt modelId="{859C0745-B542-4304-8392-E45F586CCD5F}" type="pres">
      <dgm:prSet presAssocID="{1F261D7B-E6C8-462E-A4F0-AEA7542388EA}" presName="compNode" presStyleCnt="0"/>
      <dgm:spPr/>
    </dgm:pt>
    <dgm:pt modelId="{6EFEC96F-1ACC-42BB-920E-F3A3AFA1CCE8}" type="pres">
      <dgm:prSet presAssocID="{1F261D7B-E6C8-462E-A4F0-AEA7542388EA}" presName="iconBgRect" presStyleLbl="bgShp" presStyleIdx="3" presStyleCnt="6"/>
      <dgm:spPr/>
    </dgm:pt>
    <dgm:pt modelId="{84ED58C8-9218-439F-85E9-E681CA7BEBAD}" type="pres">
      <dgm:prSet presAssocID="{1F261D7B-E6C8-462E-A4F0-AEA7542388EA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usiness Growth"/>
        </a:ext>
      </dgm:extLst>
    </dgm:pt>
    <dgm:pt modelId="{3F571277-1FA4-4F13-984D-B8DD7B5C0C51}" type="pres">
      <dgm:prSet presAssocID="{1F261D7B-E6C8-462E-A4F0-AEA7542388EA}" presName="spaceRect" presStyleCnt="0"/>
      <dgm:spPr/>
    </dgm:pt>
    <dgm:pt modelId="{7E370AF8-450F-4481-8DA8-08026C7F6278}" type="pres">
      <dgm:prSet presAssocID="{1F261D7B-E6C8-462E-A4F0-AEA7542388EA}" presName="textRect" presStyleLbl="revTx" presStyleIdx="3" presStyleCnt="6">
        <dgm:presLayoutVars>
          <dgm:chMax val="1"/>
          <dgm:chPref val="1"/>
        </dgm:presLayoutVars>
      </dgm:prSet>
      <dgm:spPr/>
    </dgm:pt>
    <dgm:pt modelId="{2BAC8516-A85D-4439-9FAE-221D2E1A3A3C}" type="pres">
      <dgm:prSet presAssocID="{E30A9205-B87F-4410-9309-70DFC8EE6EDE}" presName="sibTrans" presStyleLbl="sibTrans2D1" presStyleIdx="0" presStyleCnt="0"/>
      <dgm:spPr/>
    </dgm:pt>
    <dgm:pt modelId="{26B5D784-09E6-43F1-A89A-6F8E3C2A848C}" type="pres">
      <dgm:prSet presAssocID="{3ACC7C20-A478-46BC-AD79-A03126F04996}" presName="compNode" presStyleCnt="0"/>
      <dgm:spPr/>
    </dgm:pt>
    <dgm:pt modelId="{A446E837-8127-4670-9C2C-BDF88746D1E5}" type="pres">
      <dgm:prSet presAssocID="{3ACC7C20-A478-46BC-AD79-A03126F04996}" presName="iconBgRect" presStyleLbl="bgShp" presStyleIdx="4" presStyleCnt="6"/>
      <dgm:spPr/>
    </dgm:pt>
    <dgm:pt modelId="{CEDCD8D2-A17E-449C-B12B-23907F820238}" type="pres">
      <dgm:prSet presAssocID="{3ACC7C20-A478-46BC-AD79-A03126F04996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6FAE39FF-201B-49F3-A9DB-2A6D96256825}" type="pres">
      <dgm:prSet presAssocID="{3ACC7C20-A478-46BC-AD79-A03126F04996}" presName="spaceRect" presStyleCnt="0"/>
      <dgm:spPr/>
    </dgm:pt>
    <dgm:pt modelId="{A80C8B3F-1DE6-48CC-B754-B4BA877CCCC1}" type="pres">
      <dgm:prSet presAssocID="{3ACC7C20-A478-46BC-AD79-A03126F04996}" presName="textRect" presStyleLbl="revTx" presStyleIdx="4" presStyleCnt="6">
        <dgm:presLayoutVars>
          <dgm:chMax val="1"/>
          <dgm:chPref val="1"/>
        </dgm:presLayoutVars>
      </dgm:prSet>
      <dgm:spPr/>
    </dgm:pt>
    <dgm:pt modelId="{41494FAC-E1C5-4E23-BB7B-75CFF1D3506A}" type="pres">
      <dgm:prSet presAssocID="{915CA2D8-4F50-46A4-BF0E-F8C469E528B9}" presName="sibTrans" presStyleLbl="sibTrans2D1" presStyleIdx="0" presStyleCnt="0"/>
      <dgm:spPr/>
    </dgm:pt>
    <dgm:pt modelId="{B2663845-EB37-479F-8CA9-34D7ED8C88DD}" type="pres">
      <dgm:prSet presAssocID="{57806D17-265F-4E41-A868-E60F22F211CB}" presName="compNode" presStyleCnt="0"/>
      <dgm:spPr/>
    </dgm:pt>
    <dgm:pt modelId="{F9D0F33F-3009-4E40-88EB-764D5A3FFE78}" type="pres">
      <dgm:prSet presAssocID="{57806D17-265F-4E41-A868-E60F22F211CB}" presName="iconBgRect" presStyleLbl="bgShp" presStyleIdx="5" presStyleCnt="6"/>
      <dgm:spPr/>
    </dgm:pt>
    <dgm:pt modelId="{E0AE78E5-4AFB-4A2B-A4A9-859B1FDFD152}" type="pres">
      <dgm:prSet presAssocID="{57806D17-265F-4E41-A868-E60F22F211CB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eeting"/>
        </a:ext>
      </dgm:extLst>
    </dgm:pt>
    <dgm:pt modelId="{FFD805A4-6E73-4E89-A8B1-9F36E076082C}" type="pres">
      <dgm:prSet presAssocID="{57806D17-265F-4E41-A868-E60F22F211CB}" presName="spaceRect" presStyleCnt="0"/>
      <dgm:spPr/>
    </dgm:pt>
    <dgm:pt modelId="{82FE56CB-8764-4C23-8162-3B485AF9E74A}" type="pres">
      <dgm:prSet presAssocID="{57806D17-265F-4E41-A868-E60F22F211CB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DA4DE604-4AD3-4799-B4EB-A898E9D6DA37}" type="presOf" srcId="{6E345363-BC04-4C3F-ADDD-AAFD674D325D}" destId="{45DBF1C2-3C31-4795-A1FF-5F6B00027763}" srcOrd="0" destOrd="0" presId="urn:microsoft.com/office/officeart/2018/2/layout/IconCircleList"/>
    <dgm:cxn modelId="{0917AF08-ED1F-4008-804B-D63EE04EB0E5}" type="presOf" srcId="{E30A9205-B87F-4410-9309-70DFC8EE6EDE}" destId="{2BAC8516-A85D-4439-9FAE-221D2E1A3A3C}" srcOrd="0" destOrd="0" presId="urn:microsoft.com/office/officeart/2018/2/layout/IconCircleList"/>
    <dgm:cxn modelId="{BF75470C-98C0-4999-8999-5C088950C1B2}" srcId="{A65F4529-9580-41FC-AB29-1D6B1DE0D039}" destId="{1F261D7B-E6C8-462E-A4F0-AEA7542388EA}" srcOrd="3" destOrd="0" parTransId="{74D18FFF-7975-4B8B-A827-106F7D1E8895}" sibTransId="{E30A9205-B87F-4410-9309-70DFC8EE6EDE}"/>
    <dgm:cxn modelId="{DFCE4E1D-344E-4FF5-94CB-7C035CE437C2}" srcId="{A65F4529-9580-41FC-AB29-1D6B1DE0D039}" destId="{F21006D5-ECBA-44BE-9B58-64BEB9B0A86D}" srcOrd="1" destOrd="0" parTransId="{8CF944E0-34EE-410D-9FB7-07AA997F9192}" sibTransId="{C8F475C4-A0D1-42AA-B91B-6F7787AF16EC}"/>
    <dgm:cxn modelId="{B25EC948-F705-4A14-A204-F9F4E27629C1}" type="presOf" srcId="{57806D17-265F-4E41-A868-E60F22F211CB}" destId="{82FE56CB-8764-4C23-8162-3B485AF9E74A}" srcOrd="0" destOrd="0" presId="urn:microsoft.com/office/officeart/2018/2/layout/IconCircleList"/>
    <dgm:cxn modelId="{985C806A-F93D-464D-94CC-44ED72509DF9}" type="presOf" srcId="{5BDAD047-967F-42AD-8990-D37E1142D9A1}" destId="{EE094734-73F5-4FDE-BA69-3115B891BA40}" srcOrd="0" destOrd="0" presId="urn:microsoft.com/office/officeart/2018/2/layout/IconCircleList"/>
    <dgm:cxn modelId="{7CF5844A-56FE-45AD-BCD7-4AA9181585E3}" type="presOf" srcId="{C8F475C4-A0D1-42AA-B91B-6F7787AF16EC}" destId="{D60C1E36-6696-41BF-BB1F-65391D951521}" srcOrd="0" destOrd="0" presId="urn:microsoft.com/office/officeart/2018/2/layout/IconCircleList"/>
    <dgm:cxn modelId="{F21E946E-720F-4470-84AA-BB6DFE42ED0F}" srcId="{A65F4529-9580-41FC-AB29-1D6B1DE0D039}" destId="{57806D17-265F-4E41-A868-E60F22F211CB}" srcOrd="5" destOrd="0" parTransId="{492293F7-CBD3-4B81-803A-11E8C4B0A7E3}" sibTransId="{C553AFBB-47FC-4EED-859D-98F52A57B4B9}"/>
    <dgm:cxn modelId="{5EA34352-07F1-4029-8170-33EACD9E95F1}" srcId="{A65F4529-9580-41FC-AB29-1D6B1DE0D039}" destId="{3ACC7C20-A478-46BC-AD79-A03126F04996}" srcOrd="4" destOrd="0" parTransId="{5AD3DAB8-C009-4238-A658-C777DC0FC675}" sibTransId="{915CA2D8-4F50-46A4-BF0E-F8C469E528B9}"/>
    <dgm:cxn modelId="{B1724A52-D5D5-4717-87E6-92D8BCF86D5C}" type="presOf" srcId="{A65F4529-9580-41FC-AB29-1D6B1DE0D039}" destId="{CAAF63C0-A3AB-4878-9720-D04432DFA5F5}" srcOrd="0" destOrd="0" presId="urn:microsoft.com/office/officeart/2018/2/layout/IconCircleList"/>
    <dgm:cxn modelId="{F59EE252-72FB-408C-84ED-83AACFE792C8}" type="presOf" srcId="{3ACC7C20-A478-46BC-AD79-A03126F04996}" destId="{A80C8B3F-1DE6-48CC-B754-B4BA877CCCC1}" srcOrd="0" destOrd="0" presId="urn:microsoft.com/office/officeart/2018/2/layout/IconCircleList"/>
    <dgm:cxn modelId="{2E67F277-C17B-4360-9B67-79DC199A9BCB}" type="presOf" srcId="{1F261D7B-E6C8-462E-A4F0-AEA7542388EA}" destId="{7E370AF8-450F-4481-8DA8-08026C7F6278}" srcOrd="0" destOrd="0" presId="urn:microsoft.com/office/officeart/2018/2/layout/IconCircleList"/>
    <dgm:cxn modelId="{7DF8857B-3164-4653-B5B4-D8838B0F0FFC}" type="presOf" srcId="{30854092-34E6-45A4-9BE5-020830C62F16}" destId="{E0550E5D-DB6E-49E8-A928-F7B631AE6BD7}" srcOrd="0" destOrd="0" presId="urn:microsoft.com/office/officeart/2018/2/layout/IconCircleList"/>
    <dgm:cxn modelId="{F95657AF-0C7C-405B-847F-CBAFBFB87854}" type="presOf" srcId="{111CAE0C-8676-4F69-B835-FC132ED06654}" destId="{2CB55909-72EB-4A9B-83F7-3EE9A1D168E0}" srcOrd="0" destOrd="0" presId="urn:microsoft.com/office/officeart/2018/2/layout/IconCircleList"/>
    <dgm:cxn modelId="{C0BA08BA-8160-42FD-ABB3-F4B2360B723A}" srcId="{A65F4529-9580-41FC-AB29-1D6B1DE0D039}" destId="{6E345363-BC04-4C3F-ADDD-AAFD674D325D}" srcOrd="2" destOrd="0" parTransId="{2099B6E9-EF04-4123-914B-BC94F5B3CF93}" sibTransId="{30854092-34E6-45A4-9BE5-020830C62F16}"/>
    <dgm:cxn modelId="{8C2762BD-9903-432F-84B8-63588A5466B2}" type="presOf" srcId="{F21006D5-ECBA-44BE-9B58-64BEB9B0A86D}" destId="{54D1E554-A4F2-4733-8671-DC9FA15C3E01}" srcOrd="0" destOrd="0" presId="urn:microsoft.com/office/officeart/2018/2/layout/IconCircleList"/>
    <dgm:cxn modelId="{0877DDC6-1F10-4FA8-8469-5E7551619FB1}" type="presOf" srcId="{915CA2D8-4F50-46A4-BF0E-F8C469E528B9}" destId="{41494FAC-E1C5-4E23-BB7B-75CFF1D3506A}" srcOrd="0" destOrd="0" presId="urn:microsoft.com/office/officeart/2018/2/layout/IconCircleList"/>
    <dgm:cxn modelId="{08C0B9D7-5C75-46D5-B13F-0F209E81B0AC}" srcId="{A65F4529-9580-41FC-AB29-1D6B1DE0D039}" destId="{111CAE0C-8676-4F69-B835-FC132ED06654}" srcOrd="0" destOrd="0" parTransId="{F0D2A837-B0A2-456B-8147-FC8023BB8CFC}" sibTransId="{5BDAD047-967F-42AD-8990-D37E1142D9A1}"/>
    <dgm:cxn modelId="{D0693A96-7C48-4D40-A1B3-E906CD9F6DCB}" type="presParOf" srcId="{CAAF63C0-A3AB-4878-9720-D04432DFA5F5}" destId="{92B59428-A12D-4031-A788-764790B09179}" srcOrd="0" destOrd="0" presId="urn:microsoft.com/office/officeart/2018/2/layout/IconCircleList"/>
    <dgm:cxn modelId="{FAA34EAD-3915-489F-B7F2-CAD2613AE72C}" type="presParOf" srcId="{92B59428-A12D-4031-A788-764790B09179}" destId="{7D792C27-9D8B-4C75-A334-E4B9EF12AB4E}" srcOrd="0" destOrd="0" presId="urn:microsoft.com/office/officeart/2018/2/layout/IconCircleList"/>
    <dgm:cxn modelId="{4C798871-AFBC-4D54-8A70-11EFA567772B}" type="presParOf" srcId="{7D792C27-9D8B-4C75-A334-E4B9EF12AB4E}" destId="{F2A4BE60-463C-4373-8501-B1B207D66A68}" srcOrd="0" destOrd="0" presId="urn:microsoft.com/office/officeart/2018/2/layout/IconCircleList"/>
    <dgm:cxn modelId="{0E641DC9-A184-458B-9570-57AA94B88207}" type="presParOf" srcId="{7D792C27-9D8B-4C75-A334-E4B9EF12AB4E}" destId="{8FDFE160-D4A2-4104-BCC6-60FC748338FB}" srcOrd="1" destOrd="0" presId="urn:microsoft.com/office/officeart/2018/2/layout/IconCircleList"/>
    <dgm:cxn modelId="{5015AEA9-65BE-4A44-9F96-D0095CBDCFC2}" type="presParOf" srcId="{7D792C27-9D8B-4C75-A334-E4B9EF12AB4E}" destId="{505A141E-87DB-414C-9F12-87A007DF371E}" srcOrd="2" destOrd="0" presId="urn:microsoft.com/office/officeart/2018/2/layout/IconCircleList"/>
    <dgm:cxn modelId="{0EB7BFCC-551E-4488-AD1C-BD1C9AEA90FF}" type="presParOf" srcId="{7D792C27-9D8B-4C75-A334-E4B9EF12AB4E}" destId="{2CB55909-72EB-4A9B-83F7-3EE9A1D168E0}" srcOrd="3" destOrd="0" presId="urn:microsoft.com/office/officeart/2018/2/layout/IconCircleList"/>
    <dgm:cxn modelId="{04CB4C3D-BA77-48E2-A65B-E5F4CA17D75C}" type="presParOf" srcId="{92B59428-A12D-4031-A788-764790B09179}" destId="{EE094734-73F5-4FDE-BA69-3115B891BA40}" srcOrd="1" destOrd="0" presId="urn:microsoft.com/office/officeart/2018/2/layout/IconCircleList"/>
    <dgm:cxn modelId="{F1B744B3-6075-4C5A-9398-8B027321FEA9}" type="presParOf" srcId="{92B59428-A12D-4031-A788-764790B09179}" destId="{F37B0A65-707C-48AA-9112-27FE6C6FCC25}" srcOrd="2" destOrd="0" presId="urn:microsoft.com/office/officeart/2018/2/layout/IconCircleList"/>
    <dgm:cxn modelId="{48A69098-0770-46A1-B965-84B8171EAA65}" type="presParOf" srcId="{F37B0A65-707C-48AA-9112-27FE6C6FCC25}" destId="{1BA7F05F-FF65-4266-8EA0-C01CFC755E42}" srcOrd="0" destOrd="0" presId="urn:microsoft.com/office/officeart/2018/2/layout/IconCircleList"/>
    <dgm:cxn modelId="{2ADA0B05-1CD8-4927-91A9-D0FCD965507A}" type="presParOf" srcId="{F37B0A65-707C-48AA-9112-27FE6C6FCC25}" destId="{E179C53F-3907-425D-A96E-F696D13177F7}" srcOrd="1" destOrd="0" presId="urn:microsoft.com/office/officeart/2018/2/layout/IconCircleList"/>
    <dgm:cxn modelId="{18DAAE61-C9D0-4971-9238-26C6913511A4}" type="presParOf" srcId="{F37B0A65-707C-48AA-9112-27FE6C6FCC25}" destId="{D562521D-62AF-420E-AE41-DB361B66D80C}" srcOrd="2" destOrd="0" presId="urn:microsoft.com/office/officeart/2018/2/layout/IconCircleList"/>
    <dgm:cxn modelId="{F9AB8567-DFD3-4BE4-AEA8-8736786AE5DB}" type="presParOf" srcId="{F37B0A65-707C-48AA-9112-27FE6C6FCC25}" destId="{54D1E554-A4F2-4733-8671-DC9FA15C3E01}" srcOrd="3" destOrd="0" presId="urn:microsoft.com/office/officeart/2018/2/layout/IconCircleList"/>
    <dgm:cxn modelId="{3B5E6F17-5ED4-4BE0-A524-652261D8960F}" type="presParOf" srcId="{92B59428-A12D-4031-A788-764790B09179}" destId="{D60C1E36-6696-41BF-BB1F-65391D951521}" srcOrd="3" destOrd="0" presId="urn:microsoft.com/office/officeart/2018/2/layout/IconCircleList"/>
    <dgm:cxn modelId="{FE30BCFC-8257-48A4-A42B-99B9E7A4464A}" type="presParOf" srcId="{92B59428-A12D-4031-A788-764790B09179}" destId="{28107EBA-6753-4722-A9EC-15FAF261F2E6}" srcOrd="4" destOrd="0" presId="urn:microsoft.com/office/officeart/2018/2/layout/IconCircleList"/>
    <dgm:cxn modelId="{0CAA1D0F-7939-4B5C-8A98-ABE1BCCE259F}" type="presParOf" srcId="{28107EBA-6753-4722-A9EC-15FAF261F2E6}" destId="{E48B7423-63C8-4CDE-AE5E-EE12755D9E12}" srcOrd="0" destOrd="0" presId="urn:microsoft.com/office/officeart/2018/2/layout/IconCircleList"/>
    <dgm:cxn modelId="{6F64B4B3-5D04-49F5-A6CC-F7BAF19CA0DD}" type="presParOf" srcId="{28107EBA-6753-4722-A9EC-15FAF261F2E6}" destId="{6100669A-5C7C-4475-92E3-2C1E4A919006}" srcOrd="1" destOrd="0" presId="urn:microsoft.com/office/officeart/2018/2/layout/IconCircleList"/>
    <dgm:cxn modelId="{86147270-88F8-4EBA-87F4-6E94A663F248}" type="presParOf" srcId="{28107EBA-6753-4722-A9EC-15FAF261F2E6}" destId="{72BA7E7E-7245-4F6E-898E-F5929CA1302B}" srcOrd="2" destOrd="0" presId="urn:microsoft.com/office/officeart/2018/2/layout/IconCircleList"/>
    <dgm:cxn modelId="{FA9E6D89-FD7B-492D-8B79-6D67FC0D4FC7}" type="presParOf" srcId="{28107EBA-6753-4722-A9EC-15FAF261F2E6}" destId="{45DBF1C2-3C31-4795-A1FF-5F6B00027763}" srcOrd="3" destOrd="0" presId="urn:microsoft.com/office/officeart/2018/2/layout/IconCircleList"/>
    <dgm:cxn modelId="{CAC62A05-9F8C-4018-83BF-2E6C5DD98088}" type="presParOf" srcId="{92B59428-A12D-4031-A788-764790B09179}" destId="{E0550E5D-DB6E-49E8-A928-F7B631AE6BD7}" srcOrd="5" destOrd="0" presId="urn:microsoft.com/office/officeart/2018/2/layout/IconCircleList"/>
    <dgm:cxn modelId="{104C8CE6-9534-418A-8489-AFEDF8549985}" type="presParOf" srcId="{92B59428-A12D-4031-A788-764790B09179}" destId="{859C0745-B542-4304-8392-E45F586CCD5F}" srcOrd="6" destOrd="0" presId="urn:microsoft.com/office/officeart/2018/2/layout/IconCircleList"/>
    <dgm:cxn modelId="{95530F64-D499-47FB-922A-9ECE45F3BF39}" type="presParOf" srcId="{859C0745-B542-4304-8392-E45F586CCD5F}" destId="{6EFEC96F-1ACC-42BB-920E-F3A3AFA1CCE8}" srcOrd="0" destOrd="0" presId="urn:microsoft.com/office/officeart/2018/2/layout/IconCircleList"/>
    <dgm:cxn modelId="{75C6BF0E-C9E3-43F0-9546-3C7959346347}" type="presParOf" srcId="{859C0745-B542-4304-8392-E45F586CCD5F}" destId="{84ED58C8-9218-439F-85E9-E681CA7BEBAD}" srcOrd="1" destOrd="0" presId="urn:microsoft.com/office/officeart/2018/2/layout/IconCircleList"/>
    <dgm:cxn modelId="{C85FD004-D149-4B3C-9AF9-F3C1E1BB8F8E}" type="presParOf" srcId="{859C0745-B542-4304-8392-E45F586CCD5F}" destId="{3F571277-1FA4-4F13-984D-B8DD7B5C0C51}" srcOrd="2" destOrd="0" presId="urn:microsoft.com/office/officeart/2018/2/layout/IconCircleList"/>
    <dgm:cxn modelId="{A14A3E30-9C00-43A8-B04E-0D36A4A51C8D}" type="presParOf" srcId="{859C0745-B542-4304-8392-E45F586CCD5F}" destId="{7E370AF8-450F-4481-8DA8-08026C7F6278}" srcOrd="3" destOrd="0" presId="urn:microsoft.com/office/officeart/2018/2/layout/IconCircleList"/>
    <dgm:cxn modelId="{D887A1A1-A0EC-433C-A341-687019041DE1}" type="presParOf" srcId="{92B59428-A12D-4031-A788-764790B09179}" destId="{2BAC8516-A85D-4439-9FAE-221D2E1A3A3C}" srcOrd="7" destOrd="0" presId="urn:microsoft.com/office/officeart/2018/2/layout/IconCircleList"/>
    <dgm:cxn modelId="{FDFAD98F-389E-461D-95BE-374A50FF37FF}" type="presParOf" srcId="{92B59428-A12D-4031-A788-764790B09179}" destId="{26B5D784-09E6-43F1-A89A-6F8E3C2A848C}" srcOrd="8" destOrd="0" presId="urn:microsoft.com/office/officeart/2018/2/layout/IconCircleList"/>
    <dgm:cxn modelId="{B925E131-4E22-4EEF-88F1-D3C1104B0FB2}" type="presParOf" srcId="{26B5D784-09E6-43F1-A89A-6F8E3C2A848C}" destId="{A446E837-8127-4670-9C2C-BDF88746D1E5}" srcOrd="0" destOrd="0" presId="urn:microsoft.com/office/officeart/2018/2/layout/IconCircleList"/>
    <dgm:cxn modelId="{D6829318-3609-46B8-A053-D3850597DDF9}" type="presParOf" srcId="{26B5D784-09E6-43F1-A89A-6F8E3C2A848C}" destId="{CEDCD8D2-A17E-449C-B12B-23907F820238}" srcOrd="1" destOrd="0" presId="urn:microsoft.com/office/officeart/2018/2/layout/IconCircleList"/>
    <dgm:cxn modelId="{CC454435-535E-4E33-B960-3869F3610AEF}" type="presParOf" srcId="{26B5D784-09E6-43F1-A89A-6F8E3C2A848C}" destId="{6FAE39FF-201B-49F3-A9DB-2A6D96256825}" srcOrd="2" destOrd="0" presId="urn:microsoft.com/office/officeart/2018/2/layout/IconCircleList"/>
    <dgm:cxn modelId="{676545EA-99D8-4CDE-A24F-EB2E3FB48859}" type="presParOf" srcId="{26B5D784-09E6-43F1-A89A-6F8E3C2A848C}" destId="{A80C8B3F-1DE6-48CC-B754-B4BA877CCCC1}" srcOrd="3" destOrd="0" presId="urn:microsoft.com/office/officeart/2018/2/layout/IconCircleList"/>
    <dgm:cxn modelId="{196820AB-06D1-48A0-B198-F3E3E259309D}" type="presParOf" srcId="{92B59428-A12D-4031-A788-764790B09179}" destId="{41494FAC-E1C5-4E23-BB7B-75CFF1D3506A}" srcOrd="9" destOrd="0" presId="urn:microsoft.com/office/officeart/2018/2/layout/IconCircleList"/>
    <dgm:cxn modelId="{F40372D5-2556-42D5-A18E-111322AE1DA3}" type="presParOf" srcId="{92B59428-A12D-4031-A788-764790B09179}" destId="{B2663845-EB37-479F-8CA9-34D7ED8C88DD}" srcOrd="10" destOrd="0" presId="urn:microsoft.com/office/officeart/2018/2/layout/IconCircleList"/>
    <dgm:cxn modelId="{E5717127-F459-478A-8634-12BF29D52A4F}" type="presParOf" srcId="{B2663845-EB37-479F-8CA9-34D7ED8C88DD}" destId="{F9D0F33F-3009-4E40-88EB-764D5A3FFE78}" srcOrd="0" destOrd="0" presId="urn:microsoft.com/office/officeart/2018/2/layout/IconCircleList"/>
    <dgm:cxn modelId="{BDE88CFB-E971-494A-884A-96DE2EED3E8D}" type="presParOf" srcId="{B2663845-EB37-479F-8CA9-34D7ED8C88DD}" destId="{E0AE78E5-4AFB-4A2B-A4A9-859B1FDFD152}" srcOrd="1" destOrd="0" presId="urn:microsoft.com/office/officeart/2018/2/layout/IconCircleList"/>
    <dgm:cxn modelId="{18693AB8-CEF2-4C0F-B269-9EC6D2978F10}" type="presParOf" srcId="{B2663845-EB37-479F-8CA9-34D7ED8C88DD}" destId="{FFD805A4-6E73-4E89-A8B1-9F36E076082C}" srcOrd="2" destOrd="0" presId="urn:microsoft.com/office/officeart/2018/2/layout/IconCircleList"/>
    <dgm:cxn modelId="{072C149F-0198-47A0-84D6-D69A717260B9}" type="presParOf" srcId="{B2663845-EB37-479F-8CA9-34D7ED8C88DD}" destId="{82FE56CB-8764-4C23-8162-3B485AF9E74A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4599AFA-5503-4526-BC69-E3E26C914FA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DBD27B3-8CA2-41E0-A842-C9F42D50F8C6}">
      <dgm:prSet/>
      <dgm:spPr/>
      <dgm:t>
        <a:bodyPr/>
        <a:lstStyle/>
        <a:p>
          <a:r>
            <a:rPr lang="en-GB"/>
            <a:t>Standard software installed for all students</a:t>
          </a:r>
          <a:endParaRPr lang="en-US"/>
        </a:p>
      </dgm:t>
    </dgm:pt>
    <dgm:pt modelId="{A465A257-70D6-471A-B7D9-52243646AF04}" type="parTrans" cxnId="{6A605F71-16BC-483F-B76F-C01B62A765FB}">
      <dgm:prSet/>
      <dgm:spPr/>
      <dgm:t>
        <a:bodyPr/>
        <a:lstStyle/>
        <a:p>
          <a:endParaRPr lang="en-US"/>
        </a:p>
      </dgm:t>
    </dgm:pt>
    <dgm:pt modelId="{54357482-9336-4E6C-8F1B-DE585E30FBCB}" type="sibTrans" cxnId="{6A605F71-16BC-483F-B76F-C01B62A765FB}">
      <dgm:prSet/>
      <dgm:spPr/>
      <dgm:t>
        <a:bodyPr/>
        <a:lstStyle/>
        <a:p>
          <a:endParaRPr lang="en-US"/>
        </a:p>
      </dgm:t>
    </dgm:pt>
    <dgm:pt modelId="{93D1EF2F-E650-41AE-97AA-259A9A06D2F0}">
      <dgm:prSet/>
      <dgm:spPr/>
      <dgm:t>
        <a:bodyPr/>
        <a:lstStyle/>
        <a:p>
          <a:r>
            <a:rPr lang="en-GB"/>
            <a:t>Elective computing students use advanced and creative tools</a:t>
          </a:r>
          <a:endParaRPr lang="en-US"/>
        </a:p>
      </dgm:t>
    </dgm:pt>
    <dgm:pt modelId="{81E9A17B-71E7-40FE-A15F-FDF2886EFA80}" type="parTrans" cxnId="{B37DA156-B3D5-482D-83A4-449E9A503557}">
      <dgm:prSet/>
      <dgm:spPr/>
      <dgm:t>
        <a:bodyPr/>
        <a:lstStyle/>
        <a:p>
          <a:endParaRPr lang="en-US"/>
        </a:p>
      </dgm:t>
    </dgm:pt>
    <dgm:pt modelId="{ECAC7FF5-6A53-43E4-A76E-93BFA8031C45}" type="sibTrans" cxnId="{B37DA156-B3D5-482D-83A4-449E9A503557}">
      <dgm:prSet/>
      <dgm:spPr/>
      <dgm:t>
        <a:bodyPr/>
        <a:lstStyle/>
        <a:p>
          <a:endParaRPr lang="en-US"/>
        </a:p>
      </dgm:t>
    </dgm:pt>
    <dgm:pt modelId="{BF086BA2-552F-449A-B20C-17D4B3691028}">
      <dgm:prSet/>
      <dgm:spPr/>
      <dgm:t>
        <a:bodyPr/>
        <a:lstStyle/>
        <a:p>
          <a:r>
            <a:rPr lang="en-GB"/>
            <a:t>Administrative software: reporting, databases, submissions to authorities</a:t>
          </a:r>
          <a:endParaRPr lang="en-US"/>
        </a:p>
      </dgm:t>
    </dgm:pt>
    <dgm:pt modelId="{A753CD24-8482-4086-B101-6706D3587477}" type="parTrans" cxnId="{6BBAC252-F93A-4E49-8FFB-6FDF3237C119}">
      <dgm:prSet/>
      <dgm:spPr/>
      <dgm:t>
        <a:bodyPr/>
        <a:lstStyle/>
        <a:p>
          <a:endParaRPr lang="en-US"/>
        </a:p>
      </dgm:t>
    </dgm:pt>
    <dgm:pt modelId="{A40D4D48-1376-40E3-A2AF-16C2DF608303}" type="sibTrans" cxnId="{6BBAC252-F93A-4E49-8FFB-6FDF3237C119}">
      <dgm:prSet/>
      <dgm:spPr/>
      <dgm:t>
        <a:bodyPr/>
        <a:lstStyle/>
        <a:p>
          <a:endParaRPr lang="en-US"/>
        </a:p>
      </dgm:t>
    </dgm:pt>
    <dgm:pt modelId="{2A852E5A-F10E-4841-9830-983F707939B4}">
      <dgm:prSet/>
      <dgm:spPr/>
      <dgm:t>
        <a:bodyPr/>
        <a:lstStyle/>
        <a:p>
          <a:r>
            <a:rPr lang="en-GB"/>
            <a:t>Database-driven systems for student records and reporting</a:t>
          </a:r>
          <a:endParaRPr lang="en-US"/>
        </a:p>
      </dgm:t>
    </dgm:pt>
    <dgm:pt modelId="{A7933957-80C7-4620-8E38-EDD92C8FD596}" type="parTrans" cxnId="{EF3076F1-CAA0-4650-B864-90CE0BB5CCC8}">
      <dgm:prSet/>
      <dgm:spPr/>
      <dgm:t>
        <a:bodyPr/>
        <a:lstStyle/>
        <a:p>
          <a:endParaRPr lang="en-US"/>
        </a:p>
      </dgm:t>
    </dgm:pt>
    <dgm:pt modelId="{7D9B66A0-0770-4601-BFED-CB93C8C439AB}" type="sibTrans" cxnId="{EF3076F1-CAA0-4650-B864-90CE0BB5CCC8}">
      <dgm:prSet/>
      <dgm:spPr/>
      <dgm:t>
        <a:bodyPr/>
        <a:lstStyle/>
        <a:p>
          <a:endParaRPr lang="en-US"/>
        </a:p>
      </dgm:t>
    </dgm:pt>
    <dgm:pt modelId="{E589868D-2BD0-408D-99F7-4D5D7A451099}" type="pres">
      <dgm:prSet presAssocID="{A4599AFA-5503-4526-BC69-E3E26C914FAD}" presName="root" presStyleCnt="0">
        <dgm:presLayoutVars>
          <dgm:dir/>
          <dgm:resizeHandles val="exact"/>
        </dgm:presLayoutVars>
      </dgm:prSet>
      <dgm:spPr/>
    </dgm:pt>
    <dgm:pt modelId="{4EF6BAEC-E53E-4299-9D05-B7E7B73708E5}" type="pres">
      <dgm:prSet presAssocID="{BDBD27B3-8CA2-41E0-A842-C9F42D50F8C6}" presName="compNode" presStyleCnt="0"/>
      <dgm:spPr/>
    </dgm:pt>
    <dgm:pt modelId="{D9FC5CF3-1749-4E5C-B796-FEE32E219E79}" type="pres">
      <dgm:prSet presAssocID="{BDBD27B3-8CA2-41E0-A842-C9F42D50F8C6}" presName="bgRect" presStyleLbl="bgShp" presStyleIdx="0" presStyleCnt="4"/>
      <dgm:spPr/>
    </dgm:pt>
    <dgm:pt modelId="{BA97288B-5998-413E-9674-B597AEDD8874}" type="pres">
      <dgm:prSet presAssocID="{BDBD27B3-8CA2-41E0-A842-C9F42D50F8C6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B94C447A-92AD-4871-8C17-163DB6DF1CD9}" type="pres">
      <dgm:prSet presAssocID="{BDBD27B3-8CA2-41E0-A842-C9F42D50F8C6}" presName="spaceRect" presStyleCnt="0"/>
      <dgm:spPr/>
    </dgm:pt>
    <dgm:pt modelId="{830EC904-54AB-4280-A210-EE6BC88D87FA}" type="pres">
      <dgm:prSet presAssocID="{BDBD27B3-8CA2-41E0-A842-C9F42D50F8C6}" presName="parTx" presStyleLbl="revTx" presStyleIdx="0" presStyleCnt="4">
        <dgm:presLayoutVars>
          <dgm:chMax val="0"/>
          <dgm:chPref val="0"/>
        </dgm:presLayoutVars>
      </dgm:prSet>
      <dgm:spPr/>
    </dgm:pt>
    <dgm:pt modelId="{9C851E83-2D69-4A7F-99CE-DD11A159105F}" type="pres">
      <dgm:prSet presAssocID="{54357482-9336-4E6C-8F1B-DE585E30FBCB}" presName="sibTrans" presStyleCnt="0"/>
      <dgm:spPr/>
    </dgm:pt>
    <dgm:pt modelId="{FD031BCE-80D4-4A9A-96E9-53E840EC0E10}" type="pres">
      <dgm:prSet presAssocID="{93D1EF2F-E650-41AE-97AA-259A9A06D2F0}" presName="compNode" presStyleCnt="0"/>
      <dgm:spPr/>
    </dgm:pt>
    <dgm:pt modelId="{144FC9FD-C033-4EC3-983B-0E1E01DFBF25}" type="pres">
      <dgm:prSet presAssocID="{93D1EF2F-E650-41AE-97AA-259A9A06D2F0}" presName="bgRect" presStyleLbl="bgShp" presStyleIdx="1" presStyleCnt="4"/>
      <dgm:spPr/>
    </dgm:pt>
    <dgm:pt modelId="{3124E9C5-2C04-4328-A921-663F39996ADE}" type="pres">
      <dgm:prSet presAssocID="{93D1EF2F-E650-41AE-97AA-259A9A06D2F0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ptop"/>
        </a:ext>
      </dgm:extLst>
    </dgm:pt>
    <dgm:pt modelId="{C9791BF7-D361-4578-AA41-7EFFCF0EF682}" type="pres">
      <dgm:prSet presAssocID="{93D1EF2F-E650-41AE-97AA-259A9A06D2F0}" presName="spaceRect" presStyleCnt="0"/>
      <dgm:spPr/>
    </dgm:pt>
    <dgm:pt modelId="{37DB88E8-5CDD-46B3-96D9-AF314B9CB6F4}" type="pres">
      <dgm:prSet presAssocID="{93D1EF2F-E650-41AE-97AA-259A9A06D2F0}" presName="parTx" presStyleLbl="revTx" presStyleIdx="1" presStyleCnt="4">
        <dgm:presLayoutVars>
          <dgm:chMax val="0"/>
          <dgm:chPref val="0"/>
        </dgm:presLayoutVars>
      </dgm:prSet>
      <dgm:spPr/>
    </dgm:pt>
    <dgm:pt modelId="{978A7A8B-6E0C-4403-B861-A7FE9E4DDD27}" type="pres">
      <dgm:prSet presAssocID="{ECAC7FF5-6A53-43E4-A76E-93BFA8031C45}" presName="sibTrans" presStyleCnt="0"/>
      <dgm:spPr/>
    </dgm:pt>
    <dgm:pt modelId="{34BA8686-687E-46C7-A19A-CD806F0AA7A7}" type="pres">
      <dgm:prSet presAssocID="{BF086BA2-552F-449A-B20C-17D4B3691028}" presName="compNode" presStyleCnt="0"/>
      <dgm:spPr/>
    </dgm:pt>
    <dgm:pt modelId="{25D5D8FD-8D99-45D6-9BAA-51EF544CE0E0}" type="pres">
      <dgm:prSet presAssocID="{BF086BA2-552F-449A-B20C-17D4B3691028}" presName="bgRect" presStyleLbl="bgShp" presStyleIdx="2" presStyleCnt="4"/>
      <dgm:spPr/>
    </dgm:pt>
    <dgm:pt modelId="{8779F0B6-D639-4E9D-BCE8-4A3D010F28D5}" type="pres">
      <dgm:prSet presAssocID="{BF086BA2-552F-449A-B20C-17D4B3691028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F30D1B2A-6ABC-46A1-92D3-5BB77CF73600}" type="pres">
      <dgm:prSet presAssocID="{BF086BA2-552F-449A-B20C-17D4B3691028}" presName="spaceRect" presStyleCnt="0"/>
      <dgm:spPr/>
    </dgm:pt>
    <dgm:pt modelId="{0226DD21-781B-4699-8C82-93C743C62A12}" type="pres">
      <dgm:prSet presAssocID="{BF086BA2-552F-449A-B20C-17D4B3691028}" presName="parTx" presStyleLbl="revTx" presStyleIdx="2" presStyleCnt="4">
        <dgm:presLayoutVars>
          <dgm:chMax val="0"/>
          <dgm:chPref val="0"/>
        </dgm:presLayoutVars>
      </dgm:prSet>
      <dgm:spPr/>
    </dgm:pt>
    <dgm:pt modelId="{32352ED3-8D71-4D21-997D-926C5174F38B}" type="pres">
      <dgm:prSet presAssocID="{A40D4D48-1376-40E3-A2AF-16C2DF608303}" presName="sibTrans" presStyleCnt="0"/>
      <dgm:spPr/>
    </dgm:pt>
    <dgm:pt modelId="{DBDA6B21-7ABF-44FA-BE1C-8AD14F10D352}" type="pres">
      <dgm:prSet presAssocID="{2A852E5A-F10E-4841-9830-983F707939B4}" presName="compNode" presStyleCnt="0"/>
      <dgm:spPr/>
    </dgm:pt>
    <dgm:pt modelId="{EB8B5832-0417-4785-A55B-2B4567D09A4A}" type="pres">
      <dgm:prSet presAssocID="{2A852E5A-F10E-4841-9830-983F707939B4}" presName="bgRect" presStyleLbl="bgShp" presStyleIdx="3" presStyleCnt="4"/>
      <dgm:spPr/>
    </dgm:pt>
    <dgm:pt modelId="{0EAF6515-9688-4F76-AE74-C29DA37536A2}" type="pres">
      <dgm:prSet presAssocID="{2A852E5A-F10E-4841-9830-983F707939B4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F960A401-94ED-47FE-824E-F9B4F1D3800D}" type="pres">
      <dgm:prSet presAssocID="{2A852E5A-F10E-4841-9830-983F707939B4}" presName="spaceRect" presStyleCnt="0"/>
      <dgm:spPr/>
    </dgm:pt>
    <dgm:pt modelId="{52E604F0-5E8B-4EBC-84EF-DAB7907C78C4}" type="pres">
      <dgm:prSet presAssocID="{2A852E5A-F10E-4841-9830-983F707939B4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BB2F5A70-DFE6-4B87-A871-8608A29461BF}" type="presOf" srcId="{93D1EF2F-E650-41AE-97AA-259A9A06D2F0}" destId="{37DB88E8-5CDD-46B3-96D9-AF314B9CB6F4}" srcOrd="0" destOrd="0" presId="urn:microsoft.com/office/officeart/2018/2/layout/IconVerticalSolidList"/>
    <dgm:cxn modelId="{6A605F71-16BC-483F-B76F-C01B62A765FB}" srcId="{A4599AFA-5503-4526-BC69-E3E26C914FAD}" destId="{BDBD27B3-8CA2-41E0-A842-C9F42D50F8C6}" srcOrd="0" destOrd="0" parTransId="{A465A257-70D6-471A-B7D9-52243646AF04}" sibTransId="{54357482-9336-4E6C-8F1B-DE585E30FBCB}"/>
    <dgm:cxn modelId="{6BBAC252-F93A-4E49-8FFB-6FDF3237C119}" srcId="{A4599AFA-5503-4526-BC69-E3E26C914FAD}" destId="{BF086BA2-552F-449A-B20C-17D4B3691028}" srcOrd="2" destOrd="0" parTransId="{A753CD24-8482-4086-B101-6706D3587477}" sibTransId="{A40D4D48-1376-40E3-A2AF-16C2DF608303}"/>
    <dgm:cxn modelId="{B37DA156-B3D5-482D-83A4-449E9A503557}" srcId="{A4599AFA-5503-4526-BC69-E3E26C914FAD}" destId="{93D1EF2F-E650-41AE-97AA-259A9A06D2F0}" srcOrd="1" destOrd="0" parTransId="{81E9A17B-71E7-40FE-A15F-FDF2886EFA80}" sibTransId="{ECAC7FF5-6A53-43E4-A76E-93BFA8031C45}"/>
    <dgm:cxn modelId="{F0FDC280-28B4-498D-946E-E2697C5C3226}" type="presOf" srcId="{BDBD27B3-8CA2-41E0-A842-C9F42D50F8C6}" destId="{830EC904-54AB-4280-A210-EE6BC88D87FA}" srcOrd="0" destOrd="0" presId="urn:microsoft.com/office/officeart/2018/2/layout/IconVerticalSolidList"/>
    <dgm:cxn modelId="{B2325782-0BD7-4306-BB27-457FB44D37B0}" type="presOf" srcId="{BF086BA2-552F-449A-B20C-17D4B3691028}" destId="{0226DD21-781B-4699-8C82-93C743C62A12}" srcOrd="0" destOrd="0" presId="urn:microsoft.com/office/officeart/2018/2/layout/IconVerticalSolidList"/>
    <dgm:cxn modelId="{B3186686-342B-44AD-82EF-FFB1E3677843}" type="presOf" srcId="{A4599AFA-5503-4526-BC69-E3E26C914FAD}" destId="{E589868D-2BD0-408D-99F7-4D5D7A451099}" srcOrd="0" destOrd="0" presId="urn:microsoft.com/office/officeart/2018/2/layout/IconVerticalSolidList"/>
    <dgm:cxn modelId="{B12B5DA5-23C1-4735-BFD5-76316A6ABB87}" type="presOf" srcId="{2A852E5A-F10E-4841-9830-983F707939B4}" destId="{52E604F0-5E8B-4EBC-84EF-DAB7907C78C4}" srcOrd="0" destOrd="0" presId="urn:microsoft.com/office/officeart/2018/2/layout/IconVerticalSolidList"/>
    <dgm:cxn modelId="{EF3076F1-CAA0-4650-B864-90CE0BB5CCC8}" srcId="{A4599AFA-5503-4526-BC69-E3E26C914FAD}" destId="{2A852E5A-F10E-4841-9830-983F707939B4}" srcOrd="3" destOrd="0" parTransId="{A7933957-80C7-4620-8E38-EDD92C8FD596}" sibTransId="{7D9B66A0-0770-4601-BFED-CB93C8C439AB}"/>
    <dgm:cxn modelId="{785C646D-6EC7-418A-82C1-DB8D5B226189}" type="presParOf" srcId="{E589868D-2BD0-408D-99F7-4D5D7A451099}" destId="{4EF6BAEC-E53E-4299-9D05-B7E7B73708E5}" srcOrd="0" destOrd="0" presId="urn:microsoft.com/office/officeart/2018/2/layout/IconVerticalSolidList"/>
    <dgm:cxn modelId="{02541D50-E5D3-4166-A422-B31A50D09F43}" type="presParOf" srcId="{4EF6BAEC-E53E-4299-9D05-B7E7B73708E5}" destId="{D9FC5CF3-1749-4E5C-B796-FEE32E219E79}" srcOrd="0" destOrd="0" presId="urn:microsoft.com/office/officeart/2018/2/layout/IconVerticalSolidList"/>
    <dgm:cxn modelId="{FA9217A4-B245-42EC-B0B6-9763D6169DF8}" type="presParOf" srcId="{4EF6BAEC-E53E-4299-9D05-B7E7B73708E5}" destId="{BA97288B-5998-413E-9674-B597AEDD8874}" srcOrd="1" destOrd="0" presId="urn:microsoft.com/office/officeart/2018/2/layout/IconVerticalSolidList"/>
    <dgm:cxn modelId="{3ADA811F-3B18-4408-A956-8BD4E145932A}" type="presParOf" srcId="{4EF6BAEC-E53E-4299-9D05-B7E7B73708E5}" destId="{B94C447A-92AD-4871-8C17-163DB6DF1CD9}" srcOrd="2" destOrd="0" presId="urn:microsoft.com/office/officeart/2018/2/layout/IconVerticalSolidList"/>
    <dgm:cxn modelId="{8D5601CE-F890-48B4-AD7E-2F2A9B2B0CB7}" type="presParOf" srcId="{4EF6BAEC-E53E-4299-9D05-B7E7B73708E5}" destId="{830EC904-54AB-4280-A210-EE6BC88D87FA}" srcOrd="3" destOrd="0" presId="urn:microsoft.com/office/officeart/2018/2/layout/IconVerticalSolidList"/>
    <dgm:cxn modelId="{C47F336E-92E6-4339-AD4F-25250669DD1C}" type="presParOf" srcId="{E589868D-2BD0-408D-99F7-4D5D7A451099}" destId="{9C851E83-2D69-4A7F-99CE-DD11A159105F}" srcOrd="1" destOrd="0" presId="urn:microsoft.com/office/officeart/2018/2/layout/IconVerticalSolidList"/>
    <dgm:cxn modelId="{5D65DF0A-E67A-4EFB-89BA-67C3637779DE}" type="presParOf" srcId="{E589868D-2BD0-408D-99F7-4D5D7A451099}" destId="{FD031BCE-80D4-4A9A-96E9-53E840EC0E10}" srcOrd="2" destOrd="0" presId="urn:microsoft.com/office/officeart/2018/2/layout/IconVerticalSolidList"/>
    <dgm:cxn modelId="{956F56C0-1C5B-4E3A-A3EB-CEDB007A437C}" type="presParOf" srcId="{FD031BCE-80D4-4A9A-96E9-53E840EC0E10}" destId="{144FC9FD-C033-4EC3-983B-0E1E01DFBF25}" srcOrd="0" destOrd="0" presId="urn:microsoft.com/office/officeart/2018/2/layout/IconVerticalSolidList"/>
    <dgm:cxn modelId="{1923ACEA-41C4-4312-A042-E06772992BB2}" type="presParOf" srcId="{FD031BCE-80D4-4A9A-96E9-53E840EC0E10}" destId="{3124E9C5-2C04-4328-A921-663F39996ADE}" srcOrd="1" destOrd="0" presId="urn:microsoft.com/office/officeart/2018/2/layout/IconVerticalSolidList"/>
    <dgm:cxn modelId="{AB3494DB-416F-4327-B67D-20FB3D463F57}" type="presParOf" srcId="{FD031BCE-80D4-4A9A-96E9-53E840EC0E10}" destId="{C9791BF7-D361-4578-AA41-7EFFCF0EF682}" srcOrd="2" destOrd="0" presId="urn:microsoft.com/office/officeart/2018/2/layout/IconVerticalSolidList"/>
    <dgm:cxn modelId="{E65D852B-6C8B-40F2-8E76-91AB16CD2319}" type="presParOf" srcId="{FD031BCE-80D4-4A9A-96E9-53E840EC0E10}" destId="{37DB88E8-5CDD-46B3-96D9-AF314B9CB6F4}" srcOrd="3" destOrd="0" presId="urn:microsoft.com/office/officeart/2018/2/layout/IconVerticalSolidList"/>
    <dgm:cxn modelId="{32D8082D-CDF3-4DF0-897F-D5F91B3FE81F}" type="presParOf" srcId="{E589868D-2BD0-408D-99F7-4D5D7A451099}" destId="{978A7A8B-6E0C-4403-B861-A7FE9E4DDD27}" srcOrd="3" destOrd="0" presId="urn:microsoft.com/office/officeart/2018/2/layout/IconVerticalSolidList"/>
    <dgm:cxn modelId="{1A49DF92-6537-418A-8DBD-58E979F5983F}" type="presParOf" srcId="{E589868D-2BD0-408D-99F7-4D5D7A451099}" destId="{34BA8686-687E-46C7-A19A-CD806F0AA7A7}" srcOrd="4" destOrd="0" presId="urn:microsoft.com/office/officeart/2018/2/layout/IconVerticalSolidList"/>
    <dgm:cxn modelId="{6474618F-B4BF-4EB4-A94E-F05432DD4616}" type="presParOf" srcId="{34BA8686-687E-46C7-A19A-CD806F0AA7A7}" destId="{25D5D8FD-8D99-45D6-9BAA-51EF544CE0E0}" srcOrd="0" destOrd="0" presId="urn:microsoft.com/office/officeart/2018/2/layout/IconVerticalSolidList"/>
    <dgm:cxn modelId="{628E366C-FD53-49EE-A21D-DC523E2A7917}" type="presParOf" srcId="{34BA8686-687E-46C7-A19A-CD806F0AA7A7}" destId="{8779F0B6-D639-4E9D-BCE8-4A3D010F28D5}" srcOrd="1" destOrd="0" presId="urn:microsoft.com/office/officeart/2018/2/layout/IconVerticalSolidList"/>
    <dgm:cxn modelId="{89F41DCE-6245-412A-BF29-83FEF053C38C}" type="presParOf" srcId="{34BA8686-687E-46C7-A19A-CD806F0AA7A7}" destId="{F30D1B2A-6ABC-46A1-92D3-5BB77CF73600}" srcOrd="2" destOrd="0" presId="urn:microsoft.com/office/officeart/2018/2/layout/IconVerticalSolidList"/>
    <dgm:cxn modelId="{00A7A26D-4090-49DF-95D7-D1B1963A55DB}" type="presParOf" srcId="{34BA8686-687E-46C7-A19A-CD806F0AA7A7}" destId="{0226DD21-781B-4699-8C82-93C743C62A12}" srcOrd="3" destOrd="0" presId="urn:microsoft.com/office/officeart/2018/2/layout/IconVerticalSolidList"/>
    <dgm:cxn modelId="{CAB08137-AA05-4481-9083-03F9E44BD487}" type="presParOf" srcId="{E589868D-2BD0-408D-99F7-4D5D7A451099}" destId="{32352ED3-8D71-4D21-997D-926C5174F38B}" srcOrd="5" destOrd="0" presId="urn:microsoft.com/office/officeart/2018/2/layout/IconVerticalSolidList"/>
    <dgm:cxn modelId="{62F885F5-AA5A-4620-AC3A-5FE845F2F1CC}" type="presParOf" srcId="{E589868D-2BD0-408D-99F7-4D5D7A451099}" destId="{DBDA6B21-7ABF-44FA-BE1C-8AD14F10D352}" srcOrd="6" destOrd="0" presId="urn:microsoft.com/office/officeart/2018/2/layout/IconVerticalSolidList"/>
    <dgm:cxn modelId="{9A0F941D-CB6A-4EDF-A183-83B910B70BE0}" type="presParOf" srcId="{DBDA6B21-7ABF-44FA-BE1C-8AD14F10D352}" destId="{EB8B5832-0417-4785-A55B-2B4567D09A4A}" srcOrd="0" destOrd="0" presId="urn:microsoft.com/office/officeart/2018/2/layout/IconVerticalSolidList"/>
    <dgm:cxn modelId="{BFC02517-45CA-42C4-B2B0-D298CC03607E}" type="presParOf" srcId="{DBDA6B21-7ABF-44FA-BE1C-8AD14F10D352}" destId="{0EAF6515-9688-4F76-AE74-C29DA37536A2}" srcOrd="1" destOrd="0" presId="urn:microsoft.com/office/officeart/2018/2/layout/IconVerticalSolidList"/>
    <dgm:cxn modelId="{01732946-96E9-41CE-BCCC-A2602E2A5BEF}" type="presParOf" srcId="{DBDA6B21-7ABF-44FA-BE1C-8AD14F10D352}" destId="{F960A401-94ED-47FE-824E-F9B4F1D3800D}" srcOrd="2" destOrd="0" presId="urn:microsoft.com/office/officeart/2018/2/layout/IconVerticalSolidList"/>
    <dgm:cxn modelId="{411C186B-7B3D-4CE2-B00E-3D0C35D31BB2}" type="presParOf" srcId="{DBDA6B21-7ABF-44FA-BE1C-8AD14F10D352}" destId="{52E604F0-5E8B-4EBC-84EF-DAB7907C78C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B34A6003-C7D9-4219-AEBC-B8B71526DF70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A6BE0C4D-BD8A-4886-943E-89059FB4F30E}">
      <dgm:prSet/>
      <dgm:spPr/>
      <dgm:t>
        <a:bodyPr/>
        <a:lstStyle/>
        <a:p>
          <a:r>
            <a:rPr lang="en-US" b="0" i="0" baseline="0" dirty="0" err="1"/>
            <a:t>Specialised</a:t>
          </a:r>
          <a:r>
            <a:rPr lang="en-US" b="0" i="0" baseline="0" dirty="0"/>
            <a:t> software for data analysis and new knowledge discovery</a:t>
          </a:r>
          <a:endParaRPr lang="en-US" dirty="0"/>
        </a:p>
      </dgm:t>
    </dgm:pt>
    <dgm:pt modelId="{BC02ED3B-B9EB-4784-B0A7-253C13BFEA17}" type="parTrans" cxnId="{473DB244-40A9-4E45-A7C5-C8B2F4C480E3}">
      <dgm:prSet/>
      <dgm:spPr/>
      <dgm:t>
        <a:bodyPr/>
        <a:lstStyle/>
        <a:p>
          <a:endParaRPr lang="en-US"/>
        </a:p>
      </dgm:t>
    </dgm:pt>
    <dgm:pt modelId="{8EA67D31-A1E0-42D4-9DA0-CAA5CB182F95}" type="sibTrans" cxnId="{473DB244-40A9-4E45-A7C5-C8B2F4C480E3}">
      <dgm:prSet/>
      <dgm:spPr/>
      <dgm:t>
        <a:bodyPr/>
        <a:lstStyle/>
        <a:p>
          <a:endParaRPr lang="en-US"/>
        </a:p>
      </dgm:t>
    </dgm:pt>
    <dgm:pt modelId="{82DCBA8E-8791-4867-9F56-A4456498AFA6}">
      <dgm:prSet/>
      <dgm:spPr/>
      <dgm:t>
        <a:bodyPr/>
        <a:lstStyle/>
        <a:p>
          <a:r>
            <a:rPr lang="en-US" b="0" i="0" baseline="0"/>
            <a:t>Uses </a:t>
          </a:r>
          <a:r>
            <a:rPr lang="en-US" b="1" i="0" baseline="0"/>
            <a:t>AI and expert systems</a:t>
          </a:r>
          <a:r>
            <a:rPr lang="en-US" b="0" i="0" baseline="0"/>
            <a:t> to support decisions</a:t>
          </a:r>
          <a:endParaRPr lang="en-US"/>
        </a:p>
      </dgm:t>
    </dgm:pt>
    <dgm:pt modelId="{4A5E9954-BD3F-4F83-B497-6F078EF507FB}" type="parTrans" cxnId="{3D589921-05E9-46E9-A0AD-7D112285E2CC}">
      <dgm:prSet/>
      <dgm:spPr/>
      <dgm:t>
        <a:bodyPr/>
        <a:lstStyle/>
        <a:p>
          <a:endParaRPr lang="en-US"/>
        </a:p>
      </dgm:t>
    </dgm:pt>
    <dgm:pt modelId="{2FB2485A-085D-440E-8475-81F6546EAC52}" type="sibTrans" cxnId="{3D589921-05E9-46E9-A0AD-7D112285E2CC}">
      <dgm:prSet/>
      <dgm:spPr/>
      <dgm:t>
        <a:bodyPr/>
        <a:lstStyle/>
        <a:p>
          <a:endParaRPr lang="en-US"/>
        </a:p>
      </dgm:t>
    </dgm:pt>
    <dgm:pt modelId="{D6E6617A-6DA1-4457-A099-CC3B6D5651FB}">
      <dgm:prSet/>
      <dgm:spPr/>
      <dgm:t>
        <a:bodyPr/>
        <a:lstStyle/>
        <a:p>
          <a:r>
            <a:rPr lang="en-US" b="0" i="0" baseline="0"/>
            <a:t>Current applications: fingerprint matching, cancer diagnosis</a:t>
          </a:r>
          <a:endParaRPr lang="en-US"/>
        </a:p>
      </dgm:t>
    </dgm:pt>
    <dgm:pt modelId="{2353322D-6D38-46EA-9D11-72C208D67DC8}" type="parTrans" cxnId="{208054D8-3A4F-4826-BD19-6E7A73CF34BE}">
      <dgm:prSet/>
      <dgm:spPr/>
      <dgm:t>
        <a:bodyPr/>
        <a:lstStyle/>
        <a:p>
          <a:endParaRPr lang="en-US"/>
        </a:p>
      </dgm:t>
    </dgm:pt>
    <dgm:pt modelId="{7C0CF025-B57C-48A1-B6F9-77B847FE1384}" type="sibTrans" cxnId="{208054D8-3A4F-4826-BD19-6E7A73CF34BE}">
      <dgm:prSet/>
      <dgm:spPr/>
      <dgm:t>
        <a:bodyPr/>
        <a:lstStyle/>
        <a:p>
          <a:endParaRPr lang="en-US"/>
        </a:p>
      </dgm:t>
    </dgm:pt>
    <dgm:pt modelId="{0BBF67A4-5321-4565-BAE1-33FA84C124A9}">
      <dgm:prSet/>
      <dgm:spPr/>
      <dgm:t>
        <a:bodyPr/>
        <a:lstStyle/>
        <a:p>
          <a:r>
            <a:rPr lang="en-US" b="0" i="0" baseline="0"/>
            <a:t>Supports complex computations and pattern recognition</a:t>
          </a:r>
          <a:endParaRPr lang="en-US"/>
        </a:p>
      </dgm:t>
    </dgm:pt>
    <dgm:pt modelId="{A1E8C81B-9799-48CD-A175-0B3BECC8D089}" type="parTrans" cxnId="{FD5769CB-62B4-42AC-8241-B2FAA5BEECBC}">
      <dgm:prSet/>
      <dgm:spPr/>
      <dgm:t>
        <a:bodyPr/>
        <a:lstStyle/>
        <a:p>
          <a:endParaRPr lang="en-US"/>
        </a:p>
      </dgm:t>
    </dgm:pt>
    <dgm:pt modelId="{76F0C889-7085-4C99-BA0E-94E430BEFAEC}" type="sibTrans" cxnId="{FD5769CB-62B4-42AC-8241-B2FAA5BEECBC}">
      <dgm:prSet/>
      <dgm:spPr/>
      <dgm:t>
        <a:bodyPr/>
        <a:lstStyle/>
        <a:p>
          <a:endParaRPr lang="en-US"/>
        </a:p>
      </dgm:t>
    </dgm:pt>
    <dgm:pt modelId="{BB163001-1088-4B46-AD6F-172821609223}" type="pres">
      <dgm:prSet presAssocID="{B34A6003-C7D9-4219-AEBC-B8B71526DF70}" presName="root" presStyleCnt="0">
        <dgm:presLayoutVars>
          <dgm:dir/>
          <dgm:resizeHandles val="exact"/>
        </dgm:presLayoutVars>
      </dgm:prSet>
      <dgm:spPr/>
    </dgm:pt>
    <dgm:pt modelId="{8310DCA1-BEE0-45C4-AADD-4532DB66564C}" type="pres">
      <dgm:prSet presAssocID="{A6BE0C4D-BD8A-4886-943E-89059FB4F30E}" presName="compNode" presStyleCnt="0"/>
      <dgm:spPr/>
    </dgm:pt>
    <dgm:pt modelId="{7B250DBE-9499-4299-97C4-2B138DE12B41}" type="pres">
      <dgm:prSet presAssocID="{A6BE0C4D-BD8A-4886-943E-89059FB4F30E}" presName="bgRect" presStyleLbl="bgShp" presStyleIdx="0" presStyleCnt="4"/>
      <dgm:spPr/>
    </dgm:pt>
    <dgm:pt modelId="{1A1CCD67-9081-460F-A2E9-D5ADED4805BB}" type="pres">
      <dgm:prSet presAssocID="{A6BE0C4D-BD8A-4886-943E-89059FB4F30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A37066F8-C420-4D72-AC4E-565AE1E17D46}" type="pres">
      <dgm:prSet presAssocID="{A6BE0C4D-BD8A-4886-943E-89059FB4F30E}" presName="spaceRect" presStyleCnt="0"/>
      <dgm:spPr/>
    </dgm:pt>
    <dgm:pt modelId="{7220E2CB-3819-4B51-B89C-A3C3DBEDFA27}" type="pres">
      <dgm:prSet presAssocID="{A6BE0C4D-BD8A-4886-943E-89059FB4F30E}" presName="parTx" presStyleLbl="revTx" presStyleIdx="0" presStyleCnt="4">
        <dgm:presLayoutVars>
          <dgm:chMax val="0"/>
          <dgm:chPref val="0"/>
        </dgm:presLayoutVars>
      </dgm:prSet>
      <dgm:spPr/>
    </dgm:pt>
    <dgm:pt modelId="{8392E11C-D856-4D9C-9D44-4798101D95FE}" type="pres">
      <dgm:prSet presAssocID="{8EA67D31-A1E0-42D4-9DA0-CAA5CB182F95}" presName="sibTrans" presStyleCnt="0"/>
      <dgm:spPr/>
    </dgm:pt>
    <dgm:pt modelId="{81CB4844-AA71-4EDC-B06D-1B154C3A6F01}" type="pres">
      <dgm:prSet presAssocID="{82DCBA8E-8791-4867-9F56-A4456498AFA6}" presName="compNode" presStyleCnt="0"/>
      <dgm:spPr/>
    </dgm:pt>
    <dgm:pt modelId="{A65E0698-A8D7-4DFC-93B9-998B642363C3}" type="pres">
      <dgm:prSet presAssocID="{82DCBA8E-8791-4867-9F56-A4456498AFA6}" presName="bgRect" presStyleLbl="bgShp" presStyleIdx="1" presStyleCnt="4"/>
      <dgm:spPr/>
    </dgm:pt>
    <dgm:pt modelId="{762A40FF-3E9E-4DA0-B7DB-F5B24B9B8BA9}" type="pres">
      <dgm:prSet presAssocID="{82DCBA8E-8791-4867-9F56-A4456498AFA6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F494AB5F-50C9-43AE-BB08-3684D933ADD6}" type="pres">
      <dgm:prSet presAssocID="{82DCBA8E-8791-4867-9F56-A4456498AFA6}" presName="spaceRect" presStyleCnt="0"/>
      <dgm:spPr/>
    </dgm:pt>
    <dgm:pt modelId="{ABA38030-ABC9-45A2-BBB6-1F39895E971C}" type="pres">
      <dgm:prSet presAssocID="{82DCBA8E-8791-4867-9F56-A4456498AFA6}" presName="parTx" presStyleLbl="revTx" presStyleIdx="1" presStyleCnt="4">
        <dgm:presLayoutVars>
          <dgm:chMax val="0"/>
          <dgm:chPref val="0"/>
        </dgm:presLayoutVars>
      </dgm:prSet>
      <dgm:spPr/>
    </dgm:pt>
    <dgm:pt modelId="{C63D3B00-A5A6-4E21-829B-9580191CE718}" type="pres">
      <dgm:prSet presAssocID="{2FB2485A-085D-440E-8475-81F6546EAC52}" presName="sibTrans" presStyleCnt="0"/>
      <dgm:spPr/>
    </dgm:pt>
    <dgm:pt modelId="{FC409B39-62BA-4D19-BFC6-14F970AC881C}" type="pres">
      <dgm:prSet presAssocID="{D6E6617A-6DA1-4457-A099-CC3B6D5651FB}" presName="compNode" presStyleCnt="0"/>
      <dgm:spPr/>
    </dgm:pt>
    <dgm:pt modelId="{6CC2DDB3-9275-48DF-AB13-94A9EA68CE30}" type="pres">
      <dgm:prSet presAssocID="{D6E6617A-6DA1-4457-A099-CC3B6D5651FB}" presName="bgRect" presStyleLbl="bgShp" presStyleIdx="2" presStyleCnt="4"/>
      <dgm:spPr/>
    </dgm:pt>
    <dgm:pt modelId="{F81923AD-C090-4B3C-AB77-21566C2E9A1B}" type="pres">
      <dgm:prSet presAssocID="{D6E6617A-6DA1-4457-A099-CC3B6D5651FB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nger Print"/>
        </a:ext>
      </dgm:extLst>
    </dgm:pt>
    <dgm:pt modelId="{B8B499FC-A505-4000-8C63-C0125CC0C910}" type="pres">
      <dgm:prSet presAssocID="{D6E6617A-6DA1-4457-A099-CC3B6D5651FB}" presName="spaceRect" presStyleCnt="0"/>
      <dgm:spPr/>
    </dgm:pt>
    <dgm:pt modelId="{4D8EBD23-64CC-4F1E-95AC-D452CE947490}" type="pres">
      <dgm:prSet presAssocID="{D6E6617A-6DA1-4457-A099-CC3B6D5651FB}" presName="parTx" presStyleLbl="revTx" presStyleIdx="2" presStyleCnt="4">
        <dgm:presLayoutVars>
          <dgm:chMax val="0"/>
          <dgm:chPref val="0"/>
        </dgm:presLayoutVars>
      </dgm:prSet>
      <dgm:spPr/>
    </dgm:pt>
    <dgm:pt modelId="{E24F948E-536C-407E-90EC-6BDE3A450C0C}" type="pres">
      <dgm:prSet presAssocID="{7C0CF025-B57C-48A1-B6F9-77B847FE1384}" presName="sibTrans" presStyleCnt="0"/>
      <dgm:spPr/>
    </dgm:pt>
    <dgm:pt modelId="{6BFF625A-D390-4986-9BFE-5E54212B27BF}" type="pres">
      <dgm:prSet presAssocID="{0BBF67A4-5321-4565-BAE1-33FA84C124A9}" presName="compNode" presStyleCnt="0"/>
      <dgm:spPr/>
    </dgm:pt>
    <dgm:pt modelId="{5D2D5DB4-8DD9-4E9D-B322-B3E270153021}" type="pres">
      <dgm:prSet presAssocID="{0BBF67A4-5321-4565-BAE1-33FA84C124A9}" presName="bgRect" presStyleLbl="bgShp" presStyleIdx="3" presStyleCnt="4"/>
      <dgm:spPr/>
    </dgm:pt>
    <dgm:pt modelId="{B718EF57-9A59-4F7A-9E11-7736CF529684}" type="pres">
      <dgm:prSet presAssocID="{0BBF67A4-5321-4565-BAE1-33FA84C124A9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D2B8DFCE-DD4E-413F-A137-A2C406A7F2D2}" type="pres">
      <dgm:prSet presAssocID="{0BBF67A4-5321-4565-BAE1-33FA84C124A9}" presName="spaceRect" presStyleCnt="0"/>
      <dgm:spPr/>
    </dgm:pt>
    <dgm:pt modelId="{1E68E98D-3C75-461D-887C-A7191E38CBA1}" type="pres">
      <dgm:prSet presAssocID="{0BBF67A4-5321-4565-BAE1-33FA84C124A9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DC468F15-D319-42F0-B572-0CCE24BFA7D1}" type="presOf" srcId="{B34A6003-C7D9-4219-AEBC-B8B71526DF70}" destId="{BB163001-1088-4B46-AD6F-172821609223}" srcOrd="0" destOrd="0" presId="urn:microsoft.com/office/officeart/2018/2/layout/IconVerticalSolidList"/>
    <dgm:cxn modelId="{3D589921-05E9-46E9-A0AD-7D112285E2CC}" srcId="{B34A6003-C7D9-4219-AEBC-B8B71526DF70}" destId="{82DCBA8E-8791-4867-9F56-A4456498AFA6}" srcOrd="1" destOrd="0" parTransId="{4A5E9954-BD3F-4F83-B497-6F078EF507FB}" sibTransId="{2FB2485A-085D-440E-8475-81F6546EAC52}"/>
    <dgm:cxn modelId="{473DB244-40A9-4E45-A7C5-C8B2F4C480E3}" srcId="{B34A6003-C7D9-4219-AEBC-B8B71526DF70}" destId="{A6BE0C4D-BD8A-4886-943E-89059FB4F30E}" srcOrd="0" destOrd="0" parTransId="{BC02ED3B-B9EB-4784-B0A7-253C13BFEA17}" sibTransId="{8EA67D31-A1E0-42D4-9DA0-CAA5CB182F95}"/>
    <dgm:cxn modelId="{49BFEA49-56BD-4B8F-A28D-ACB85FCFC907}" type="presOf" srcId="{A6BE0C4D-BD8A-4886-943E-89059FB4F30E}" destId="{7220E2CB-3819-4B51-B89C-A3C3DBEDFA27}" srcOrd="0" destOrd="0" presId="urn:microsoft.com/office/officeart/2018/2/layout/IconVerticalSolidList"/>
    <dgm:cxn modelId="{270CF452-EAF6-48EA-A247-162709ED9530}" type="presOf" srcId="{0BBF67A4-5321-4565-BAE1-33FA84C124A9}" destId="{1E68E98D-3C75-461D-887C-A7191E38CBA1}" srcOrd="0" destOrd="0" presId="urn:microsoft.com/office/officeart/2018/2/layout/IconVerticalSolidList"/>
    <dgm:cxn modelId="{9F391A9C-5173-43B4-A22B-22F87F31FF38}" type="presOf" srcId="{82DCBA8E-8791-4867-9F56-A4456498AFA6}" destId="{ABA38030-ABC9-45A2-BBB6-1F39895E971C}" srcOrd="0" destOrd="0" presId="urn:microsoft.com/office/officeart/2018/2/layout/IconVerticalSolidList"/>
    <dgm:cxn modelId="{1DC2DDB6-B35D-4A76-8DA6-41B512BF8BA7}" type="presOf" srcId="{D6E6617A-6DA1-4457-A099-CC3B6D5651FB}" destId="{4D8EBD23-64CC-4F1E-95AC-D452CE947490}" srcOrd="0" destOrd="0" presId="urn:microsoft.com/office/officeart/2018/2/layout/IconVerticalSolidList"/>
    <dgm:cxn modelId="{FD5769CB-62B4-42AC-8241-B2FAA5BEECBC}" srcId="{B34A6003-C7D9-4219-AEBC-B8B71526DF70}" destId="{0BBF67A4-5321-4565-BAE1-33FA84C124A9}" srcOrd="3" destOrd="0" parTransId="{A1E8C81B-9799-48CD-A175-0B3BECC8D089}" sibTransId="{76F0C889-7085-4C99-BA0E-94E430BEFAEC}"/>
    <dgm:cxn modelId="{208054D8-3A4F-4826-BD19-6E7A73CF34BE}" srcId="{B34A6003-C7D9-4219-AEBC-B8B71526DF70}" destId="{D6E6617A-6DA1-4457-A099-CC3B6D5651FB}" srcOrd="2" destOrd="0" parTransId="{2353322D-6D38-46EA-9D11-72C208D67DC8}" sibTransId="{7C0CF025-B57C-48A1-B6F9-77B847FE1384}"/>
    <dgm:cxn modelId="{E2DC4B12-57EB-47B9-B9AA-A19BB4C41A01}" type="presParOf" srcId="{BB163001-1088-4B46-AD6F-172821609223}" destId="{8310DCA1-BEE0-45C4-AADD-4532DB66564C}" srcOrd="0" destOrd="0" presId="urn:microsoft.com/office/officeart/2018/2/layout/IconVerticalSolidList"/>
    <dgm:cxn modelId="{377FBC4F-9CEB-4622-943D-DAFE50DAD8FE}" type="presParOf" srcId="{8310DCA1-BEE0-45C4-AADD-4532DB66564C}" destId="{7B250DBE-9499-4299-97C4-2B138DE12B41}" srcOrd="0" destOrd="0" presId="urn:microsoft.com/office/officeart/2018/2/layout/IconVerticalSolidList"/>
    <dgm:cxn modelId="{87423F01-F7B8-41ED-8F0A-0DE4C762D5DE}" type="presParOf" srcId="{8310DCA1-BEE0-45C4-AADD-4532DB66564C}" destId="{1A1CCD67-9081-460F-A2E9-D5ADED4805BB}" srcOrd="1" destOrd="0" presId="urn:microsoft.com/office/officeart/2018/2/layout/IconVerticalSolidList"/>
    <dgm:cxn modelId="{291C39BD-CA07-4E8F-ABCC-75AFCBB9F8C6}" type="presParOf" srcId="{8310DCA1-BEE0-45C4-AADD-4532DB66564C}" destId="{A37066F8-C420-4D72-AC4E-565AE1E17D46}" srcOrd="2" destOrd="0" presId="urn:microsoft.com/office/officeart/2018/2/layout/IconVerticalSolidList"/>
    <dgm:cxn modelId="{128F298C-7F30-45C7-A278-5BBFB61A176B}" type="presParOf" srcId="{8310DCA1-BEE0-45C4-AADD-4532DB66564C}" destId="{7220E2CB-3819-4B51-B89C-A3C3DBEDFA27}" srcOrd="3" destOrd="0" presId="urn:microsoft.com/office/officeart/2018/2/layout/IconVerticalSolidList"/>
    <dgm:cxn modelId="{6AEC4514-3243-4EAD-B17D-81A8994D9EEC}" type="presParOf" srcId="{BB163001-1088-4B46-AD6F-172821609223}" destId="{8392E11C-D856-4D9C-9D44-4798101D95FE}" srcOrd="1" destOrd="0" presId="urn:microsoft.com/office/officeart/2018/2/layout/IconVerticalSolidList"/>
    <dgm:cxn modelId="{9E422FA7-3E11-4B91-A83C-37185072C5AE}" type="presParOf" srcId="{BB163001-1088-4B46-AD6F-172821609223}" destId="{81CB4844-AA71-4EDC-B06D-1B154C3A6F01}" srcOrd="2" destOrd="0" presId="urn:microsoft.com/office/officeart/2018/2/layout/IconVerticalSolidList"/>
    <dgm:cxn modelId="{CE0B80B3-351D-4A3E-ABBB-8E956B0E1EF3}" type="presParOf" srcId="{81CB4844-AA71-4EDC-B06D-1B154C3A6F01}" destId="{A65E0698-A8D7-4DFC-93B9-998B642363C3}" srcOrd="0" destOrd="0" presId="urn:microsoft.com/office/officeart/2018/2/layout/IconVerticalSolidList"/>
    <dgm:cxn modelId="{97A394A4-D4F4-4FFF-8474-538CD99E3437}" type="presParOf" srcId="{81CB4844-AA71-4EDC-B06D-1B154C3A6F01}" destId="{762A40FF-3E9E-4DA0-B7DB-F5B24B9B8BA9}" srcOrd="1" destOrd="0" presId="urn:microsoft.com/office/officeart/2018/2/layout/IconVerticalSolidList"/>
    <dgm:cxn modelId="{F2C91356-4A8E-40DB-94F4-07CD252310F3}" type="presParOf" srcId="{81CB4844-AA71-4EDC-B06D-1B154C3A6F01}" destId="{F494AB5F-50C9-43AE-BB08-3684D933ADD6}" srcOrd="2" destOrd="0" presId="urn:microsoft.com/office/officeart/2018/2/layout/IconVerticalSolidList"/>
    <dgm:cxn modelId="{67BCE978-16ED-4603-B80F-FD50D3111E72}" type="presParOf" srcId="{81CB4844-AA71-4EDC-B06D-1B154C3A6F01}" destId="{ABA38030-ABC9-45A2-BBB6-1F39895E971C}" srcOrd="3" destOrd="0" presId="urn:microsoft.com/office/officeart/2018/2/layout/IconVerticalSolidList"/>
    <dgm:cxn modelId="{305CE230-57F4-4064-A8A8-55F9FBFC3BFC}" type="presParOf" srcId="{BB163001-1088-4B46-AD6F-172821609223}" destId="{C63D3B00-A5A6-4E21-829B-9580191CE718}" srcOrd="3" destOrd="0" presId="urn:microsoft.com/office/officeart/2018/2/layout/IconVerticalSolidList"/>
    <dgm:cxn modelId="{AF58B6B6-639F-49CF-8688-DD93363ACA6F}" type="presParOf" srcId="{BB163001-1088-4B46-AD6F-172821609223}" destId="{FC409B39-62BA-4D19-BFC6-14F970AC881C}" srcOrd="4" destOrd="0" presId="urn:microsoft.com/office/officeart/2018/2/layout/IconVerticalSolidList"/>
    <dgm:cxn modelId="{4F083A77-37A7-4B0C-AC51-4CED06E5328E}" type="presParOf" srcId="{FC409B39-62BA-4D19-BFC6-14F970AC881C}" destId="{6CC2DDB3-9275-48DF-AB13-94A9EA68CE30}" srcOrd="0" destOrd="0" presId="urn:microsoft.com/office/officeart/2018/2/layout/IconVerticalSolidList"/>
    <dgm:cxn modelId="{3607DC84-7887-4E4E-B1EE-EC77F9FB046C}" type="presParOf" srcId="{FC409B39-62BA-4D19-BFC6-14F970AC881C}" destId="{F81923AD-C090-4B3C-AB77-21566C2E9A1B}" srcOrd="1" destOrd="0" presId="urn:microsoft.com/office/officeart/2018/2/layout/IconVerticalSolidList"/>
    <dgm:cxn modelId="{25BA283D-0479-41A1-AEFB-B5536B79A2A7}" type="presParOf" srcId="{FC409B39-62BA-4D19-BFC6-14F970AC881C}" destId="{B8B499FC-A505-4000-8C63-C0125CC0C910}" srcOrd="2" destOrd="0" presId="urn:microsoft.com/office/officeart/2018/2/layout/IconVerticalSolidList"/>
    <dgm:cxn modelId="{4CD503C5-5149-4304-8276-1D1ED9632E3C}" type="presParOf" srcId="{FC409B39-62BA-4D19-BFC6-14F970AC881C}" destId="{4D8EBD23-64CC-4F1E-95AC-D452CE947490}" srcOrd="3" destOrd="0" presId="urn:microsoft.com/office/officeart/2018/2/layout/IconVerticalSolidList"/>
    <dgm:cxn modelId="{20626752-B28D-4A9A-AEFF-287F884E08A0}" type="presParOf" srcId="{BB163001-1088-4B46-AD6F-172821609223}" destId="{E24F948E-536C-407E-90EC-6BDE3A450C0C}" srcOrd="5" destOrd="0" presId="urn:microsoft.com/office/officeart/2018/2/layout/IconVerticalSolidList"/>
    <dgm:cxn modelId="{7DE98F45-F5AF-484F-9551-E8B4FAA258B8}" type="presParOf" srcId="{BB163001-1088-4B46-AD6F-172821609223}" destId="{6BFF625A-D390-4986-9BFE-5E54212B27BF}" srcOrd="6" destOrd="0" presId="urn:microsoft.com/office/officeart/2018/2/layout/IconVerticalSolidList"/>
    <dgm:cxn modelId="{FD681E8E-C121-42F8-8FD3-B320BE28ED75}" type="presParOf" srcId="{6BFF625A-D390-4986-9BFE-5E54212B27BF}" destId="{5D2D5DB4-8DD9-4E9D-B322-B3E270153021}" srcOrd="0" destOrd="0" presId="urn:microsoft.com/office/officeart/2018/2/layout/IconVerticalSolidList"/>
    <dgm:cxn modelId="{604D7199-B2EB-49A6-9371-ACE5AEDE8E01}" type="presParOf" srcId="{6BFF625A-D390-4986-9BFE-5E54212B27BF}" destId="{B718EF57-9A59-4F7A-9E11-7736CF529684}" srcOrd="1" destOrd="0" presId="urn:microsoft.com/office/officeart/2018/2/layout/IconVerticalSolidList"/>
    <dgm:cxn modelId="{2612518A-FAEC-4A31-A08A-D2569EE5A198}" type="presParOf" srcId="{6BFF625A-D390-4986-9BFE-5E54212B27BF}" destId="{D2B8DFCE-DD4E-413F-A137-A2C406A7F2D2}" srcOrd="2" destOrd="0" presId="urn:microsoft.com/office/officeart/2018/2/layout/IconVerticalSolidList"/>
    <dgm:cxn modelId="{AE5E51DB-C12A-40E3-ADB5-78B1E622DCFA}" type="presParOf" srcId="{6BFF625A-D390-4986-9BFE-5E54212B27BF}" destId="{1E68E98D-3C75-461D-887C-A7191E38CBA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CAF83CC5-FEA3-47C4-9F94-D3A694381EA7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B276179-2A0D-40DB-AC7D-A16BF509EE76}">
      <dgm:prSet/>
      <dgm:spPr/>
      <dgm:t>
        <a:bodyPr/>
        <a:lstStyle/>
        <a:p>
          <a:r>
            <a:rPr lang="en-US" b="0" i="0" baseline="0"/>
            <a:t>Mobile apps (“apps”) for smartphones and tablets</a:t>
          </a:r>
          <a:endParaRPr lang="en-US"/>
        </a:p>
      </dgm:t>
    </dgm:pt>
    <dgm:pt modelId="{336D031C-11A9-4FDC-9ED2-5058126227C2}" type="parTrans" cxnId="{4A3C9029-95FA-4831-B44A-8DD0FF6239BA}">
      <dgm:prSet/>
      <dgm:spPr/>
      <dgm:t>
        <a:bodyPr/>
        <a:lstStyle/>
        <a:p>
          <a:endParaRPr lang="en-US"/>
        </a:p>
      </dgm:t>
    </dgm:pt>
    <dgm:pt modelId="{5913DB62-5FED-46AC-9B1C-84E277D99903}" type="sibTrans" cxnId="{4A3C9029-95FA-4831-B44A-8DD0FF6239BA}">
      <dgm:prSet/>
      <dgm:spPr/>
      <dgm:t>
        <a:bodyPr/>
        <a:lstStyle/>
        <a:p>
          <a:endParaRPr lang="en-US"/>
        </a:p>
      </dgm:t>
    </dgm:pt>
    <dgm:pt modelId="{2A0E5CDD-BB85-4EF6-8593-6A7953D69131}">
      <dgm:prSet/>
      <dgm:spPr/>
      <dgm:t>
        <a:bodyPr/>
        <a:lstStyle/>
        <a:p>
          <a:r>
            <a:rPr lang="en-US" b="0" i="0" baseline="0" dirty="0"/>
            <a:t>Games, productivity tools, educational software</a:t>
          </a:r>
          <a:endParaRPr lang="en-US" dirty="0"/>
        </a:p>
      </dgm:t>
    </dgm:pt>
    <dgm:pt modelId="{AC3B679F-8101-4429-A83D-78C26DE858A6}" type="parTrans" cxnId="{21E87FBD-1B38-452C-8D57-2A6D5B8C356E}">
      <dgm:prSet/>
      <dgm:spPr/>
      <dgm:t>
        <a:bodyPr/>
        <a:lstStyle/>
        <a:p>
          <a:endParaRPr lang="en-US"/>
        </a:p>
      </dgm:t>
    </dgm:pt>
    <dgm:pt modelId="{F5824CE5-F185-4BAE-80A1-C8863527F945}" type="sibTrans" cxnId="{21E87FBD-1B38-452C-8D57-2A6D5B8C356E}">
      <dgm:prSet/>
      <dgm:spPr/>
      <dgm:t>
        <a:bodyPr/>
        <a:lstStyle/>
        <a:p>
          <a:endParaRPr lang="en-US"/>
        </a:p>
      </dgm:t>
    </dgm:pt>
    <dgm:pt modelId="{AD2F2A6D-C55B-47BD-94E9-4D8472E8BE3A}">
      <dgm:prSet/>
      <dgm:spPr/>
      <dgm:t>
        <a:bodyPr/>
        <a:lstStyle/>
        <a:p>
          <a:r>
            <a:rPr lang="en-US" b="0" i="0" baseline="0"/>
            <a:t>User-friendly software enables anyone to create apps without advanced programming</a:t>
          </a:r>
          <a:endParaRPr lang="en-US"/>
        </a:p>
      </dgm:t>
    </dgm:pt>
    <dgm:pt modelId="{399ECDCE-83C8-467F-A46C-C3E6FD7536B7}" type="parTrans" cxnId="{3D39BBC6-339E-4F42-9F8A-B2D416CD68F8}">
      <dgm:prSet/>
      <dgm:spPr/>
      <dgm:t>
        <a:bodyPr/>
        <a:lstStyle/>
        <a:p>
          <a:endParaRPr lang="en-US"/>
        </a:p>
      </dgm:t>
    </dgm:pt>
    <dgm:pt modelId="{CB8649ED-7FBC-4C83-A616-0D84AE5FE310}" type="sibTrans" cxnId="{3D39BBC6-339E-4F42-9F8A-B2D416CD68F8}">
      <dgm:prSet/>
      <dgm:spPr/>
      <dgm:t>
        <a:bodyPr/>
        <a:lstStyle/>
        <a:p>
          <a:endParaRPr lang="en-US"/>
        </a:p>
      </dgm:t>
    </dgm:pt>
    <dgm:pt modelId="{BA2994ED-AAD0-4580-9560-359B76AC6355}">
      <dgm:prSet/>
      <dgm:spPr/>
      <dgm:t>
        <a:bodyPr/>
        <a:lstStyle/>
        <a:p>
          <a:r>
            <a:rPr lang="en-US" b="0" i="0" baseline="0"/>
            <a:t>Apps allow portability, instant updates, and easy distribution</a:t>
          </a:r>
          <a:endParaRPr lang="en-US"/>
        </a:p>
      </dgm:t>
    </dgm:pt>
    <dgm:pt modelId="{BE371CBF-3033-4DAE-B992-90533F4A31A9}" type="parTrans" cxnId="{E70022CA-CDA3-49FE-B86C-339134359F4D}">
      <dgm:prSet/>
      <dgm:spPr/>
      <dgm:t>
        <a:bodyPr/>
        <a:lstStyle/>
        <a:p>
          <a:endParaRPr lang="en-US"/>
        </a:p>
      </dgm:t>
    </dgm:pt>
    <dgm:pt modelId="{6CA8CEC9-CC67-4971-80BC-F6C1D37FA6AA}" type="sibTrans" cxnId="{E70022CA-CDA3-49FE-B86C-339134359F4D}">
      <dgm:prSet/>
      <dgm:spPr/>
      <dgm:t>
        <a:bodyPr/>
        <a:lstStyle/>
        <a:p>
          <a:endParaRPr lang="en-US"/>
        </a:p>
      </dgm:t>
    </dgm:pt>
    <dgm:pt modelId="{4BDF3C21-206A-4059-B734-C33CB9BA584F}" type="pres">
      <dgm:prSet presAssocID="{CAF83CC5-FEA3-47C4-9F94-D3A694381EA7}" presName="root" presStyleCnt="0">
        <dgm:presLayoutVars>
          <dgm:dir/>
          <dgm:resizeHandles val="exact"/>
        </dgm:presLayoutVars>
      </dgm:prSet>
      <dgm:spPr/>
    </dgm:pt>
    <dgm:pt modelId="{1CEB5F13-7575-4A73-B241-D7D2271A554E}" type="pres">
      <dgm:prSet presAssocID="{1B276179-2A0D-40DB-AC7D-A16BF509EE76}" presName="compNode" presStyleCnt="0"/>
      <dgm:spPr/>
    </dgm:pt>
    <dgm:pt modelId="{D710EAB8-71AF-4486-89B9-C4B77387C8F1}" type="pres">
      <dgm:prSet presAssocID="{1B276179-2A0D-40DB-AC7D-A16BF509EE76}" presName="bgRect" presStyleLbl="bgShp" presStyleIdx="0" presStyleCnt="4"/>
      <dgm:spPr/>
    </dgm:pt>
    <dgm:pt modelId="{DAC3D71D-F811-4298-9A1C-0FCFCDEBD17C}" type="pres">
      <dgm:prSet presAssocID="{1B276179-2A0D-40DB-AC7D-A16BF509EE76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C46372DE-1C95-45D9-9AE8-9C59FAF81AD2}" type="pres">
      <dgm:prSet presAssocID="{1B276179-2A0D-40DB-AC7D-A16BF509EE76}" presName="spaceRect" presStyleCnt="0"/>
      <dgm:spPr/>
    </dgm:pt>
    <dgm:pt modelId="{334128C3-244A-45C7-BA97-68830549B8DF}" type="pres">
      <dgm:prSet presAssocID="{1B276179-2A0D-40DB-AC7D-A16BF509EE76}" presName="parTx" presStyleLbl="revTx" presStyleIdx="0" presStyleCnt="4">
        <dgm:presLayoutVars>
          <dgm:chMax val="0"/>
          <dgm:chPref val="0"/>
        </dgm:presLayoutVars>
      </dgm:prSet>
      <dgm:spPr/>
    </dgm:pt>
    <dgm:pt modelId="{8ACA9F3F-FE74-4243-8E35-5F635B9683EA}" type="pres">
      <dgm:prSet presAssocID="{5913DB62-5FED-46AC-9B1C-84E277D99903}" presName="sibTrans" presStyleCnt="0"/>
      <dgm:spPr/>
    </dgm:pt>
    <dgm:pt modelId="{6AF5B090-5128-4786-A5B2-91C92575F4FA}" type="pres">
      <dgm:prSet presAssocID="{2A0E5CDD-BB85-4EF6-8593-6A7953D69131}" presName="compNode" presStyleCnt="0"/>
      <dgm:spPr/>
    </dgm:pt>
    <dgm:pt modelId="{20EAD264-CFFB-4115-A137-3A78284CB5B9}" type="pres">
      <dgm:prSet presAssocID="{2A0E5CDD-BB85-4EF6-8593-6A7953D69131}" presName="bgRect" presStyleLbl="bgShp" presStyleIdx="1" presStyleCnt="4"/>
      <dgm:spPr/>
    </dgm:pt>
    <dgm:pt modelId="{16CCB157-482F-4C88-AA16-CBC26C905F04}" type="pres">
      <dgm:prSet presAssocID="{2A0E5CDD-BB85-4EF6-8593-6A7953D69131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me controller"/>
        </a:ext>
      </dgm:extLst>
    </dgm:pt>
    <dgm:pt modelId="{C0041029-935C-4B53-B53F-F1C4C44D5F33}" type="pres">
      <dgm:prSet presAssocID="{2A0E5CDD-BB85-4EF6-8593-6A7953D69131}" presName="spaceRect" presStyleCnt="0"/>
      <dgm:spPr/>
    </dgm:pt>
    <dgm:pt modelId="{B3330606-A42E-4FEA-8098-E831AFEC1970}" type="pres">
      <dgm:prSet presAssocID="{2A0E5CDD-BB85-4EF6-8593-6A7953D69131}" presName="parTx" presStyleLbl="revTx" presStyleIdx="1" presStyleCnt="4">
        <dgm:presLayoutVars>
          <dgm:chMax val="0"/>
          <dgm:chPref val="0"/>
        </dgm:presLayoutVars>
      </dgm:prSet>
      <dgm:spPr/>
    </dgm:pt>
    <dgm:pt modelId="{F73B2733-FD0F-423F-B832-04725C71E129}" type="pres">
      <dgm:prSet presAssocID="{F5824CE5-F185-4BAE-80A1-C8863527F945}" presName="sibTrans" presStyleCnt="0"/>
      <dgm:spPr/>
    </dgm:pt>
    <dgm:pt modelId="{79F3814A-CE22-45E5-9B24-34BF98E5AFDC}" type="pres">
      <dgm:prSet presAssocID="{AD2F2A6D-C55B-47BD-94E9-4D8472E8BE3A}" presName="compNode" presStyleCnt="0"/>
      <dgm:spPr/>
    </dgm:pt>
    <dgm:pt modelId="{65EE291C-FF2E-4488-8A9B-B2B65161AB14}" type="pres">
      <dgm:prSet presAssocID="{AD2F2A6D-C55B-47BD-94E9-4D8472E8BE3A}" presName="bgRect" presStyleLbl="bgShp" presStyleIdx="2" presStyleCnt="4"/>
      <dgm:spPr/>
    </dgm:pt>
    <dgm:pt modelId="{44C575C1-9FA7-4B2A-A93D-BB7BA65B3212}" type="pres">
      <dgm:prSet presAssocID="{AD2F2A6D-C55B-47BD-94E9-4D8472E8BE3A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EE6B52AC-6046-4332-B44F-1025839E8889}" type="pres">
      <dgm:prSet presAssocID="{AD2F2A6D-C55B-47BD-94E9-4D8472E8BE3A}" presName="spaceRect" presStyleCnt="0"/>
      <dgm:spPr/>
    </dgm:pt>
    <dgm:pt modelId="{6EBCE889-AD95-4601-ABC3-E36CFC081EAF}" type="pres">
      <dgm:prSet presAssocID="{AD2F2A6D-C55B-47BD-94E9-4D8472E8BE3A}" presName="parTx" presStyleLbl="revTx" presStyleIdx="2" presStyleCnt="4">
        <dgm:presLayoutVars>
          <dgm:chMax val="0"/>
          <dgm:chPref val="0"/>
        </dgm:presLayoutVars>
      </dgm:prSet>
      <dgm:spPr/>
    </dgm:pt>
    <dgm:pt modelId="{87650E8C-DB6A-4DF6-B648-7F407BE5C209}" type="pres">
      <dgm:prSet presAssocID="{CB8649ED-7FBC-4C83-A616-0D84AE5FE310}" presName="sibTrans" presStyleCnt="0"/>
      <dgm:spPr/>
    </dgm:pt>
    <dgm:pt modelId="{F564B32B-8A83-4F3C-A2D7-42BC4540B8D9}" type="pres">
      <dgm:prSet presAssocID="{BA2994ED-AAD0-4580-9560-359B76AC6355}" presName="compNode" presStyleCnt="0"/>
      <dgm:spPr/>
    </dgm:pt>
    <dgm:pt modelId="{287CFE74-9DF4-4FA3-B67A-C6C3182CAE0B}" type="pres">
      <dgm:prSet presAssocID="{BA2994ED-AAD0-4580-9560-359B76AC6355}" presName="bgRect" presStyleLbl="bgShp" presStyleIdx="3" presStyleCnt="4"/>
      <dgm:spPr/>
    </dgm:pt>
    <dgm:pt modelId="{F8A0E68F-6034-43F4-A07F-E51BA79B5107}" type="pres">
      <dgm:prSet presAssocID="{BA2994ED-AAD0-4580-9560-359B76AC6355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ug boat"/>
        </a:ext>
      </dgm:extLst>
    </dgm:pt>
    <dgm:pt modelId="{ADC14F59-03DD-4C61-A3BB-0BD3D1BDFF34}" type="pres">
      <dgm:prSet presAssocID="{BA2994ED-AAD0-4580-9560-359B76AC6355}" presName="spaceRect" presStyleCnt="0"/>
      <dgm:spPr/>
    </dgm:pt>
    <dgm:pt modelId="{874CEA0C-BD2E-414F-9D68-89943409ED2E}" type="pres">
      <dgm:prSet presAssocID="{BA2994ED-AAD0-4580-9560-359B76AC6355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4A3C9029-95FA-4831-B44A-8DD0FF6239BA}" srcId="{CAF83CC5-FEA3-47C4-9F94-D3A694381EA7}" destId="{1B276179-2A0D-40DB-AC7D-A16BF509EE76}" srcOrd="0" destOrd="0" parTransId="{336D031C-11A9-4FDC-9ED2-5058126227C2}" sibTransId="{5913DB62-5FED-46AC-9B1C-84E277D99903}"/>
    <dgm:cxn modelId="{AA038734-7FAE-4E11-8E85-C785F9555765}" type="presOf" srcId="{2A0E5CDD-BB85-4EF6-8593-6A7953D69131}" destId="{B3330606-A42E-4FEA-8098-E831AFEC1970}" srcOrd="0" destOrd="0" presId="urn:microsoft.com/office/officeart/2018/2/layout/IconVerticalSolidList"/>
    <dgm:cxn modelId="{21E87FBD-1B38-452C-8D57-2A6D5B8C356E}" srcId="{CAF83CC5-FEA3-47C4-9F94-D3A694381EA7}" destId="{2A0E5CDD-BB85-4EF6-8593-6A7953D69131}" srcOrd="1" destOrd="0" parTransId="{AC3B679F-8101-4429-A83D-78C26DE858A6}" sibTransId="{F5824CE5-F185-4BAE-80A1-C8863527F945}"/>
    <dgm:cxn modelId="{B54252C1-7285-42BB-B6C1-4E23E3241573}" type="presOf" srcId="{CAF83CC5-FEA3-47C4-9F94-D3A694381EA7}" destId="{4BDF3C21-206A-4059-B734-C33CB9BA584F}" srcOrd="0" destOrd="0" presId="urn:microsoft.com/office/officeart/2018/2/layout/IconVerticalSolidList"/>
    <dgm:cxn modelId="{D3F5D6C5-8F62-411F-A76C-5AC920A75E1A}" type="presOf" srcId="{AD2F2A6D-C55B-47BD-94E9-4D8472E8BE3A}" destId="{6EBCE889-AD95-4601-ABC3-E36CFC081EAF}" srcOrd="0" destOrd="0" presId="urn:microsoft.com/office/officeart/2018/2/layout/IconVerticalSolidList"/>
    <dgm:cxn modelId="{3D39BBC6-339E-4F42-9F8A-B2D416CD68F8}" srcId="{CAF83CC5-FEA3-47C4-9F94-D3A694381EA7}" destId="{AD2F2A6D-C55B-47BD-94E9-4D8472E8BE3A}" srcOrd="2" destOrd="0" parTransId="{399ECDCE-83C8-467F-A46C-C3E6FD7536B7}" sibTransId="{CB8649ED-7FBC-4C83-A616-0D84AE5FE310}"/>
    <dgm:cxn modelId="{E70022CA-CDA3-49FE-B86C-339134359F4D}" srcId="{CAF83CC5-FEA3-47C4-9F94-D3A694381EA7}" destId="{BA2994ED-AAD0-4580-9560-359B76AC6355}" srcOrd="3" destOrd="0" parTransId="{BE371CBF-3033-4DAE-B992-90533F4A31A9}" sibTransId="{6CA8CEC9-CC67-4971-80BC-F6C1D37FA6AA}"/>
    <dgm:cxn modelId="{FE87B0D4-D3BB-46C3-B78D-DC940F235779}" type="presOf" srcId="{1B276179-2A0D-40DB-AC7D-A16BF509EE76}" destId="{334128C3-244A-45C7-BA97-68830549B8DF}" srcOrd="0" destOrd="0" presId="urn:microsoft.com/office/officeart/2018/2/layout/IconVerticalSolidList"/>
    <dgm:cxn modelId="{4C9513DA-327E-4ECA-8242-2976406C6209}" type="presOf" srcId="{BA2994ED-AAD0-4580-9560-359B76AC6355}" destId="{874CEA0C-BD2E-414F-9D68-89943409ED2E}" srcOrd="0" destOrd="0" presId="urn:microsoft.com/office/officeart/2018/2/layout/IconVerticalSolidList"/>
    <dgm:cxn modelId="{718FFA05-B3F3-4513-BB03-463FF7F7ADF2}" type="presParOf" srcId="{4BDF3C21-206A-4059-B734-C33CB9BA584F}" destId="{1CEB5F13-7575-4A73-B241-D7D2271A554E}" srcOrd="0" destOrd="0" presId="urn:microsoft.com/office/officeart/2018/2/layout/IconVerticalSolidList"/>
    <dgm:cxn modelId="{9A74C932-1B72-4709-88ED-981305035648}" type="presParOf" srcId="{1CEB5F13-7575-4A73-B241-D7D2271A554E}" destId="{D710EAB8-71AF-4486-89B9-C4B77387C8F1}" srcOrd="0" destOrd="0" presId="urn:microsoft.com/office/officeart/2018/2/layout/IconVerticalSolidList"/>
    <dgm:cxn modelId="{B23736A9-7CD5-4C08-BEA2-6B8BCF844DC5}" type="presParOf" srcId="{1CEB5F13-7575-4A73-B241-D7D2271A554E}" destId="{DAC3D71D-F811-4298-9A1C-0FCFCDEBD17C}" srcOrd="1" destOrd="0" presId="urn:microsoft.com/office/officeart/2018/2/layout/IconVerticalSolidList"/>
    <dgm:cxn modelId="{5BA395EF-A8E0-4889-8320-AC6F4D797FFE}" type="presParOf" srcId="{1CEB5F13-7575-4A73-B241-D7D2271A554E}" destId="{C46372DE-1C95-45D9-9AE8-9C59FAF81AD2}" srcOrd="2" destOrd="0" presId="urn:microsoft.com/office/officeart/2018/2/layout/IconVerticalSolidList"/>
    <dgm:cxn modelId="{311411DB-F8FD-4422-B7F9-FE97E287C148}" type="presParOf" srcId="{1CEB5F13-7575-4A73-B241-D7D2271A554E}" destId="{334128C3-244A-45C7-BA97-68830549B8DF}" srcOrd="3" destOrd="0" presId="urn:microsoft.com/office/officeart/2018/2/layout/IconVerticalSolidList"/>
    <dgm:cxn modelId="{286AED14-4815-4A08-97B9-E46830FF9DC3}" type="presParOf" srcId="{4BDF3C21-206A-4059-B734-C33CB9BA584F}" destId="{8ACA9F3F-FE74-4243-8E35-5F635B9683EA}" srcOrd="1" destOrd="0" presId="urn:microsoft.com/office/officeart/2018/2/layout/IconVerticalSolidList"/>
    <dgm:cxn modelId="{2400209F-F6BA-44A3-9230-D24F43EEDEDA}" type="presParOf" srcId="{4BDF3C21-206A-4059-B734-C33CB9BA584F}" destId="{6AF5B090-5128-4786-A5B2-91C92575F4FA}" srcOrd="2" destOrd="0" presId="urn:microsoft.com/office/officeart/2018/2/layout/IconVerticalSolidList"/>
    <dgm:cxn modelId="{8ED79760-3F7F-4CAB-B5F8-9D03FD04027F}" type="presParOf" srcId="{6AF5B090-5128-4786-A5B2-91C92575F4FA}" destId="{20EAD264-CFFB-4115-A137-3A78284CB5B9}" srcOrd="0" destOrd="0" presId="urn:microsoft.com/office/officeart/2018/2/layout/IconVerticalSolidList"/>
    <dgm:cxn modelId="{FEE493F4-A38D-4DB4-BFEE-9D615356BBCC}" type="presParOf" srcId="{6AF5B090-5128-4786-A5B2-91C92575F4FA}" destId="{16CCB157-482F-4C88-AA16-CBC26C905F04}" srcOrd="1" destOrd="0" presId="urn:microsoft.com/office/officeart/2018/2/layout/IconVerticalSolidList"/>
    <dgm:cxn modelId="{8E7FF180-234B-4429-913D-5FA45B365BAD}" type="presParOf" srcId="{6AF5B090-5128-4786-A5B2-91C92575F4FA}" destId="{C0041029-935C-4B53-B53F-F1C4C44D5F33}" srcOrd="2" destOrd="0" presId="urn:microsoft.com/office/officeart/2018/2/layout/IconVerticalSolidList"/>
    <dgm:cxn modelId="{AD9F24B8-2F41-4A6D-95F5-34237EF6CC71}" type="presParOf" srcId="{6AF5B090-5128-4786-A5B2-91C92575F4FA}" destId="{B3330606-A42E-4FEA-8098-E831AFEC1970}" srcOrd="3" destOrd="0" presId="urn:microsoft.com/office/officeart/2018/2/layout/IconVerticalSolidList"/>
    <dgm:cxn modelId="{4B235C01-4F3C-421D-BE05-D7699D246308}" type="presParOf" srcId="{4BDF3C21-206A-4059-B734-C33CB9BA584F}" destId="{F73B2733-FD0F-423F-B832-04725C71E129}" srcOrd="3" destOrd="0" presId="urn:microsoft.com/office/officeart/2018/2/layout/IconVerticalSolidList"/>
    <dgm:cxn modelId="{627C487F-15D1-4054-B2DA-9BE9F0F538DD}" type="presParOf" srcId="{4BDF3C21-206A-4059-B734-C33CB9BA584F}" destId="{79F3814A-CE22-45E5-9B24-34BF98E5AFDC}" srcOrd="4" destOrd="0" presId="urn:microsoft.com/office/officeart/2018/2/layout/IconVerticalSolidList"/>
    <dgm:cxn modelId="{6E4407D7-AA5E-4A84-BBE2-D634CCD41FF8}" type="presParOf" srcId="{79F3814A-CE22-45E5-9B24-34BF98E5AFDC}" destId="{65EE291C-FF2E-4488-8A9B-B2B65161AB14}" srcOrd="0" destOrd="0" presId="urn:microsoft.com/office/officeart/2018/2/layout/IconVerticalSolidList"/>
    <dgm:cxn modelId="{7AD564C0-D2D1-4E58-8CDD-3C0B37C7DA95}" type="presParOf" srcId="{79F3814A-CE22-45E5-9B24-34BF98E5AFDC}" destId="{44C575C1-9FA7-4B2A-A93D-BB7BA65B3212}" srcOrd="1" destOrd="0" presId="urn:microsoft.com/office/officeart/2018/2/layout/IconVerticalSolidList"/>
    <dgm:cxn modelId="{0347C9EB-3AF2-44D2-B5CF-3FA647699D30}" type="presParOf" srcId="{79F3814A-CE22-45E5-9B24-34BF98E5AFDC}" destId="{EE6B52AC-6046-4332-B44F-1025839E8889}" srcOrd="2" destOrd="0" presId="urn:microsoft.com/office/officeart/2018/2/layout/IconVerticalSolidList"/>
    <dgm:cxn modelId="{0BA8134C-871F-40C1-A9EE-4467DB118B6C}" type="presParOf" srcId="{79F3814A-CE22-45E5-9B24-34BF98E5AFDC}" destId="{6EBCE889-AD95-4601-ABC3-E36CFC081EAF}" srcOrd="3" destOrd="0" presId="urn:microsoft.com/office/officeart/2018/2/layout/IconVerticalSolidList"/>
    <dgm:cxn modelId="{8B967894-146C-427D-B6DB-B933B65ECA61}" type="presParOf" srcId="{4BDF3C21-206A-4059-B734-C33CB9BA584F}" destId="{87650E8C-DB6A-4DF6-B648-7F407BE5C209}" srcOrd="5" destOrd="0" presId="urn:microsoft.com/office/officeart/2018/2/layout/IconVerticalSolidList"/>
    <dgm:cxn modelId="{B054940A-5EF2-4979-BA0C-5705DEFA22A9}" type="presParOf" srcId="{4BDF3C21-206A-4059-B734-C33CB9BA584F}" destId="{F564B32B-8A83-4F3C-A2D7-42BC4540B8D9}" srcOrd="6" destOrd="0" presId="urn:microsoft.com/office/officeart/2018/2/layout/IconVerticalSolidList"/>
    <dgm:cxn modelId="{F85DA2D4-C43C-4A01-B167-39961200EB8F}" type="presParOf" srcId="{F564B32B-8A83-4F3C-A2D7-42BC4540B8D9}" destId="{287CFE74-9DF4-4FA3-B67A-C6C3182CAE0B}" srcOrd="0" destOrd="0" presId="urn:microsoft.com/office/officeart/2018/2/layout/IconVerticalSolidList"/>
    <dgm:cxn modelId="{876D59DA-7AB7-41C9-A542-EA565F2C09DF}" type="presParOf" srcId="{F564B32B-8A83-4F3C-A2D7-42BC4540B8D9}" destId="{F8A0E68F-6034-43F4-A07F-E51BA79B5107}" srcOrd="1" destOrd="0" presId="urn:microsoft.com/office/officeart/2018/2/layout/IconVerticalSolidList"/>
    <dgm:cxn modelId="{97E24FC9-6020-45AF-8E02-24A6E9D8B2BD}" type="presParOf" srcId="{F564B32B-8A83-4F3C-A2D7-42BC4540B8D9}" destId="{ADC14F59-03DD-4C61-A3BB-0BD3D1BDFF34}" srcOrd="2" destOrd="0" presId="urn:microsoft.com/office/officeart/2018/2/layout/IconVerticalSolidList"/>
    <dgm:cxn modelId="{E8F82C06-04FB-4AF2-949E-F71DC86E6032}" type="presParOf" srcId="{F564B32B-8A83-4F3C-A2D7-42BC4540B8D9}" destId="{874CEA0C-BD2E-414F-9D68-89943409ED2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AF31EB32-0697-4FAC-B394-D45E945B33B1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F7166C6-D486-4BC3-9ECE-E41F3E99D270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0" i="0" dirty="0"/>
            <a:t>A collection of software that manages a computer's hardware and applications by allocating resources, including memory, CPU, input/output devices and file storage</a:t>
          </a:r>
          <a:endParaRPr lang="en-US" dirty="0"/>
        </a:p>
      </dgm:t>
    </dgm:pt>
    <dgm:pt modelId="{CF61BB40-FBB0-4626-A5B1-89514B2CBFB8}" type="parTrans" cxnId="{B36AC123-7869-4E17-B9F6-635CDEE00229}">
      <dgm:prSet/>
      <dgm:spPr/>
      <dgm:t>
        <a:bodyPr/>
        <a:lstStyle/>
        <a:p>
          <a:endParaRPr lang="en-US"/>
        </a:p>
      </dgm:t>
    </dgm:pt>
    <dgm:pt modelId="{63A7C15A-49DB-4B50-84FA-44FB8A29DB6D}" type="sibTrans" cxnId="{B36AC123-7869-4E17-B9F6-635CDEE00229}">
      <dgm:prSet/>
      <dgm:spPr/>
      <dgm:t>
        <a:bodyPr/>
        <a:lstStyle/>
        <a:p>
          <a:endParaRPr lang="en-US"/>
        </a:p>
      </dgm:t>
    </dgm:pt>
    <dgm:pt modelId="{ABEEB87C-3211-418C-985B-F8798D7F6797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100" b="0" i="0" baseline="0" dirty="0"/>
            <a:t>Examples: </a:t>
          </a:r>
          <a:r>
            <a:rPr lang="en-US" sz="2100" b="1" i="0" baseline="0" dirty="0"/>
            <a:t>Windows, macOS</a:t>
          </a:r>
          <a:endParaRPr lang="en-US" sz="2100" dirty="0"/>
        </a:p>
      </dgm:t>
    </dgm:pt>
    <dgm:pt modelId="{4C27007F-7547-4ED9-8612-8B202C3CFE9D}" type="parTrans" cxnId="{D0ADD51C-65DF-4B16-88CA-D1A287D10B5C}">
      <dgm:prSet/>
      <dgm:spPr/>
      <dgm:t>
        <a:bodyPr/>
        <a:lstStyle/>
        <a:p>
          <a:endParaRPr lang="en-US"/>
        </a:p>
      </dgm:t>
    </dgm:pt>
    <dgm:pt modelId="{63473DEF-55C8-4C0C-ADE1-2719FC113CB0}" type="sibTrans" cxnId="{D0ADD51C-65DF-4B16-88CA-D1A287D10B5C}">
      <dgm:prSet/>
      <dgm:spPr/>
      <dgm:t>
        <a:bodyPr/>
        <a:lstStyle/>
        <a:p>
          <a:endParaRPr lang="en-US"/>
        </a:p>
      </dgm:t>
    </dgm:pt>
    <dgm:pt modelId="{CF143651-3F14-4704-ACAD-42C825AEC0FA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100" b="0" i="0" baseline="0" dirty="0"/>
            <a:t>Provides startup interface (desktop/logon screen)</a:t>
          </a:r>
          <a:endParaRPr lang="en-US" sz="2100" dirty="0"/>
        </a:p>
      </dgm:t>
    </dgm:pt>
    <dgm:pt modelId="{B82BC7C1-680D-44B2-9D98-C90577BF7FF5}" type="parTrans" cxnId="{4AD79D0D-D758-4009-A272-5AFA75281359}">
      <dgm:prSet/>
      <dgm:spPr/>
      <dgm:t>
        <a:bodyPr/>
        <a:lstStyle/>
        <a:p>
          <a:endParaRPr lang="en-US"/>
        </a:p>
      </dgm:t>
    </dgm:pt>
    <dgm:pt modelId="{937334B9-72A7-45E1-8EF1-5E88236D7D55}" type="sibTrans" cxnId="{4AD79D0D-D758-4009-A272-5AFA75281359}">
      <dgm:prSet/>
      <dgm:spPr/>
      <dgm:t>
        <a:bodyPr/>
        <a:lstStyle/>
        <a:p>
          <a:endParaRPr lang="en-US"/>
        </a:p>
      </dgm:t>
    </dgm:pt>
    <dgm:pt modelId="{EEFA1BD9-E074-4E64-9BC0-7E4B99122CEB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100" b="0" i="0" baseline="0"/>
            <a:t>Manages orderly shutdown of programs and hardware</a:t>
          </a:r>
          <a:endParaRPr lang="en-US" sz="2100"/>
        </a:p>
      </dgm:t>
    </dgm:pt>
    <dgm:pt modelId="{1E1CB88D-2620-431C-BB95-501CCD5334FE}" type="parTrans" cxnId="{D1D32493-DD0A-4E03-A85D-8B60B999BB4E}">
      <dgm:prSet/>
      <dgm:spPr/>
      <dgm:t>
        <a:bodyPr/>
        <a:lstStyle/>
        <a:p>
          <a:endParaRPr lang="en-US"/>
        </a:p>
      </dgm:t>
    </dgm:pt>
    <dgm:pt modelId="{04F344FA-BCBB-429E-945C-0CD3E891C8BA}" type="sibTrans" cxnId="{D1D32493-DD0A-4E03-A85D-8B60B999BB4E}">
      <dgm:prSet/>
      <dgm:spPr/>
      <dgm:t>
        <a:bodyPr/>
        <a:lstStyle/>
        <a:p>
          <a:endParaRPr lang="en-US"/>
        </a:p>
      </dgm:t>
    </dgm:pt>
    <dgm:pt modelId="{91E88CF8-6260-4382-B5C1-EA06489A7276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100" b="0" i="0" baseline="0"/>
            <a:t>Essential for system stability and application compatibility</a:t>
          </a:r>
          <a:endParaRPr lang="en-US" sz="2100"/>
        </a:p>
      </dgm:t>
    </dgm:pt>
    <dgm:pt modelId="{6CED02BF-7A6B-429C-AA7C-3C4E6EF6E6AD}" type="parTrans" cxnId="{EF66FD06-419A-4CD8-A68F-D96076A93050}">
      <dgm:prSet/>
      <dgm:spPr/>
      <dgm:t>
        <a:bodyPr/>
        <a:lstStyle/>
        <a:p>
          <a:endParaRPr lang="en-US"/>
        </a:p>
      </dgm:t>
    </dgm:pt>
    <dgm:pt modelId="{080B1865-6F0A-4776-8597-285FEABC2A96}" type="sibTrans" cxnId="{EF66FD06-419A-4CD8-A68F-D96076A93050}">
      <dgm:prSet/>
      <dgm:spPr/>
      <dgm:t>
        <a:bodyPr/>
        <a:lstStyle/>
        <a:p>
          <a:endParaRPr lang="en-US"/>
        </a:p>
      </dgm:t>
    </dgm:pt>
    <dgm:pt modelId="{1686284D-B0D0-4B9C-A7DC-26CAE4CC6CE3}" type="pres">
      <dgm:prSet presAssocID="{AF31EB32-0697-4FAC-B394-D45E945B33B1}" presName="root" presStyleCnt="0">
        <dgm:presLayoutVars>
          <dgm:dir/>
          <dgm:resizeHandles val="exact"/>
        </dgm:presLayoutVars>
      </dgm:prSet>
      <dgm:spPr/>
    </dgm:pt>
    <dgm:pt modelId="{AA3E59B0-020C-460B-884E-83F413FC08B1}" type="pres">
      <dgm:prSet presAssocID="{5F7166C6-D486-4BC3-9ECE-E41F3E99D270}" presName="compNode" presStyleCnt="0"/>
      <dgm:spPr/>
    </dgm:pt>
    <dgm:pt modelId="{9A4625AF-8E36-419A-9499-6EB116E8CFA2}" type="pres">
      <dgm:prSet presAssocID="{5F7166C6-D486-4BC3-9ECE-E41F3E99D270}" presName="bgRect" presStyleLbl="bgShp" presStyleIdx="0" presStyleCnt="5"/>
      <dgm:spPr>
        <a:ln w="28575">
          <a:solidFill>
            <a:srgbClr val="FF0000"/>
          </a:solidFill>
        </a:ln>
      </dgm:spPr>
    </dgm:pt>
    <dgm:pt modelId="{2AFD4428-E7E3-4558-8BDC-F22E77F2BCB4}" type="pres">
      <dgm:prSet presAssocID="{5F7166C6-D486-4BC3-9ECE-E41F3E99D270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A60C1A79-D9D4-40D4-8919-E20FD19D5EE6}" type="pres">
      <dgm:prSet presAssocID="{5F7166C6-D486-4BC3-9ECE-E41F3E99D270}" presName="spaceRect" presStyleCnt="0"/>
      <dgm:spPr/>
    </dgm:pt>
    <dgm:pt modelId="{C1C671DA-9CBC-4E99-8AB1-747AB66E0F95}" type="pres">
      <dgm:prSet presAssocID="{5F7166C6-D486-4BC3-9ECE-E41F3E99D270}" presName="parTx" presStyleLbl="revTx" presStyleIdx="0" presStyleCnt="5">
        <dgm:presLayoutVars>
          <dgm:chMax val="0"/>
          <dgm:chPref val="0"/>
        </dgm:presLayoutVars>
      </dgm:prSet>
      <dgm:spPr/>
    </dgm:pt>
    <dgm:pt modelId="{60C42EE8-514E-4269-8BEC-0FA7220F8721}" type="pres">
      <dgm:prSet presAssocID="{63A7C15A-49DB-4B50-84FA-44FB8A29DB6D}" presName="sibTrans" presStyleCnt="0"/>
      <dgm:spPr/>
    </dgm:pt>
    <dgm:pt modelId="{BE31E942-D164-4034-A903-9A8952E6BA91}" type="pres">
      <dgm:prSet presAssocID="{ABEEB87C-3211-418C-985B-F8798D7F6797}" presName="compNode" presStyleCnt="0"/>
      <dgm:spPr/>
    </dgm:pt>
    <dgm:pt modelId="{AB7D7C4E-E584-47B2-BB8E-AF6F4A963B80}" type="pres">
      <dgm:prSet presAssocID="{ABEEB87C-3211-418C-985B-F8798D7F6797}" presName="bgRect" presStyleLbl="bgShp" presStyleIdx="1" presStyleCnt="5"/>
      <dgm:spPr/>
    </dgm:pt>
    <dgm:pt modelId="{79B6D9B3-3FFC-4544-A683-7E70F40297C6}" type="pres">
      <dgm:prSet presAssocID="{ABEEB87C-3211-418C-985B-F8798D7F6797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F90D7017-E9EE-497B-8B48-DD84A2CA743B}" type="pres">
      <dgm:prSet presAssocID="{ABEEB87C-3211-418C-985B-F8798D7F6797}" presName="spaceRect" presStyleCnt="0"/>
      <dgm:spPr/>
    </dgm:pt>
    <dgm:pt modelId="{0A7934FD-95B5-4840-A1BF-78A674915911}" type="pres">
      <dgm:prSet presAssocID="{ABEEB87C-3211-418C-985B-F8798D7F6797}" presName="parTx" presStyleLbl="revTx" presStyleIdx="1" presStyleCnt="5">
        <dgm:presLayoutVars>
          <dgm:chMax val="0"/>
          <dgm:chPref val="0"/>
        </dgm:presLayoutVars>
      </dgm:prSet>
      <dgm:spPr/>
    </dgm:pt>
    <dgm:pt modelId="{EB0042BC-E65A-4D61-939C-C2870BC96B33}" type="pres">
      <dgm:prSet presAssocID="{63473DEF-55C8-4C0C-ADE1-2719FC113CB0}" presName="sibTrans" presStyleCnt="0"/>
      <dgm:spPr/>
    </dgm:pt>
    <dgm:pt modelId="{C5FBCC9B-5386-4047-8918-CD9CE59C1F8A}" type="pres">
      <dgm:prSet presAssocID="{CF143651-3F14-4704-ACAD-42C825AEC0FA}" presName="compNode" presStyleCnt="0"/>
      <dgm:spPr/>
    </dgm:pt>
    <dgm:pt modelId="{D6814F63-6E9A-4737-A482-5150CB4A8BF0}" type="pres">
      <dgm:prSet presAssocID="{CF143651-3F14-4704-ACAD-42C825AEC0FA}" presName="bgRect" presStyleLbl="bgShp" presStyleIdx="2" presStyleCnt="5"/>
      <dgm:spPr/>
    </dgm:pt>
    <dgm:pt modelId="{6B15A711-9D02-4411-AFA1-58E4ACABD939}" type="pres">
      <dgm:prSet presAssocID="{CF143651-3F14-4704-ACAD-42C825AEC0FA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owser Window"/>
        </a:ext>
      </dgm:extLst>
    </dgm:pt>
    <dgm:pt modelId="{87AD8C24-8BCC-494A-9A34-1CE4DFFF8BAA}" type="pres">
      <dgm:prSet presAssocID="{CF143651-3F14-4704-ACAD-42C825AEC0FA}" presName="spaceRect" presStyleCnt="0"/>
      <dgm:spPr/>
    </dgm:pt>
    <dgm:pt modelId="{5F427788-F7CB-425E-8594-A60ABD0470B7}" type="pres">
      <dgm:prSet presAssocID="{CF143651-3F14-4704-ACAD-42C825AEC0FA}" presName="parTx" presStyleLbl="revTx" presStyleIdx="2" presStyleCnt="5">
        <dgm:presLayoutVars>
          <dgm:chMax val="0"/>
          <dgm:chPref val="0"/>
        </dgm:presLayoutVars>
      </dgm:prSet>
      <dgm:spPr/>
    </dgm:pt>
    <dgm:pt modelId="{5D92C142-8EC8-4F51-970A-60AB505A06BA}" type="pres">
      <dgm:prSet presAssocID="{937334B9-72A7-45E1-8EF1-5E88236D7D55}" presName="sibTrans" presStyleCnt="0"/>
      <dgm:spPr/>
    </dgm:pt>
    <dgm:pt modelId="{0448A5CE-77DF-47CD-828C-D8CBEB913D05}" type="pres">
      <dgm:prSet presAssocID="{EEFA1BD9-E074-4E64-9BC0-7E4B99122CEB}" presName="compNode" presStyleCnt="0"/>
      <dgm:spPr/>
    </dgm:pt>
    <dgm:pt modelId="{AFAE3EBA-946E-47B9-B89C-C497E7A896D2}" type="pres">
      <dgm:prSet presAssocID="{EEFA1BD9-E074-4E64-9BC0-7E4B99122CEB}" presName="bgRect" presStyleLbl="bgShp" presStyleIdx="3" presStyleCnt="5"/>
      <dgm:spPr/>
    </dgm:pt>
    <dgm:pt modelId="{3B43ED50-FBAA-4472-8ECF-1D7C2AE5F2E7}" type="pres">
      <dgm:prSet presAssocID="{EEFA1BD9-E074-4E64-9BC0-7E4B99122CEB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ptop"/>
        </a:ext>
      </dgm:extLst>
    </dgm:pt>
    <dgm:pt modelId="{446A4485-5BF6-42E0-A301-D7F985D020DA}" type="pres">
      <dgm:prSet presAssocID="{EEFA1BD9-E074-4E64-9BC0-7E4B99122CEB}" presName="spaceRect" presStyleCnt="0"/>
      <dgm:spPr/>
    </dgm:pt>
    <dgm:pt modelId="{C76E684B-3DAA-4B0D-996E-1C1C8E5E41B0}" type="pres">
      <dgm:prSet presAssocID="{EEFA1BD9-E074-4E64-9BC0-7E4B99122CEB}" presName="parTx" presStyleLbl="revTx" presStyleIdx="3" presStyleCnt="5">
        <dgm:presLayoutVars>
          <dgm:chMax val="0"/>
          <dgm:chPref val="0"/>
        </dgm:presLayoutVars>
      </dgm:prSet>
      <dgm:spPr/>
    </dgm:pt>
    <dgm:pt modelId="{4D5D1DFC-35D7-41DE-9AF6-49CF6381D93B}" type="pres">
      <dgm:prSet presAssocID="{04F344FA-BCBB-429E-945C-0CD3E891C8BA}" presName="sibTrans" presStyleCnt="0"/>
      <dgm:spPr/>
    </dgm:pt>
    <dgm:pt modelId="{1F7B91A8-B4F9-4AE5-AB20-8D345E0D7B5F}" type="pres">
      <dgm:prSet presAssocID="{91E88CF8-6260-4382-B5C1-EA06489A7276}" presName="compNode" presStyleCnt="0"/>
      <dgm:spPr/>
    </dgm:pt>
    <dgm:pt modelId="{8A5B3947-D04A-43DD-B86B-7162264F0732}" type="pres">
      <dgm:prSet presAssocID="{91E88CF8-6260-4382-B5C1-EA06489A7276}" presName="bgRect" presStyleLbl="bgShp" presStyleIdx="4" presStyleCnt="5"/>
      <dgm:spPr/>
    </dgm:pt>
    <dgm:pt modelId="{8E3346F3-2E54-41AC-AC1F-C0DE78601038}" type="pres">
      <dgm:prSet presAssocID="{91E88CF8-6260-4382-B5C1-EA06489A7276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C6927146-5F74-4EB7-B160-039ABB3A0AFC}" type="pres">
      <dgm:prSet presAssocID="{91E88CF8-6260-4382-B5C1-EA06489A7276}" presName="spaceRect" presStyleCnt="0"/>
      <dgm:spPr/>
    </dgm:pt>
    <dgm:pt modelId="{E0E883C4-3FA2-4FC3-BB7A-27FD6A904E0C}" type="pres">
      <dgm:prSet presAssocID="{91E88CF8-6260-4382-B5C1-EA06489A7276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EF66FD06-419A-4CD8-A68F-D96076A93050}" srcId="{AF31EB32-0697-4FAC-B394-D45E945B33B1}" destId="{91E88CF8-6260-4382-B5C1-EA06489A7276}" srcOrd="4" destOrd="0" parTransId="{6CED02BF-7A6B-429C-AA7C-3C4E6EF6E6AD}" sibTransId="{080B1865-6F0A-4776-8597-285FEABC2A96}"/>
    <dgm:cxn modelId="{4AD79D0D-D758-4009-A272-5AFA75281359}" srcId="{AF31EB32-0697-4FAC-B394-D45E945B33B1}" destId="{CF143651-3F14-4704-ACAD-42C825AEC0FA}" srcOrd="2" destOrd="0" parTransId="{B82BC7C1-680D-44B2-9D98-C90577BF7FF5}" sibTransId="{937334B9-72A7-45E1-8EF1-5E88236D7D55}"/>
    <dgm:cxn modelId="{D0ADD51C-65DF-4B16-88CA-D1A287D10B5C}" srcId="{AF31EB32-0697-4FAC-B394-D45E945B33B1}" destId="{ABEEB87C-3211-418C-985B-F8798D7F6797}" srcOrd="1" destOrd="0" parTransId="{4C27007F-7547-4ED9-8612-8B202C3CFE9D}" sibTransId="{63473DEF-55C8-4C0C-ADE1-2719FC113CB0}"/>
    <dgm:cxn modelId="{B36AC123-7869-4E17-B9F6-635CDEE00229}" srcId="{AF31EB32-0697-4FAC-B394-D45E945B33B1}" destId="{5F7166C6-D486-4BC3-9ECE-E41F3E99D270}" srcOrd="0" destOrd="0" parTransId="{CF61BB40-FBB0-4626-A5B1-89514B2CBFB8}" sibTransId="{63A7C15A-49DB-4B50-84FA-44FB8A29DB6D}"/>
    <dgm:cxn modelId="{27FBA22F-E19E-41DE-BA44-D8E91F6D331D}" type="presOf" srcId="{CF143651-3F14-4704-ACAD-42C825AEC0FA}" destId="{5F427788-F7CB-425E-8594-A60ABD0470B7}" srcOrd="0" destOrd="0" presId="urn:microsoft.com/office/officeart/2018/2/layout/IconVerticalSolidList"/>
    <dgm:cxn modelId="{B9F26549-E0C7-4B34-8A1E-91A2FDED8565}" type="presOf" srcId="{91E88CF8-6260-4382-B5C1-EA06489A7276}" destId="{E0E883C4-3FA2-4FC3-BB7A-27FD6A904E0C}" srcOrd="0" destOrd="0" presId="urn:microsoft.com/office/officeart/2018/2/layout/IconVerticalSolidList"/>
    <dgm:cxn modelId="{D1D32493-DD0A-4E03-A85D-8B60B999BB4E}" srcId="{AF31EB32-0697-4FAC-B394-D45E945B33B1}" destId="{EEFA1BD9-E074-4E64-9BC0-7E4B99122CEB}" srcOrd="3" destOrd="0" parTransId="{1E1CB88D-2620-431C-BB95-501CCD5334FE}" sibTransId="{04F344FA-BCBB-429E-945C-0CD3E891C8BA}"/>
    <dgm:cxn modelId="{9185D897-5FE0-4C00-A680-6AB9D3A371C4}" type="presOf" srcId="{AF31EB32-0697-4FAC-B394-D45E945B33B1}" destId="{1686284D-B0D0-4B9C-A7DC-26CAE4CC6CE3}" srcOrd="0" destOrd="0" presId="urn:microsoft.com/office/officeart/2018/2/layout/IconVerticalSolidList"/>
    <dgm:cxn modelId="{90D4D2E6-D17D-41D4-BE8E-063FE70E8BBC}" type="presOf" srcId="{5F7166C6-D486-4BC3-9ECE-E41F3E99D270}" destId="{C1C671DA-9CBC-4E99-8AB1-747AB66E0F95}" srcOrd="0" destOrd="0" presId="urn:microsoft.com/office/officeart/2018/2/layout/IconVerticalSolidList"/>
    <dgm:cxn modelId="{D70FC8EC-CCB2-46C6-8256-8E345CC3417C}" type="presOf" srcId="{ABEEB87C-3211-418C-985B-F8798D7F6797}" destId="{0A7934FD-95B5-4840-A1BF-78A674915911}" srcOrd="0" destOrd="0" presId="urn:microsoft.com/office/officeart/2018/2/layout/IconVerticalSolidList"/>
    <dgm:cxn modelId="{2230E6EC-798B-42EB-B77D-37B0E3847305}" type="presOf" srcId="{EEFA1BD9-E074-4E64-9BC0-7E4B99122CEB}" destId="{C76E684B-3DAA-4B0D-996E-1C1C8E5E41B0}" srcOrd="0" destOrd="0" presId="urn:microsoft.com/office/officeart/2018/2/layout/IconVerticalSolidList"/>
    <dgm:cxn modelId="{32294D80-4D4C-439F-AB55-0E1265E07A9C}" type="presParOf" srcId="{1686284D-B0D0-4B9C-A7DC-26CAE4CC6CE3}" destId="{AA3E59B0-020C-460B-884E-83F413FC08B1}" srcOrd="0" destOrd="0" presId="urn:microsoft.com/office/officeart/2018/2/layout/IconVerticalSolidList"/>
    <dgm:cxn modelId="{0321959C-AF93-4C9D-AB7E-C5132417843D}" type="presParOf" srcId="{AA3E59B0-020C-460B-884E-83F413FC08B1}" destId="{9A4625AF-8E36-419A-9499-6EB116E8CFA2}" srcOrd="0" destOrd="0" presId="urn:microsoft.com/office/officeart/2018/2/layout/IconVerticalSolidList"/>
    <dgm:cxn modelId="{08F4ACC6-9549-4E6B-AC9B-F1F2A9C305E9}" type="presParOf" srcId="{AA3E59B0-020C-460B-884E-83F413FC08B1}" destId="{2AFD4428-E7E3-4558-8BDC-F22E77F2BCB4}" srcOrd="1" destOrd="0" presId="urn:microsoft.com/office/officeart/2018/2/layout/IconVerticalSolidList"/>
    <dgm:cxn modelId="{8E420C25-6A06-453A-A215-92C44834CB63}" type="presParOf" srcId="{AA3E59B0-020C-460B-884E-83F413FC08B1}" destId="{A60C1A79-D9D4-40D4-8919-E20FD19D5EE6}" srcOrd="2" destOrd="0" presId="urn:microsoft.com/office/officeart/2018/2/layout/IconVerticalSolidList"/>
    <dgm:cxn modelId="{259B3598-1345-46B1-8B16-FDCC81A0E771}" type="presParOf" srcId="{AA3E59B0-020C-460B-884E-83F413FC08B1}" destId="{C1C671DA-9CBC-4E99-8AB1-747AB66E0F95}" srcOrd="3" destOrd="0" presId="urn:microsoft.com/office/officeart/2018/2/layout/IconVerticalSolidList"/>
    <dgm:cxn modelId="{B838D14A-47EC-4A6D-A1D3-5EC9AEFFF851}" type="presParOf" srcId="{1686284D-B0D0-4B9C-A7DC-26CAE4CC6CE3}" destId="{60C42EE8-514E-4269-8BEC-0FA7220F8721}" srcOrd="1" destOrd="0" presId="urn:microsoft.com/office/officeart/2018/2/layout/IconVerticalSolidList"/>
    <dgm:cxn modelId="{C00BFADA-2064-4185-A0C4-3E26A96B4D1B}" type="presParOf" srcId="{1686284D-B0D0-4B9C-A7DC-26CAE4CC6CE3}" destId="{BE31E942-D164-4034-A903-9A8952E6BA91}" srcOrd="2" destOrd="0" presId="urn:microsoft.com/office/officeart/2018/2/layout/IconVerticalSolidList"/>
    <dgm:cxn modelId="{D93986EE-D6D7-4242-BD65-BFCB40424FCC}" type="presParOf" srcId="{BE31E942-D164-4034-A903-9A8952E6BA91}" destId="{AB7D7C4E-E584-47B2-BB8E-AF6F4A963B80}" srcOrd="0" destOrd="0" presId="urn:microsoft.com/office/officeart/2018/2/layout/IconVerticalSolidList"/>
    <dgm:cxn modelId="{87634BB3-98E2-47A2-917D-E3CDD3A24F65}" type="presParOf" srcId="{BE31E942-D164-4034-A903-9A8952E6BA91}" destId="{79B6D9B3-3FFC-4544-A683-7E70F40297C6}" srcOrd="1" destOrd="0" presId="urn:microsoft.com/office/officeart/2018/2/layout/IconVerticalSolidList"/>
    <dgm:cxn modelId="{C7FE740D-18C1-426B-8AC9-E8AA8A304A6F}" type="presParOf" srcId="{BE31E942-D164-4034-A903-9A8952E6BA91}" destId="{F90D7017-E9EE-497B-8B48-DD84A2CA743B}" srcOrd="2" destOrd="0" presId="urn:microsoft.com/office/officeart/2018/2/layout/IconVerticalSolidList"/>
    <dgm:cxn modelId="{E2353F1E-5829-4A46-AAF0-FF90B61C5A3E}" type="presParOf" srcId="{BE31E942-D164-4034-A903-9A8952E6BA91}" destId="{0A7934FD-95B5-4840-A1BF-78A674915911}" srcOrd="3" destOrd="0" presId="urn:microsoft.com/office/officeart/2018/2/layout/IconVerticalSolidList"/>
    <dgm:cxn modelId="{CADADEE6-352D-4BCB-A675-4371A9CAA1F5}" type="presParOf" srcId="{1686284D-B0D0-4B9C-A7DC-26CAE4CC6CE3}" destId="{EB0042BC-E65A-4D61-939C-C2870BC96B33}" srcOrd="3" destOrd="0" presId="urn:microsoft.com/office/officeart/2018/2/layout/IconVerticalSolidList"/>
    <dgm:cxn modelId="{5A4AB405-3AC8-4BBF-B505-DF3962CFBF03}" type="presParOf" srcId="{1686284D-B0D0-4B9C-A7DC-26CAE4CC6CE3}" destId="{C5FBCC9B-5386-4047-8918-CD9CE59C1F8A}" srcOrd="4" destOrd="0" presId="urn:microsoft.com/office/officeart/2018/2/layout/IconVerticalSolidList"/>
    <dgm:cxn modelId="{5EE99D68-DD1C-4D4D-A860-6F305A3D54E3}" type="presParOf" srcId="{C5FBCC9B-5386-4047-8918-CD9CE59C1F8A}" destId="{D6814F63-6E9A-4737-A482-5150CB4A8BF0}" srcOrd="0" destOrd="0" presId="urn:microsoft.com/office/officeart/2018/2/layout/IconVerticalSolidList"/>
    <dgm:cxn modelId="{2669989C-953B-4111-879A-2AAB6F8B0710}" type="presParOf" srcId="{C5FBCC9B-5386-4047-8918-CD9CE59C1F8A}" destId="{6B15A711-9D02-4411-AFA1-58E4ACABD939}" srcOrd="1" destOrd="0" presId="urn:microsoft.com/office/officeart/2018/2/layout/IconVerticalSolidList"/>
    <dgm:cxn modelId="{8A072737-55E4-4DDC-A13B-000D60687800}" type="presParOf" srcId="{C5FBCC9B-5386-4047-8918-CD9CE59C1F8A}" destId="{87AD8C24-8BCC-494A-9A34-1CE4DFFF8BAA}" srcOrd="2" destOrd="0" presId="urn:microsoft.com/office/officeart/2018/2/layout/IconVerticalSolidList"/>
    <dgm:cxn modelId="{7B1028DE-1DCA-4B04-B124-30B404335E0F}" type="presParOf" srcId="{C5FBCC9B-5386-4047-8918-CD9CE59C1F8A}" destId="{5F427788-F7CB-425E-8594-A60ABD0470B7}" srcOrd="3" destOrd="0" presId="urn:microsoft.com/office/officeart/2018/2/layout/IconVerticalSolidList"/>
    <dgm:cxn modelId="{95D1F2C0-E419-4711-83BA-F9B2AADAE6F7}" type="presParOf" srcId="{1686284D-B0D0-4B9C-A7DC-26CAE4CC6CE3}" destId="{5D92C142-8EC8-4F51-970A-60AB505A06BA}" srcOrd="5" destOrd="0" presId="urn:microsoft.com/office/officeart/2018/2/layout/IconVerticalSolidList"/>
    <dgm:cxn modelId="{8E611BED-3EB1-474E-815C-C8ED0EFF78D2}" type="presParOf" srcId="{1686284D-B0D0-4B9C-A7DC-26CAE4CC6CE3}" destId="{0448A5CE-77DF-47CD-828C-D8CBEB913D05}" srcOrd="6" destOrd="0" presId="urn:microsoft.com/office/officeart/2018/2/layout/IconVerticalSolidList"/>
    <dgm:cxn modelId="{182C63E6-7568-46C3-8FC8-B724E690FF2F}" type="presParOf" srcId="{0448A5CE-77DF-47CD-828C-D8CBEB913D05}" destId="{AFAE3EBA-946E-47B9-B89C-C497E7A896D2}" srcOrd="0" destOrd="0" presId="urn:microsoft.com/office/officeart/2018/2/layout/IconVerticalSolidList"/>
    <dgm:cxn modelId="{F6F3C6D8-8100-40BB-88CF-E09080E60B69}" type="presParOf" srcId="{0448A5CE-77DF-47CD-828C-D8CBEB913D05}" destId="{3B43ED50-FBAA-4472-8ECF-1D7C2AE5F2E7}" srcOrd="1" destOrd="0" presId="urn:microsoft.com/office/officeart/2018/2/layout/IconVerticalSolidList"/>
    <dgm:cxn modelId="{AB74044A-EBD0-485F-BF05-6B9D271795CC}" type="presParOf" srcId="{0448A5CE-77DF-47CD-828C-D8CBEB913D05}" destId="{446A4485-5BF6-42E0-A301-D7F985D020DA}" srcOrd="2" destOrd="0" presId="urn:microsoft.com/office/officeart/2018/2/layout/IconVerticalSolidList"/>
    <dgm:cxn modelId="{B857E212-D3B4-4DA1-B9A4-41A135719310}" type="presParOf" srcId="{0448A5CE-77DF-47CD-828C-D8CBEB913D05}" destId="{C76E684B-3DAA-4B0D-996E-1C1C8E5E41B0}" srcOrd="3" destOrd="0" presId="urn:microsoft.com/office/officeart/2018/2/layout/IconVerticalSolidList"/>
    <dgm:cxn modelId="{D3E7DFAB-8B4C-4894-9CC6-DA7C0FC55C0F}" type="presParOf" srcId="{1686284D-B0D0-4B9C-A7DC-26CAE4CC6CE3}" destId="{4D5D1DFC-35D7-41DE-9AF6-49CF6381D93B}" srcOrd="7" destOrd="0" presId="urn:microsoft.com/office/officeart/2018/2/layout/IconVerticalSolidList"/>
    <dgm:cxn modelId="{45AA893F-A43C-40D7-AC1F-9F15FEA0CA46}" type="presParOf" srcId="{1686284D-B0D0-4B9C-A7DC-26CAE4CC6CE3}" destId="{1F7B91A8-B4F9-4AE5-AB20-8D345E0D7B5F}" srcOrd="8" destOrd="0" presId="urn:microsoft.com/office/officeart/2018/2/layout/IconVerticalSolidList"/>
    <dgm:cxn modelId="{B244B2C5-A335-49F4-8E19-E58719360DCA}" type="presParOf" srcId="{1F7B91A8-B4F9-4AE5-AB20-8D345E0D7B5F}" destId="{8A5B3947-D04A-43DD-B86B-7162264F0732}" srcOrd="0" destOrd="0" presId="urn:microsoft.com/office/officeart/2018/2/layout/IconVerticalSolidList"/>
    <dgm:cxn modelId="{01D5DE7F-C080-4749-B703-DBAEE6F70E1C}" type="presParOf" srcId="{1F7B91A8-B4F9-4AE5-AB20-8D345E0D7B5F}" destId="{8E3346F3-2E54-41AC-AC1F-C0DE78601038}" srcOrd="1" destOrd="0" presId="urn:microsoft.com/office/officeart/2018/2/layout/IconVerticalSolidList"/>
    <dgm:cxn modelId="{9DDD11FF-5930-4E92-A8A9-5AEF8C7ED70E}" type="presParOf" srcId="{1F7B91A8-B4F9-4AE5-AB20-8D345E0D7B5F}" destId="{C6927146-5F74-4EB7-B160-039ABB3A0AFC}" srcOrd="2" destOrd="0" presId="urn:microsoft.com/office/officeart/2018/2/layout/IconVerticalSolidList"/>
    <dgm:cxn modelId="{0C9940A8-1816-4BAD-8EFF-73D8114D775E}" type="presParOf" srcId="{1F7B91A8-B4F9-4AE5-AB20-8D345E0D7B5F}" destId="{E0E883C4-3FA2-4FC3-BB7A-27FD6A904E0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2060E834-72C2-4C43-8379-FC5FB525011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5417BC9-8449-4C3F-932F-91C4D5DF5708}">
      <dgm:prSet/>
      <dgm:spPr/>
      <dgm:t>
        <a:bodyPr/>
        <a:lstStyle/>
        <a:p>
          <a:r>
            <a:rPr lang="en-US" b="1" i="0" baseline="0" dirty="0"/>
            <a:t>Software needs minimum hardware specs: </a:t>
          </a:r>
          <a:r>
            <a:rPr lang="en-US" b="0" i="0" baseline="0" dirty="0"/>
            <a:t>CPU, RAM, GPU, storage</a:t>
          </a:r>
          <a:endParaRPr lang="en-US" dirty="0"/>
        </a:p>
      </dgm:t>
    </dgm:pt>
    <dgm:pt modelId="{CC9CA991-FF81-48D6-9816-BF5C7AD290D1}" type="parTrans" cxnId="{369C9734-074D-49FD-A4DB-546FD09F9750}">
      <dgm:prSet/>
      <dgm:spPr/>
      <dgm:t>
        <a:bodyPr/>
        <a:lstStyle/>
        <a:p>
          <a:endParaRPr lang="en-US"/>
        </a:p>
      </dgm:t>
    </dgm:pt>
    <dgm:pt modelId="{CB8FDCB2-8699-434E-8677-CCDAE5DDE9EA}" type="sibTrans" cxnId="{369C9734-074D-49FD-A4DB-546FD09F9750}">
      <dgm:prSet/>
      <dgm:spPr/>
      <dgm:t>
        <a:bodyPr/>
        <a:lstStyle/>
        <a:p>
          <a:endParaRPr lang="en-US"/>
        </a:p>
      </dgm:t>
    </dgm:pt>
    <dgm:pt modelId="{19A56EF1-C803-4804-A7A3-5C8ACDFD81EF}">
      <dgm:prSet/>
      <dgm:spPr/>
      <dgm:t>
        <a:bodyPr/>
        <a:lstStyle/>
        <a:p>
          <a:r>
            <a:rPr lang="en-US" b="1" i="0" baseline="0" dirty="0"/>
            <a:t>High-demand programs (graphics, CAD) </a:t>
          </a:r>
          <a:r>
            <a:rPr lang="en-US" b="0" i="0" baseline="0" dirty="0"/>
            <a:t>need powerful hardware (video cards)</a:t>
          </a:r>
          <a:endParaRPr lang="en-US" dirty="0"/>
        </a:p>
      </dgm:t>
    </dgm:pt>
    <dgm:pt modelId="{C743F999-E218-4E4B-B29E-B3EB698A7DFC}" type="parTrans" cxnId="{4CD64896-04D7-4242-844B-E6EEDCABED31}">
      <dgm:prSet/>
      <dgm:spPr/>
      <dgm:t>
        <a:bodyPr/>
        <a:lstStyle/>
        <a:p>
          <a:endParaRPr lang="en-US"/>
        </a:p>
      </dgm:t>
    </dgm:pt>
    <dgm:pt modelId="{51C6A30A-5B5B-4A33-A75D-9D949BAB27B9}" type="sibTrans" cxnId="{4CD64896-04D7-4242-844B-E6EEDCABED31}">
      <dgm:prSet/>
      <dgm:spPr/>
      <dgm:t>
        <a:bodyPr/>
        <a:lstStyle/>
        <a:p>
          <a:endParaRPr lang="en-US"/>
        </a:p>
      </dgm:t>
    </dgm:pt>
    <dgm:pt modelId="{5789D2AB-85C2-4BB5-89D4-AD924CB7F8D0}">
      <dgm:prSet/>
      <dgm:spPr/>
      <dgm:t>
        <a:bodyPr/>
        <a:lstStyle/>
        <a:p>
          <a:r>
            <a:rPr lang="en-US" b="1" i="0" baseline="0" dirty="0"/>
            <a:t>RAM usage</a:t>
          </a:r>
          <a:r>
            <a:rPr lang="en-US" b="0" i="0" baseline="0" dirty="0"/>
            <a:t>: OS + running programs + program data</a:t>
          </a:r>
          <a:endParaRPr lang="en-US" dirty="0"/>
        </a:p>
      </dgm:t>
    </dgm:pt>
    <dgm:pt modelId="{A81B994F-28AF-4D46-92B8-8802D24C9625}" type="parTrans" cxnId="{FC2FE1DE-878E-4D74-AA20-19ECEB3F0FBE}">
      <dgm:prSet/>
      <dgm:spPr/>
      <dgm:t>
        <a:bodyPr/>
        <a:lstStyle/>
        <a:p>
          <a:endParaRPr lang="en-US"/>
        </a:p>
      </dgm:t>
    </dgm:pt>
    <dgm:pt modelId="{095247A3-ED3E-4AB1-8BA7-2FA32532B512}" type="sibTrans" cxnId="{FC2FE1DE-878E-4D74-AA20-19ECEB3F0FBE}">
      <dgm:prSet/>
      <dgm:spPr/>
      <dgm:t>
        <a:bodyPr/>
        <a:lstStyle/>
        <a:p>
          <a:endParaRPr lang="en-US"/>
        </a:p>
      </dgm:t>
    </dgm:pt>
    <dgm:pt modelId="{CA96380E-33F5-4419-91EF-B9B1C21DC395}">
      <dgm:prSet/>
      <dgm:spPr/>
      <dgm:t>
        <a:bodyPr/>
        <a:lstStyle/>
        <a:p>
          <a:r>
            <a:rPr lang="en-US" b="1" i="0" baseline="0" dirty="0"/>
            <a:t>Virtual memory: </a:t>
          </a:r>
          <a:r>
            <a:rPr lang="en-US" b="0" i="0" baseline="0" dirty="0"/>
            <a:t>hard disk used if RAM is full</a:t>
          </a:r>
          <a:endParaRPr lang="en-US" dirty="0"/>
        </a:p>
      </dgm:t>
    </dgm:pt>
    <dgm:pt modelId="{7A8D8796-88DD-422C-A12B-A7A823E27A63}" type="parTrans" cxnId="{E7B3D63F-7591-4474-8822-FC1B2FD20B29}">
      <dgm:prSet/>
      <dgm:spPr/>
      <dgm:t>
        <a:bodyPr/>
        <a:lstStyle/>
        <a:p>
          <a:endParaRPr lang="en-US"/>
        </a:p>
      </dgm:t>
    </dgm:pt>
    <dgm:pt modelId="{AF17657C-E2BF-45F8-A5AC-5001C768F2C6}" type="sibTrans" cxnId="{E7B3D63F-7591-4474-8822-FC1B2FD20B29}">
      <dgm:prSet/>
      <dgm:spPr/>
      <dgm:t>
        <a:bodyPr/>
        <a:lstStyle/>
        <a:p>
          <a:endParaRPr lang="en-US"/>
        </a:p>
      </dgm:t>
    </dgm:pt>
    <dgm:pt modelId="{34CD6AD7-1956-4FD5-87C5-FE56BDCB93D4}">
      <dgm:prSet/>
      <dgm:spPr/>
      <dgm:t>
        <a:bodyPr/>
        <a:lstStyle/>
        <a:p>
          <a:r>
            <a:rPr lang="en-US" b="1" i="0" baseline="0" dirty="0"/>
            <a:t>Monitor specs: </a:t>
          </a:r>
          <a:r>
            <a:rPr lang="en-US" b="0" i="0" baseline="0" dirty="0"/>
            <a:t>size, resolution, refresh rate affect performance</a:t>
          </a:r>
          <a:endParaRPr lang="en-US" dirty="0"/>
        </a:p>
      </dgm:t>
    </dgm:pt>
    <dgm:pt modelId="{C2363412-408E-4680-B1FC-2E6752271EBD}" type="parTrans" cxnId="{D6CB2403-E29C-4F2F-8435-2D4FB7D9EB71}">
      <dgm:prSet/>
      <dgm:spPr/>
      <dgm:t>
        <a:bodyPr/>
        <a:lstStyle/>
        <a:p>
          <a:endParaRPr lang="en-US"/>
        </a:p>
      </dgm:t>
    </dgm:pt>
    <dgm:pt modelId="{2CD56DB9-065F-42C0-BCC6-A3FE884CD968}" type="sibTrans" cxnId="{D6CB2403-E29C-4F2F-8435-2D4FB7D9EB71}">
      <dgm:prSet/>
      <dgm:spPr/>
      <dgm:t>
        <a:bodyPr/>
        <a:lstStyle/>
        <a:p>
          <a:endParaRPr lang="en-US"/>
        </a:p>
      </dgm:t>
    </dgm:pt>
    <dgm:pt modelId="{30F5E9A8-121B-4F21-814D-973569081BEC}">
      <dgm:prSet/>
      <dgm:spPr/>
      <dgm:t>
        <a:bodyPr/>
        <a:lstStyle/>
        <a:p>
          <a:r>
            <a:rPr lang="en-US" b="1" i="0" baseline="0" dirty="0"/>
            <a:t>Storage: </a:t>
          </a:r>
          <a:r>
            <a:rPr lang="en-US" b="0" i="0" baseline="0" dirty="0"/>
            <a:t>secondary or cloud storage for programs and document</a:t>
          </a:r>
          <a:endParaRPr lang="en-US" dirty="0"/>
        </a:p>
      </dgm:t>
    </dgm:pt>
    <dgm:pt modelId="{FB390956-6A60-4AD6-98F1-7688F169B1FB}" type="parTrans" cxnId="{AC3BEB97-B420-4144-BBCC-5EEE68759C5A}">
      <dgm:prSet/>
      <dgm:spPr/>
      <dgm:t>
        <a:bodyPr/>
        <a:lstStyle/>
        <a:p>
          <a:endParaRPr lang="en-US"/>
        </a:p>
      </dgm:t>
    </dgm:pt>
    <dgm:pt modelId="{A1EF5F56-399F-4C5A-9D64-3A0A655B8DA0}" type="sibTrans" cxnId="{AC3BEB97-B420-4144-BBCC-5EEE68759C5A}">
      <dgm:prSet/>
      <dgm:spPr/>
      <dgm:t>
        <a:bodyPr/>
        <a:lstStyle/>
        <a:p>
          <a:endParaRPr lang="en-US"/>
        </a:p>
      </dgm:t>
    </dgm:pt>
    <dgm:pt modelId="{097B6EFC-3B1E-4080-9006-9BEFA2BFCD82}" type="pres">
      <dgm:prSet presAssocID="{2060E834-72C2-4C43-8379-FC5FB525011D}" presName="root" presStyleCnt="0">
        <dgm:presLayoutVars>
          <dgm:dir/>
          <dgm:resizeHandles val="exact"/>
        </dgm:presLayoutVars>
      </dgm:prSet>
      <dgm:spPr/>
    </dgm:pt>
    <dgm:pt modelId="{A640CDDD-2C28-4BEA-A811-36D6D928DBCB}" type="pres">
      <dgm:prSet presAssocID="{85417BC9-8449-4C3F-932F-91C4D5DF5708}" presName="compNode" presStyleCnt="0"/>
      <dgm:spPr/>
    </dgm:pt>
    <dgm:pt modelId="{876EAD70-74CA-4F0A-B963-A19CF2F32FC4}" type="pres">
      <dgm:prSet presAssocID="{85417BC9-8449-4C3F-932F-91C4D5DF5708}" presName="bgRect" presStyleLbl="bgShp" presStyleIdx="0" presStyleCnt="6"/>
      <dgm:spPr/>
    </dgm:pt>
    <dgm:pt modelId="{E89B380F-2881-431C-A684-42169A06603C}" type="pres">
      <dgm:prSet presAssocID="{85417BC9-8449-4C3F-932F-91C4D5DF5708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9DC9BEA4-EFAE-4E26-A1CE-784769B12C51}" type="pres">
      <dgm:prSet presAssocID="{85417BC9-8449-4C3F-932F-91C4D5DF5708}" presName="spaceRect" presStyleCnt="0"/>
      <dgm:spPr/>
    </dgm:pt>
    <dgm:pt modelId="{37D4E3C3-5D15-4ED0-AD14-FE3E11C7A039}" type="pres">
      <dgm:prSet presAssocID="{85417BC9-8449-4C3F-932F-91C4D5DF5708}" presName="parTx" presStyleLbl="revTx" presStyleIdx="0" presStyleCnt="6">
        <dgm:presLayoutVars>
          <dgm:chMax val="0"/>
          <dgm:chPref val="0"/>
        </dgm:presLayoutVars>
      </dgm:prSet>
      <dgm:spPr/>
    </dgm:pt>
    <dgm:pt modelId="{EED16030-6F02-4354-ADA2-B711E2D57309}" type="pres">
      <dgm:prSet presAssocID="{CB8FDCB2-8699-434E-8677-CCDAE5DDE9EA}" presName="sibTrans" presStyleCnt="0"/>
      <dgm:spPr/>
    </dgm:pt>
    <dgm:pt modelId="{7E0C1FFC-AFDD-4E23-A8A4-46B83EEA8754}" type="pres">
      <dgm:prSet presAssocID="{19A56EF1-C803-4804-A7A3-5C8ACDFD81EF}" presName="compNode" presStyleCnt="0"/>
      <dgm:spPr/>
    </dgm:pt>
    <dgm:pt modelId="{18AA3AE0-E549-47E0-B293-3CAFDCF4747F}" type="pres">
      <dgm:prSet presAssocID="{19A56EF1-C803-4804-A7A3-5C8ACDFD81EF}" presName="bgRect" presStyleLbl="bgShp" presStyleIdx="1" presStyleCnt="6"/>
      <dgm:spPr/>
    </dgm:pt>
    <dgm:pt modelId="{CE9F55D1-800A-40EC-A4D9-4FF5A77A68ED}" type="pres">
      <dgm:prSet presAssocID="{19A56EF1-C803-4804-A7A3-5C8ACDFD81EF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8FE49F97-920C-4665-BBFE-20C7D15B9261}" type="pres">
      <dgm:prSet presAssocID="{19A56EF1-C803-4804-A7A3-5C8ACDFD81EF}" presName="spaceRect" presStyleCnt="0"/>
      <dgm:spPr/>
    </dgm:pt>
    <dgm:pt modelId="{5BE4B248-70AD-4C53-9D8C-8A7D3D8D2F15}" type="pres">
      <dgm:prSet presAssocID="{19A56EF1-C803-4804-A7A3-5C8ACDFD81EF}" presName="parTx" presStyleLbl="revTx" presStyleIdx="1" presStyleCnt="6">
        <dgm:presLayoutVars>
          <dgm:chMax val="0"/>
          <dgm:chPref val="0"/>
        </dgm:presLayoutVars>
      </dgm:prSet>
      <dgm:spPr/>
    </dgm:pt>
    <dgm:pt modelId="{78ACB453-E07D-4C50-A7DE-E2098C56A433}" type="pres">
      <dgm:prSet presAssocID="{51C6A30A-5B5B-4A33-A75D-9D949BAB27B9}" presName="sibTrans" presStyleCnt="0"/>
      <dgm:spPr/>
    </dgm:pt>
    <dgm:pt modelId="{DDF91903-84EC-47A5-9F6E-A6448885DC3D}" type="pres">
      <dgm:prSet presAssocID="{5789D2AB-85C2-4BB5-89D4-AD924CB7F8D0}" presName="compNode" presStyleCnt="0"/>
      <dgm:spPr/>
    </dgm:pt>
    <dgm:pt modelId="{808217FD-F74D-4E04-85E6-5FAD6CB08A15}" type="pres">
      <dgm:prSet presAssocID="{5789D2AB-85C2-4BB5-89D4-AD924CB7F8D0}" presName="bgRect" presStyleLbl="bgShp" presStyleIdx="2" presStyleCnt="6"/>
      <dgm:spPr/>
    </dgm:pt>
    <dgm:pt modelId="{040A8884-C565-4FC8-924E-664BB2469228}" type="pres">
      <dgm:prSet presAssocID="{5789D2AB-85C2-4BB5-89D4-AD924CB7F8D0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B523F742-AE26-4263-B208-7647B19318F0}" type="pres">
      <dgm:prSet presAssocID="{5789D2AB-85C2-4BB5-89D4-AD924CB7F8D0}" presName="spaceRect" presStyleCnt="0"/>
      <dgm:spPr/>
    </dgm:pt>
    <dgm:pt modelId="{F176D4EA-7478-45A5-A220-E8F0E00C3689}" type="pres">
      <dgm:prSet presAssocID="{5789D2AB-85C2-4BB5-89D4-AD924CB7F8D0}" presName="parTx" presStyleLbl="revTx" presStyleIdx="2" presStyleCnt="6">
        <dgm:presLayoutVars>
          <dgm:chMax val="0"/>
          <dgm:chPref val="0"/>
        </dgm:presLayoutVars>
      </dgm:prSet>
      <dgm:spPr/>
    </dgm:pt>
    <dgm:pt modelId="{A24689BA-69FF-485E-ABE1-485619E05E82}" type="pres">
      <dgm:prSet presAssocID="{095247A3-ED3E-4AB1-8BA7-2FA32532B512}" presName="sibTrans" presStyleCnt="0"/>
      <dgm:spPr/>
    </dgm:pt>
    <dgm:pt modelId="{50E416F3-2B3A-4484-A4B3-96B8C9CDEBED}" type="pres">
      <dgm:prSet presAssocID="{CA96380E-33F5-4419-91EF-B9B1C21DC395}" presName="compNode" presStyleCnt="0"/>
      <dgm:spPr/>
    </dgm:pt>
    <dgm:pt modelId="{2F9C87A9-F49E-4C6D-B400-C119186BE495}" type="pres">
      <dgm:prSet presAssocID="{CA96380E-33F5-4419-91EF-B9B1C21DC395}" presName="bgRect" presStyleLbl="bgShp" presStyleIdx="3" presStyleCnt="6"/>
      <dgm:spPr/>
    </dgm:pt>
    <dgm:pt modelId="{73D26774-1D7F-4609-A14B-1E8BA15A7946}" type="pres">
      <dgm:prSet presAssocID="{CA96380E-33F5-4419-91EF-B9B1C21DC395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k"/>
        </a:ext>
      </dgm:extLst>
    </dgm:pt>
    <dgm:pt modelId="{1568915C-1DFD-4B7C-ADC0-2EB1FD23687D}" type="pres">
      <dgm:prSet presAssocID="{CA96380E-33F5-4419-91EF-B9B1C21DC395}" presName="spaceRect" presStyleCnt="0"/>
      <dgm:spPr/>
    </dgm:pt>
    <dgm:pt modelId="{82C2C044-730F-4307-8A98-B7CAA7BB1B40}" type="pres">
      <dgm:prSet presAssocID="{CA96380E-33F5-4419-91EF-B9B1C21DC395}" presName="parTx" presStyleLbl="revTx" presStyleIdx="3" presStyleCnt="6">
        <dgm:presLayoutVars>
          <dgm:chMax val="0"/>
          <dgm:chPref val="0"/>
        </dgm:presLayoutVars>
      </dgm:prSet>
      <dgm:spPr/>
    </dgm:pt>
    <dgm:pt modelId="{54EEF458-BD4E-4524-AA61-AD52AF0590D8}" type="pres">
      <dgm:prSet presAssocID="{AF17657C-E2BF-45F8-A5AC-5001C768F2C6}" presName="sibTrans" presStyleCnt="0"/>
      <dgm:spPr/>
    </dgm:pt>
    <dgm:pt modelId="{87DFDF89-EFB3-4874-9D7B-CD96C743980D}" type="pres">
      <dgm:prSet presAssocID="{34CD6AD7-1956-4FD5-87C5-FE56BDCB93D4}" presName="compNode" presStyleCnt="0"/>
      <dgm:spPr/>
    </dgm:pt>
    <dgm:pt modelId="{36E5BFAD-2F48-462D-AE34-37B31B983851}" type="pres">
      <dgm:prSet presAssocID="{34CD6AD7-1956-4FD5-87C5-FE56BDCB93D4}" presName="bgRect" presStyleLbl="bgShp" presStyleIdx="4" presStyleCnt="6"/>
      <dgm:spPr/>
    </dgm:pt>
    <dgm:pt modelId="{980985FF-C9BD-45F4-8BAB-6B97EF5600AF}" type="pres">
      <dgm:prSet presAssocID="{34CD6AD7-1956-4FD5-87C5-FE56BDCB93D4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rt with Pulse"/>
        </a:ext>
      </dgm:extLst>
    </dgm:pt>
    <dgm:pt modelId="{EF55B6D8-A5EC-403B-A05F-3D14406BBAF0}" type="pres">
      <dgm:prSet presAssocID="{34CD6AD7-1956-4FD5-87C5-FE56BDCB93D4}" presName="spaceRect" presStyleCnt="0"/>
      <dgm:spPr/>
    </dgm:pt>
    <dgm:pt modelId="{12B55068-7EEC-40B7-AC77-79288138E77E}" type="pres">
      <dgm:prSet presAssocID="{34CD6AD7-1956-4FD5-87C5-FE56BDCB93D4}" presName="parTx" presStyleLbl="revTx" presStyleIdx="4" presStyleCnt="6">
        <dgm:presLayoutVars>
          <dgm:chMax val="0"/>
          <dgm:chPref val="0"/>
        </dgm:presLayoutVars>
      </dgm:prSet>
      <dgm:spPr/>
    </dgm:pt>
    <dgm:pt modelId="{F3D80A65-D9E1-4DCE-BD4D-2628E8866068}" type="pres">
      <dgm:prSet presAssocID="{2CD56DB9-065F-42C0-BCC6-A3FE884CD968}" presName="sibTrans" presStyleCnt="0"/>
      <dgm:spPr/>
    </dgm:pt>
    <dgm:pt modelId="{AE9289DA-8797-47B6-B9E1-0EFF357A16AC}" type="pres">
      <dgm:prSet presAssocID="{30F5E9A8-121B-4F21-814D-973569081BEC}" presName="compNode" presStyleCnt="0"/>
      <dgm:spPr/>
    </dgm:pt>
    <dgm:pt modelId="{D9E8EBED-C983-4ED3-A9CC-1FE58D7B055E}" type="pres">
      <dgm:prSet presAssocID="{30F5E9A8-121B-4F21-814D-973569081BEC}" presName="bgRect" presStyleLbl="bgShp" presStyleIdx="5" presStyleCnt="6"/>
      <dgm:spPr/>
    </dgm:pt>
    <dgm:pt modelId="{204EB812-EF0F-4477-8FDD-2A08350C90A4}" type="pres">
      <dgm:prSet presAssocID="{30F5E9A8-121B-4F21-814D-973569081BEC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9CC04092-4AB8-4F65-8CB5-A24A65F35663}" type="pres">
      <dgm:prSet presAssocID="{30F5E9A8-121B-4F21-814D-973569081BEC}" presName="spaceRect" presStyleCnt="0"/>
      <dgm:spPr/>
    </dgm:pt>
    <dgm:pt modelId="{C06CA703-F6D5-4ED1-91B0-6EA686A8B5D5}" type="pres">
      <dgm:prSet presAssocID="{30F5E9A8-121B-4F21-814D-973569081BEC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D6CB2403-E29C-4F2F-8435-2D4FB7D9EB71}" srcId="{2060E834-72C2-4C43-8379-FC5FB525011D}" destId="{34CD6AD7-1956-4FD5-87C5-FE56BDCB93D4}" srcOrd="4" destOrd="0" parTransId="{C2363412-408E-4680-B1FC-2E6752271EBD}" sibTransId="{2CD56DB9-065F-42C0-BCC6-A3FE884CD968}"/>
    <dgm:cxn modelId="{59B11511-D481-414D-AB4E-1F0E2D72A1DA}" type="presOf" srcId="{CA96380E-33F5-4419-91EF-B9B1C21DC395}" destId="{82C2C044-730F-4307-8A98-B7CAA7BB1B40}" srcOrd="0" destOrd="0" presId="urn:microsoft.com/office/officeart/2018/2/layout/IconVerticalSolidList"/>
    <dgm:cxn modelId="{369C9734-074D-49FD-A4DB-546FD09F9750}" srcId="{2060E834-72C2-4C43-8379-FC5FB525011D}" destId="{85417BC9-8449-4C3F-932F-91C4D5DF5708}" srcOrd="0" destOrd="0" parTransId="{CC9CA991-FF81-48D6-9816-BF5C7AD290D1}" sibTransId="{CB8FDCB2-8699-434E-8677-CCDAE5DDE9EA}"/>
    <dgm:cxn modelId="{E7B3D63F-7591-4474-8822-FC1B2FD20B29}" srcId="{2060E834-72C2-4C43-8379-FC5FB525011D}" destId="{CA96380E-33F5-4419-91EF-B9B1C21DC395}" srcOrd="3" destOrd="0" parTransId="{7A8D8796-88DD-422C-A12B-A7A823E27A63}" sibTransId="{AF17657C-E2BF-45F8-A5AC-5001C768F2C6}"/>
    <dgm:cxn modelId="{95E7C776-BF01-4DB7-9D07-A46D8B7A8424}" type="presOf" srcId="{5789D2AB-85C2-4BB5-89D4-AD924CB7F8D0}" destId="{F176D4EA-7478-45A5-A220-E8F0E00C3689}" srcOrd="0" destOrd="0" presId="urn:microsoft.com/office/officeart/2018/2/layout/IconVerticalSolidList"/>
    <dgm:cxn modelId="{C208D48B-0A52-48C1-844C-A4EA59984E8F}" type="presOf" srcId="{34CD6AD7-1956-4FD5-87C5-FE56BDCB93D4}" destId="{12B55068-7EEC-40B7-AC77-79288138E77E}" srcOrd="0" destOrd="0" presId="urn:microsoft.com/office/officeart/2018/2/layout/IconVerticalSolidList"/>
    <dgm:cxn modelId="{4CD64896-04D7-4242-844B-E6EEDCABED31}" srcId="{2060E834-72C2-4C43-8379-FC5FB525011D}" destId="{19A56EF1-C803-4804-A7A3-5C8ACDFD81EF}" srcOrd="1" destOrd="0" parTransId="{C743F999-E218-4E4B-B29E-B3EB698A7DFC}" sibTransId="{51C6A30A-5B5B-4A33-A75D-9D949BAB27B9}"/>
    <dgm:cxn modelId="{AC3BEB97-B420-4144-BBCC-5EEE68759C5A}" srcId="{2060E834-72C2-4C43-8379-FC5FB525011D}" destId="{30F5E9A8-121B-4F21-814D-973569081BEC}" srcOrd="5" destOrd="0" parTransId="{FB390956-6A60-4AD6-98F1-7688F169B1FB}" sibTransId="{A1EF5F56-399F-4C5A-9D64-3A0A655B8DA0}"/>
    <dgm:cxn modelId="{309746AF-4E90-4179-A238-76E0F646A97C}" type="presOf" srcId="{85417BC9-8449-4C3F-932F-91C4D5DF5708}" destId="{37D4E3C3-5D15-4ED0-AD14-FE3E11C7A039}" srcOrd="0" destOrd="0" presId="urn:microsoft.com/office/officeart/2018/2/layout/IconVerticalSolidList"/>
    <dgm:cxn modelId="{0EDF3DB3-1C62-4DB8-AEE3-35B6F5E869DB}" type="presOf" srcId="{2060E834-72C2-4C43-8379-FC5FB525011D}" destId="{097B6EFC-3B1E-4080-9006-9BEFA2BFCD82}" srcOrd="0" destOrd="0" presId="urn:microsoft.com/office/officeart/2018/2/layout/IconVerticalSolidList"/>
    <dgm:cxn modelId="{FC2FE1DE-878E-4D74-AA20-19ECEB3F0FBE}" srcId="{2060E834-72C2-4C43-8379-FC5FB525011D}" destId="{5789D2AB-85C2-4BB5-89D4-AD924CB7F8D0}" srcOrd="2" destOrd="0" parTransId="{A81B994F-28AF-4D46-92B8-8802D24C9625}" sibTransId="{095247A3-ED3E-4AB1-8BA7-2FA32532B512}"/>
    <dgm:cxn modelId="{3C0EB5E6-9600-4AA8-9144-8483B0D3BDE0}" type="presOf" srcId="{19A56EF1-C803-4804-A7A3-5C8ACDFD81EF}" destId="{5BE4B248-70AD-4C53-9D8C-8A7D3D8D2F15}" srcOrd="0" destOrd="0" presId="urn:microsoft.com/office/officeart/2018/2/layout/IconVerticalSolidList"/>
    <dgm:cxn modelId="{5D24AAFA-8B81-4A0E-8608-217F766AC416}" type="presOf" srcId="{30F5E9A8-121B-4F21-814D-973569081BEC}" destId="{C06CA703-F6D5-4ED1-91B0-6EA686A8B5D5}" srcOrd="0" destOrd="0" presId="urn:microsoft.com/office/officeart/2018/2/layout/IconVerticalSolidList"/>
    <dgm:cxn modelId="{5A8BA23D-9CF2-4190-8EC3-45962402CD20}" type="presParOf" srcId="{097B6EFC-3B1E-4080-9006-9BEFA2BFCD82}" destId="{A640CDDD-2C28-4BEA-A811-36D6D928DBCB}" srcOrd="0" destOrd="0" presId="urn:microsoft.com/office/officeart/2018/2/layout/IconVerticalSolidList"/>
    <dgm:cxn modelId="{77B5CF01-2DEC-44F5-8509-80C6D20EC20D}" type="presParOf" srcId="{A640CDDD-2C28-4BEA-A811-36D6D928DBCB}" destId="{876EAD70-74CA-4F0A-B963-A19CF2F32FC4}" srcOrd="0" destOrd="0" presId="urn:microsoft.com/office/officeart/2018/2/layout/IconVerticalSolidList"/>
    <dgm:cxn modelId="{4F0785B4-0083-412D-AC33-B6B8F3E587F6}" type="presParOf" srcId="{A640CDDD-2C28-4BEA-A811-36D6D928DBCB}" destId="{E89B380F-2881-431C-A684-42169A06603C}" srcOrd="1" destOrd="0" presId="urn:microsoft.com/office/officeart/2018/2/layout/IconVerticalSolidList"/>
    <dgm:cxn modelId="{35EA426B-95BC-4AD9-9047-C644B93B2013}" type="presParOf" srcId="{A640CDDD-2C28-4BEA-A811-36D6D928DBCB}" destId="{9DC9BEA4-EFAE-4E26-A1CE-784769B12C51}" srcOrd="2" destOrd="0" presId="urn:microsoft.com/office/officeart/2018/2/layout/IconVerticalSolidList"/>
    <dgm:cxn modelId="{97B0C91C-FA47-49FF-9953-30F8CCE7033E}" type="presParOf" srcId="{A640CDDD-2C28-4BEA-A811-36D6D928DBCB}" destId="{37D4E3C3-5D15-4ED0-AD14-FE3E11C7A039}" srcOrd="3" destOrd="0" presId="urn:microsoft.com/office/officeart/2018/2/layout/IconVerticalSolidList"/>
    <dgm:cxn modelId="{7B1AA405-1AFF-483D-BDAC-95747F8FD9A2}" type="presParOf" srcId="{097B6EFC-3B1E-4080-9006-9BEFA2BFCD82}" destId="{EED16030-6F02-4354-ADA2-B711E2D57309}" srcOrd="1" destOrd="0" presId="urn:microsoft.com/office/officeart/2018/2/layout/IconVerticalSolidList"/>
    <dgm:cxn modelId="{79D1D2A0-B457-4E42-8D5E-3B95F483C5EC}" type="presParOf" srcId="{097B6EFC-3B1E-4080-9006-9BEFA2BFCD82}" destId="{7E0C1FFC-AFDD-4E23-A8A4-46B83EEA8754}" srcOrd="2" destOrd="0" presId="urn:microsoft.com/office/officeart/2018/2/layout/IconVerticalSolidList"/>
    <dgm:cxn modelId="{A28B21AF-F6AD-4F36-8876-24D0E3B870E7}" type="presParOf" srcId="{7E0C1FFC-AFDD-4E23-A8A4-46B83EEA8754}" destId="{18AA3AE0-E549-47E0-B293-3CAFDCF4747F}" srcOrd="0" destOrd="0" presId="urn:microsoft.com/office/officeart/2018/2/layout/IconVerticalSolidList"/>
    <dgm:cxn modelId="{FE115C5C-6807-4B8E-A116-DBF9B6EFDA05}" type="presParOf" srcId="{7E0C1FFC-AFDD-4E23-A8A4-46B83EEA8754}" destId="{CE9F55D1-800A-40EC-A4D9-4FF5A77A68ED}" srcOrd="1" destOrd="0" presId="urn:microsoft.com/office/officeart/2018/2/layout/IconVerticalSolidList"/>
    <dgm:cxn modelId="{A2133AE8-DB97-4DA5-8F1E-F086D69353C1}" type="presParOf" srcId="{7E0C1FFC-AFDD-4E23-A8A4-46B83EEA8754}" destId="{8FE49F97-920C-4665-BBFE-20C7D15B9261}" srcOrd="2" destOrd="0" presId="urn:microsoft.com/office/officeart/2018/2/layout/IconVerticalSolidList"/>
    <dgm:cxn modelId="{C75B4A2D-171A-409C-90E3-FE8BBE59E286}" type="presParOf" srcId="{7E0C1FFC-AFDD-4E23-A8A4-46B83EEA8754}" destId="{5BE4B248-70AD-4C53-9D8C-8A7D3D8D2F15}" srcOrd="3" destOrd="0" presId="urn:microsoft.com/office/officeart/2018/2/layout/IconVerticalSolidList"/>
    <dgm:cxn modelId="{235ED903-3B6D-45D6-8C9D-520E4E35A512}" type="presParOf" srcId="{097B6EFC-3B1E-4080-9006-9BEFA2BFCD82}" destId="{78ACB453-E07D-4C50-A7DE-E2098C56A433}" srcOrd="3" destOrd="0" presId="urn:microsoft.com/office/officeart/2018/2/layout/IconVerticalSolidList"/>
    <dgm:cxn modelId="{C8882061-46A9-4E0A-A6AB-B5CF43A06B75}" type="presParOf" srcId="{097B6EFC-3B1E-4080-9006-9BEFA2BFCD82}" destId="{DDF91903-84EC-47A5-9F6E-A6448885DC3D}" srcOrd="4" destOrd="0" presId="urn:microsoft.com/office/officeart/2018/2/layout/IconVerticalSolidList"/>
    <dgm:cxn modelId="{3B6EB37A-68C7-4228-9324-D1BF6554F098}" type="presParOf" srcId="{DDF91903-84EC-47A5-9F6E-A6448885DC3D}" destId="{808217FD-F74D-4E04-85E6-5FAD6CB08A15}" srcOrd="0" destOrd="0" presId="urn:microsoft.com/office/officeart/2018/2/layout/IconVerticalSolidList"/>
    <dgm:cxn modelId="{A7A641A9-F590-4E9F-84D1-88F37ECA6B76}" type="presParOf" srcId="{DDF91903-84EC-47A5-9F6E-A6448885DC3D}" destId="{040A8884-C565-4FC8-924E-664BB2469228}" srcOrd="1" destOrd="0" presId="urn:microsoft.com/office/officeart/2018/2/layout/IconVerticalSolidList"/>
    <dgm:cxn modelId="{C988CEB0-AB82-47F6-BA64-25A4FE8B9658}" type="presParOf" srcId="{DDF91903-84EC-47A5-9F6E-A6448885DC3D}" destId="{B523F742-AE26-4263-B208-7647B19318F0}" srcOrd="2" destOrd="0" presId="urn:microsoft.com/office/officeart/2018/2/layout/IconVerticalSolidList"/>
    <dgm:cxn modelId="{787FBB87-5B10-43B6-ADF5-F0233177EA82}" type="presParOf" srcId="{DDF91903-84EC-47A5-9F6E-A6448885DC3D}" destId="{F176D4EA-7478-45A5-A220-E8F0E00C3689}" srcOrd="3" destOrd="0" presId="urn:microsoft.com/office/officeart/2018/2/layout/IconVerticalSolidList"/>
    <dgm:cxn modelId="{8E085937-21E0-48C1-B2E9-2B86BF0243EA}" type="presParOf" srcId="{097B6EFC-3B1E-4080-9006-9BEFA2BFCD82}" destId="{A24689BA-69FF-485E-ABE1-485619E05E82}" srcOrd="5" destOrd="0" presId="urn:microsoft.com/office/officeart/2018/2/layout/IconVerticalSolidList"/>
    <dgm:cxn modelId="{88BFFC4B-07E1-40A3-BC01-529103DD20EF}" type="presParOf" srcId="{097B6EFC-3B1E-4080-9006-9BEFA2BFCD82}" destId="{50E416F3-2B3A-4484-A4B3-96B8C9CDEBED}" srcOrd="6" destOrd="0" presId="urn:microsoft.com/office/officeart/2018/2/layout/IconVerticalSolidList"/>
    <dgm:cxn modelId="{A1B70A37-0053-444C-B452-3268424DEACE}" type="presParOf" srcId="{50E416F3-2B3A-4484-A4B3-96B8C9CDEBED}" destId="{2F9C87A9-F49E-4C6D-B400-C119186BE495}" srcOrd="0" destOrd="0" presId="urn:microsoft.com/office/officeart/2018/2/layout/IconVerticalSolidList"/>
    <dgm:cxn modelId="{495B98CB-731C-4D21-8BB0-286928254284}" type="presParOf" srcId="{50E416F3-2B3A-4484-A4B3-96B8C9CDEBED}" destId="{73D26774-1D7F-4609-A14B-1E8BA15A7946}" srcOrd="1" destOrd="0" presId="urn:microsoft.com/office/officeart/2018/2/layout/IconVerticalSolidList"/>
    <dgm:cxn modelId="{F06368F7-4970-429A-A795-A00F330E3930}" type="presParOf" srcId="{50E416F3-2B3A-4484-A4B3-96B8C9CDEBED}" destId="{1568915C-1DFD-4B7C-ADC0-2EB1FD23687D}" srcOrd="2" destOrd="0" presId="urn:microsoft.com/office/officeart/2018/2/layout/IconVerticalSolidList"/>
    <dgm:cxn modelId="{1E30A4D3-CDF1-4A9C-97DF-62B0CC815428}" type="presParOf" srcId="{50E416F3-2B3A-4484-A4B3-96B8C9CDEBED}" destId="{82C2C044-730F-4307-8A98-B7CAA7BB1B40}" srcOrd="3" destOrd="0" presId="urn:microsoft.com/office/officeart/2018/2/layout/IconVerticalSolidList"/>
    <dgm:cxn modelId="{8E19C770-529C-44EF-BC6E-00A2AED9520E}" type="presParOf" srcId="{097B6EFC-3B1E-4080-9006-9BEFA2BFCD82}" destId="{54EEF458-BD4E-4524-AA61-AD52AF0590D8}" srcOrd="7" destOrd="0" presId="urn:microsoft.com/office/officeart/2018/2/layout/IconVerticalSolidList"/>
    <dgm:cxn modelId="{D490808E-7B36-48F7-865C-511E564532D4}" type="presParOf" srcId="{097B6EFC-3B1E-4080-9006-9BEFA2BFCD82}" destId="{87DFDF89-EFB3-4874-9D7B-CD96C743980D}" srcOrd="8" destOrd="0" presId="urn:microsoft.com/office/officeart/2018/2/layout/IconVerticalSolidList"/>
    <dgm:cxn modelId="{B240E01C-C99B-47BD-BE0F-634483858DDC}" type="presParOf" srcId="{87DFDF89-EFB3-4874-9D7B-CD96C743980D}" destId="{36E5BFAD-2F48-462D-AE34-37B31B983851}" srcOrd="0" destOrd="0" presId="urn:microsoft.com/office/officeart/2018/2/layout/IconVerticalSolidList"/>
    <dgm:cxn modelId="{8F4FFAA7-F6B8-4C88-A44A-B5810497C642}" type="presParOf" srcId="{87DFDF89-EFB3-4874-9D7B-CD96C743980D}" destId="{980985FF-C9BD-45F4-8BAB-6B97EF5600AF}" srcOrd="1" destOrd="0" presId="urn:microsoft.com/office/officeart/2018/2/layout/IconVerticalSolidList"/>
    <dgm:cxn modelId="{69E3320D-E588-4839-A323-8DCE82ED5BCA}" type="presParOf" srcId="{87DFDF89-EFB3-4874-9D7B-CD96C743980D}" destId="{EF55B6D8-A5EC-403B-A05F-3D14406BBAF0}" srcOrd="2" destOrd="0" presId="urn:microsoft.com/office/officeart/2018/2/layout/IconVerticalSolidList"/>
    <dgm:cxn modelId="{BA83EBB3-FE06-45D3-BAF3-32D14A9941C5}" type="presParOf" srcId="{87DFDF89-EFB3-4874-9D7B-CD96C743980D}" destId="{12B55068-7EEC-40B7-AC77-79288138E77E}" srcOrd="3" destOrd="0" presId="urn:microsoft.com/office/officeart/2018/2/layout/IconVerticalSolidList"/>
    <dgm:cxn modelId="{19356208-B18C-4A4E-ACB7-C26890182CFA}" type="presParOf" srcId="{097B6EFC-3B1E-4080-9006-9BEFA2BFCD82}" destId="{F3D80A65-D9E1-4DCE-BD4D-2628E8866068}" srcOrd="9" destOrd="0" presId="urn:microsoft.com/office/officeart/2018/2/layout/IconVerticalSolidList"/>
    <dgm:cxn modelId="{17FA301C-B362-4211-B63A-2E14F36722D1}" type="presParOf" srcId="{097B6EFC-3B1E-4080-9006-9BEFA2BFCD82}" destId="{AE9289DA-8797-47B6-B9E1-0EFF357A16AC}" srcOrd="10" destOrd="0" presId="urn:microsoft.com/office/officeart/2018/2/layout/IconVerticalSolidList"/>
    <dgm:cxn modelId="{742E1811-B6AA-4E5B-A2A5-0E45E121623A}" type="presParOf" srcId="{AE9289DA-8797-47B6-B9E1-0EFF357A16AC}" destId="{D9E8EBED-C983-4ED3-A9CC-1FE58D7B055E}" srcOrd="0" destOrd="0" presId="urn:microsoft.com/office/officeart/2018/2/layout/IconVerticalSolidList"/>
    <dgm:cxn modelId="{B68878BF-57A3-48DC-80AC-A873E365C327}" type="presParOf" srcId="{AE9289DA-8797-47B6-B9E1-0EFF357A16AC}" destId="{204EB812-EF0F-4477-8FDD-2A08350C90A4}" srcOrd="1" destOrd="0" presId="urn:microsoft.com/office/officeart/2018/2/layout/IconVerticalSolidList"/>
    <dgm:cxn modelId="{7C3B405F-1FD3-436E-9CAF-A6283EE1D261}" type="presParOf" srcId="{AE9289DA-8797-47B6-B9E1-0EFF357A16AC}" destId="{9CC04092-4AB8-4F65-8CB5-A24A65F35663}" srcOrd="2" destOrd="0" presId="urn:microsoft.com/office/officeart/2018/2/layout/IconVerticalSolidList"/>
    <dgm:cxn modelId="{05086CF3-3022-4562-AFA4-816CFA230EFE}" type="presParOf" srcId="{AE9289DA-8797-47B6-B9E1-0EFF357A16AC}" destId="{C06CA703-F6D5-4ED1-91B0-6EA686A8B5D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325A73-3DFC-4094-B62C-4B6A02F00419}">
      <dsp:nvSpPr>
        <dsp:cNvPr id="0" name=""/>
        <dsp:cNvSpPr/>
      </dsp:nvSpPr>
      <dsp:spPr>
        <a:xfrm>
          <a:off x="0" y="2231"/>
          <a:ext cx="6620255" cy="113099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9278018-2CA6-418F-A247-7CE50EAD02A0}">
      <dsp:nvSpPr>
        <dsp:cNvPr id="0" name=""/>
        <dsp:cNvSpPr/>
      </dsp:nvSpPr>
      <dsp:spPr>
        <a:xfrm>
          <a:off x="342124" y="256704"/>
          <a:ext cx="622045" cy="62204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F26342-B2DF-4DD5-B105-59829C9F5FA0}">
      <dsp:nvSpPr>
        <dsp:cNvPr id="0" name=""/>
        <dsp:cNvSpPr/>
      </dsp:nvSpPr>
      <dsp:spPr>
        <a:xfrm>
          <a:off x="1306295" y="2231"/>
          <a:ext cx="5313960" cy="11309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9697" tIns="119697" rIns="119697" bIns="119697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2200" kern="1200"/>
            <a:t>I can define software and describe its purpose. </a:t>
          </a:r>
          <a:endParaRPr lang="en-US" sz="2200" kern="1200"/>
        </a:p>
      </dsp:txBody>
      <dsp:txXfrm>
        <a:off x="1306295" y="2231"/>
        <a:ext cx="5313960" cy="1130991"/>
      </dsp:txXfrm>
    </dsp:sp>
    <dsp:sp modelId="{1FEBB234-10B4-4291-A295-5E6417A40D29}">
      <dsp:nvSpPr>
        <dsp:cNvPr id="0" name=""/>
        <dsp:cNvSpPr/>
      </dsp:nvSpPr>
      <dsp:spPr>
        <a:xfrm>
          <a:off x="0" y="1415970"/>
          <a:ext cx="6620255" cy="113099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3CF07AD-1B21-4105-AC97-F38ECB2867C3}">
      <dsp:nvSpPr>
        <dsp:cNvPr id="0" name=""/>
        <dsp:cNvSpPr/>
      </dsp:nvSpPr>
      <dsp:spPr>
        <a:xfrm>
          <a:off x="342124" y="1670443"/>
          <a:ext cx="622045" cy="62204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7BC6F3-031E-4402-BE6A-4B21252ED0FE}">
      <dsp:nvSpPr>
        <dsp:cNvPr id="0" name=""/>
        <dsp:cNvSpPr/>
      </dsp:nvSpPr>
      <dsp:spPr>
        <a:xfrm>
          <a:off x="1306295" y="1415970"/>
          <a:ext cx="5313960" cy="11309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9697" tIns="119697" rIns="119697" bIns="119697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2200" kern="1200"/>
            <a:t>I can outline a broad range of software applications.</a:t>
          </a:r>
          <a:endParaRPr lang="en-US" sz="2200" kern="1200"/>
        </a:p>
      </dsp:txBody>
      <dsp:txXfrm>
        <a:off x="1306295" y="1415970"/>
        <a:ext cx="5313960" cy="1130991"/>
      </dsp:txXfrm>
    </dsp:sp>
    <dsp:sp modelId="{2AC6858F-F1AF-4FBF-99DF-5D6C594A9051}">
      <dsp:nvSpPr>
        <dsp:cNvPr id="0" name=""/>
        <dsp:cNvSpPr/>
      </dsp:nvSpPr>
      <dsp:spPr>
        <a:xfrm>
          <a:off x="0" y="2829709"/>
          <a:ext cx="6620255" cy="113099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38FA81A-A074-4EBF-A0B4-C56734BC322D}">
      <dsp:nvSpPr>
        <dsp:cNvPr id="0" name=""/>
        <dsp:cNvSpPr/>
      </dsp:nvSpPr>
      <dsp:spPr>
        <a:xfrm>
          <a:off x="342124" y="3084182"/>
          <a:ext cx="622045" cy="62204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B0F81E-9FE2-47CC-AA71-1290C500C519}">
      <dsp:nvSpPr>
        <dsp:cNvPr id="0" name=""/>
        <dsp:cNvSpPr/>
      </dsp:nvSpPr>
      <dsp:spPr>
        <a:xfrm>
          <a:off x="1306295" y="2829709"/>
          <a:ext cx="5313960" cy="11309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9697" tIns="119697" rIns="119697" bIns="119697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2200" kern="1200"/>
            <a:t>I can differentiate between application and operating system software.</a:t>
          </a:r>
          <a:endParaRPr lang="en-US" sz="2200" kern="1200"/>
        </a:p>
      </dsp:txBody>
      <dsp:txXfrm>
        <a:off x="1306295" y="2829709"/>
        <a:ext cx="5313960" cy="1130991"/>
      </dsp:txXfrm>
    </dsp:sp>
    <dsp:sp modelId="{8E23CD30-9C93-40C8-9647-F0123DB3008A}">
      <dsp:nvSpPr>
        <dsp:cNvPr id="0" name=""/>
        <dsp:cNvSpPr/>
      </dsp:nvSpPr>
      <dsp:spPr>
        <a:xfrm>
          <a:off x="0" y="4243449"/>
          <a:ext cx="6620255" cy="113099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7FFAD7-1A83-4AEA-B467-8388596DDEF4}">
      <dsp:nvSpPr>
        <dsp:cNvPr id="0" name=""/>
        <dsp:cNvSpPr/>
      </dsp:nvSpPr>
      <dsp:spPr>
        <a:xfrm>
          <a:off x="342124" y="4497922"/>
          <a:ext cx="622045" cy="62204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004EC2-7B21-4111-B647-0DC1B49FFBA2}">
      <dsp:nvSpPr>
        <dsp:cNvPr id="0" name=""/>
        <dsp:cNvSpPr/>
      </dsp:nvSpPr>
      <dsp:spPr>
        <a:xfrm>
          <a:off x="1306295" y="4243449"/>
          <a:ext cx="5313960" cy="11309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9697" tIns="119697" rIns="119697" bIns="119697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2200" kern="1200"/>
            <a:t>I can explain the link between hardware and software performance.</a:t>
          </a:r>
          <a:endParaRPr lang="en-US" sz="2200" kern="1200"/>
        </a:p>
      </dsp:txBody>
      <dsp:txXfrm>
        <a:off x="1306295" y="4243449"/>
        <a:ext cx="5313960" cy="113099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C2F058-5700-44EB-98BB-9AE1BEC90831}">
      <dsp:nvSpPr>
        <dsp:cNvPr id="0" name=""/>
        <dsp:cNvSpPr/>
      </dsp:nvSpPr>
      <dsp:spPr>
        <a:xfrm>
          <a:off x="0" y="2227"/>
          <a:ext cx="6153912" cy="112906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 w="28575">
          <a:solidFill>
            <a:srgbClr val="FF0000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FEA234-399B-4525-B622-C5403C27181A}">
      <dsp:nvSpPr>
        <dsp:cNvPr id="0" name=""/>
        <dsp:cNvSpPr/>
      </dsp:nvSpPr>
      <dsp:spPr>
        <a:xfrm>
          <a:off x="341543" y="256268"/>
          <a:ext cx="620987" cy="6209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FE9F7D-4576-493E-A9F6-4BA208851175}">
      <dsp:nvSpPr>
        <dsp:cNvPr id="0" name=""/>
        <dsp:cNvSpPr/>
      </dsp:nvSpPr>
      <dsp:spPr>
        <a:xfrm>
          <a:off x="1304073" y="2227"/>
          <a:ext cx="4849838" cy="11290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9493" tIns="119493" rIns="119493" bIns="119493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baseline="0" dirty="0"/>
            <a:t>Software: </a:t>
          </a:r>
          <a:r>
            <a:rPr lang="en-GB" sz="2100" kern="1200" dirty="0"/>
            <a:t>the programs and other operating information used by a computer</a:t>
          </a:r>
          <a:endParaRPr lang="en-US" sz="2100" kern="1200" dirty="0"/>
        </a:p>
      </dsp:txBody>
      <dsp:txXfrm>
        <a:off x="1304073" y="2227"/>
        <a:ext cx="4849838" cy="1129067"/>
      </dsp:txXfrm>
    </dsp:sp>
    <dsp:sp modelId="{06C3FCE6-ECEC-43D6-B090-B7BF1B944002}">
      <dsp:nvSpPr>
        <dsp:cNvPr id="0" name=""/>
        <dsp:cNvSpPr/>
      </dsp:nvSpPr>
      <dsp:spPr>
        <a:xfrm>
          <a:off x="0" y="1413562"/>
          <a:ext cx="6153912" cy="112906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B36E49-25D8-4A6B-AA2A-4185545DCE22}">
      <dsp:nvSpPr>
        <dsp:cNvPr id="0" name=""/>
        <dsp:cNvSpPr/>
      </dsp:nvSpPr>
      <dsp:spPr>
        <a:xfrm>
          <a:off x="341543" y="1667602"/>
          <a:ext cx="620987" cy="6209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0461B4-DDA9-4393-9557-9B460419C782}">
      <dsp:nvSpPr>
        <dsp:cNvPr id="0" name=""/>
        <dsp:cNvSpPr/>
      </dsp:nvSpPr>
      <dsp:spPr>
        <a:xfrm>
          <a:off x="1304073" y="1413562"/>
          <a:ext cx="4849838" cy="11290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9493" tIns="119493" rIns="119493" bIns="119493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baseline="0"/>
            <a:t>Enables computers and devices to perform tasks</a:t>
          </a:r>
          <a:endParaRPr lang="en-US" sz="2100" kern="1200"/>
        </a:p>
      </dsp:txBody>
      <dsp:txXfrm>
        <a:off x="1304073" y="1413562"/>
        <a:ext cx="4849838" cy="1129067"/>
      </dsp:txXfrm>
    </dsp:sp>
    <dsp:sp modelId="{4015862F-D9D2-495E-AFC0-78F3ABDCFAD9}">
      <dsp:nvSpPr>
        <dsp:cNvPr id="0" name=""/>
        <dsp:cNvSpPr/>
      </dsp:nvSpPr>
      <dsp:spPr>
        <a:xfrm>
          <a:off x="0" y="2824897"/>
          <a:ext cx="6153912" cy="112906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C52F18-E367-40E7-A884-D5F81AFE6A5B}">
      <dsp:nvSpPr>
        <dsp:cNvPr id="0" name=""/>
        <dsp:cNvSpPr/>
      </dsp:nvSpPr>
      <dsp:spPr>
        <a:xfrm>
          <a:off x="341543" y="3078937"/>
          <a:ext cx="620987" cy="6209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C47A12-5932-4E89-86F6-EE7CAB678826}">
      <dsp:nvSpPr>
        <dsp:cNvPr id="0" name=""/>
        <dsp:cNvSpPr/>
      </dsp:nvSpPr>
      <dsp:spPr>
        <a:xfrm>
          <a:off x="1304073" y="2824897"/>
          <a:ext cx="4849838" cy="11290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9493" tIns="119493" rIns="119493" bIns="119493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baseline="0"/>
            <a:t>Written in </a:t>
          </a:r>
          <a:r>
            <a:rPr lang="en-US" sz="2100" b="1" i="0" kern="1200" baseline="0"/>
            <a:t>programming languages</a:t>
          </a:r>
          <a:r>
            <a:rPr lang="en-US" sz="2100" b="0" i="0" kern="1200" baseline="0"/>
            <a:t>, graphical icons, or English-like expressions</a:t>
          </a:r>
          <a:endParaRPr lang="en-US" sz="2100" kern="1200"/>
        </a:p>
      </dsp:txBody>
      <dsp:txXfrm>
        <a:off x="1304073" y="2824897"/>
        <a:ext cx="4849838" cy="1129067"/>
      </dsp:txXfrm>
    </dsp:sp>
    <dsp:sp modelId="{A067CAB9-2B2A-40EA-B063-EDB4A9EE9006}">
      <dsp:nvSpPr>
        <dsp:cNvPr id="0" name=""/>
        <dsp:cNvSpPr/>
      </dsp:nvSpPr>
      <dsp:spPr>
        <a:xfrm>
          <a:off x="0" y="4236232"/>
          <a:ext cx="6153912" cy="112906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D0BA06A-40D3-4622-A367-452D791C0E1C}">
      <dsp:nvSpPr>
        <dsp:cNvPr id="0" name=""/>
        <dsp:cNvSpPr/>
      </dsp:nvSpPr>
      <dsp:spPr>
        <a:xfrm>
          <a:off x="341543" y="4490272"/>
          <a:ext cx="620987" cy="62098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F9C040-26C5-4377-A2FD-2527589025EA}">
      <dsp:nvSpPr>
        <dsp:cNvPr id="0" name=""/>
        <dsp:cNvSpPr/>
      </dsp:nvSpPr>
      <dsp:spPr>
        <a:xfrm>
          <a:off x="1304073" y="4236232"/>
          <a:ext cx="4849838" cy="11290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9493" tIns="119493" rIns="119493" bIns="119493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baseline="0"/>
            <a:t>Converts input data into useful output or stored information</a:t>
          </a:r>
          <a:endParaRPr lang="en-US" sz="2100" kern="1200"/>
        </a:p>
      </dsp:txBody>
      <dsp:txXfrm>
        <a:off x="1304073" y="4236232"/>
        <a:ext cx="4849838" cy="112906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917C1F-930D-44F0-9790-310B805D9CEE}">
      <dsp:nvSpPr>
        <dsp:cNvPr id="0" name=""/>
        <dsp:cNvSpPr/>
      </dsp:nvSpPr>
      <dsp:spPr>
        <a:xfrm>
          <a:off x="0" y="4"/>
          <a:ext cx="7488936" cy="87188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 w="28575">
          <a:solidFill>
            <a:srgbClr val="FF0000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51A262-2284-4B4A-9B6D-D2C77776435D}">
      <dsp:nvSpPr>
        <dsp:cNvPr id="0" name=""/>
        <dsp:cNvSpPr/>
      </dsp:nvSpPr>
      <dsp:spPr>
        <a:xfrm>
          <a:off x="263745" y="200268"/>
          <a:ext cx="479538" cy="47953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9A1628-AC8F-40B4-88EC-C6D10318B14D}">
      <dsp:nvSpPr>
        <dsp:cNvPr id="0" name=""/>
        <dsp:cNvSpPr/>
      </dsp:nvSpPr>
      <dsp:spPr>
        <a:xfrm>
          <a:off x="1007030" y="4093"/>
          <a:ext cx="6481905" cy="8718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275" tIns="92275" rIns="92275" bIns="92275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b="0" i="0" kern="1200" dirty="0"/>
            <a:t>A type of computer program designed to help end-users perform specific personal, educational, or professional tasks</a:t>
          </a:r>
          <a:endParaRPr lang="en-US" sz="1800" kern="1200" dirty="0"/>
        </a:p>
      </dsp:txBody>
      <dsp:txXfrm>
        <a:off x="1007030" y="4093"/>
        <a:ext cx="6481905" cy="871887"/>
      </dsp:txXfrm>
    </dsp:sp>
    <dsp:sp modelId="{41D4861D-1BA1-4754-BE72-19235AA7E0C7}">
      <dsp:nvSpPr>
        <dsp:cNvPr id="0" name=""/>
        <dsp:cNvSpPr/>
      </dsp:nvSpPr>
      <dsp:spPr>
        <a:xfrm>
          <a:off x="0" y="1093952"/>
          <a:ext cx="7488936" cy="87188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67AE94-A3E9-4A22-B676-02C3F595FEF4}">
      <dsp:nvSpPr>
        <dsp:cNvPr id="0" name=""/>
        <dsp:cNvSpPr/>
      </dsp:nvSpPr>
      <dsp:spPr>
        <a:xfrm>
          <a:off x="263745" y="1290127"/>
          <a:ext cx="479538" cy="47953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8291B2-5F67-4B5E-AF9C-AA823C8F6EAF}">
      <dsp:nvSpPr>
        <dsp:cNvPr id="0" name=""/>
        <dsp:cNvSpPr/>
      </dsp:nvSpPr>
      <dsp:spPr>
        <a:xfrm>
          <a:off x="1007030" y="1093952"/>
          <a:ext cx="6481905" cy="8718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275" tIns="92275" rIns="92275" bIns="92275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baseline="0" dirty="0"/>
            <a:t>Examples: </a:t>
          </a:r>
          <a:r>
            <a:rPr lang="en-US" sz="1800" b="0" i="0" kern="1200" baseline="0" dirty="0"/>
            <a:t>word processors, graphics editors, web browsers</a:t>
          </a:r>
          <a:endParaRPr lang="en-US" sz="1800" kern="1200" dirty="0"/>
        </a:p>
      </dsp:txBody>
      <dsp:txXfrm>
        <a:off x="1007030" y="1093952"/>
        <a:ext cx="6481905" cy="871887"/>
      </dsp:txXfrm>
    </dsp:sp>
    <dsp:sp modelId="{BDA2D2FE-EC44-4ECF-BED4-AF815C7DC09B}">
      <dsp:nvSpPr>
        <dsp:cNvPr id="0" name=""/>
        <dsp:cNvSpPr/>
      </dsp:nvSpPr>
      <dsp:spPr>
        <a:xfrm>
          <a:off x="0" y="2183812"/>
          <a:ext cx="7488936" cy="87188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121F3E6-D2EC-464D-BFAF-5A0C3C80BAB2}">
      <dsp:nvSpPr>
        <dsp:cNvPr id="0" name=""/>
        <dsp:cNvSpPr/>
      </dsp:nvSpPr>
      <dsp:spPr>
        <a:xfrm>
          <a:off x="263745" y="2379986"/>
          <a:ext cx="479538" cy="47953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2FA774-C88E-4560-9151-F342B7622B05}">
      <dsp:nvSpPr>
        <dsp:cNvPr id="0" name=""/>
        <dsp:cNvSpPr/>
      </dsp:nvSpPr>
      <dsp:spPr>
        <a:xfrm>
          <a:off x="1007030" y="2183812"/>
          <a:ext cx="6481905" cy="8718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275" tIns="92275" rIns="92275" bIns="92275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/>
            <a:t>Mobile apps: small programs for focused tasks, easy to create using user-friendly software</a:t>
          </a:r>
          <a:endParaRPr lang="en-US" sz="1800" kern="1200"/>
        </a:p>
      </dsp:txBody>
      <dsp:txXfrm>
        <a:off x="1007030" y="2183812"/>
        <a:ext cx="6481905" cy="871887"/>
      </dsp:txXfrm>
    </dsp:sp>
    <dsp:sp modelId="{F32522B0-D0F2-477F-830E-A1569C2B4D52}">
      <dsp:nvSpPr>
        <dsp:cNvPr id="0" name=""/>
        <dsp:cNvSpPr/>
      </dsp:nvSpPr>
      <dsp:spPr>
        <a:xfrm>
          <a:off x="0" y="3273671"/>
          <a:ext cx="7488936" cy="87188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911E5B-3A84-4109-A836-36E45ADF5FE8}">
      <dsp:nvSpPr>
        <dsp:cNvPr id="0" name=""/>
        <dsp:cNvSpPr/>
      </dsp:nvSpPr>
      <dsp:spPr>
        <a:xfrm>
          <a:off x="263745" y="3469846"/>
          <a:ext cx="479538" cy="47953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4522B3-920F-489B-8B9D-9179EE7B688D}">
      <dsp:nvSpPr>
        <dsp:cNvPr id="0" name=""/>
        <dsp:cNvSpPr/>
      </dsp:nvSpPr>
      <dsp:spPr>
        <a:xfrm>
          <a:off x="1007030" y="3273671"/>
          <a:ext cx="6481905" cy="8718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275" tIns="92275" rIns="92275" bIns="92275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/>
            <a:t>Embedded software: controls single-purpose devices (ATMs, traffic lights, microwaves)</a:t>
          </a:r>
          <a:endParaRPr lang="en-US" sz="1800" kern="1200"/>
        </a:p>
      </dsp:txBody>
      <dsp:txXfrm>
        <a:off x="1007030" y="3273671"/>
        <a:ext cx="6481905" cy="871887"/>
      </dsp:txXfrm>
    </dsp:sp>
    <dsp:sp modelId="{7A65AE94-3FB8-4D16-92D8-7480CC5E296C}">
      <dsp:nvSpPr>
        <dsp:cNvPr id="0" name=""/>
        <dsp:cNvSpPr/>
      </dsp:nvSpPr>
      <dsp:spPr>
        <a:xfrm>
          <a:off x="0" y="4363531"/>
          <a:ext cx="7488936" cy="87188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15B669F-9238-4A61-915A-70627B4BC853}">
      <dsp:nvSpPr>
        <dsp:cNvPr id="0" name=""/>
        <dsp:cNvSpPr/>
      </dsp:nvSpPr>
      <dsp:spPr>
        <a:xfrm>
          <a:off x="263745" y="4559705"/>
          <a:ext cx="479538" cy="479538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B3A48A-642E-4F8B-8FA4-6F2D1C544714}">
      <dsp:nvSpPr>
        <dsp:cNvPr id="0" name=""/>
        <dsp:cNvSpPr/>
      </dsp:nvSpPr>
      <dsp:spPr>
        <a:xfrm>
          <a:off x="1007030" y="4363531"/>
          <a:ext cx="6481905" cy="8718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275" tIns="92275" rIns="92275" bIns="92275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 dirty="0"/>
            <a:t>Helps users create, edit, display, or transmit data</a:t>
          </a:r>
          <a:endParaRPr lang="en-US" sz="1800" b="0" kern="1200" dirty="0"/>
        </a:p>
      </dsp:txBody>
      <dsp:txXfrm>
        <a:off x="1007030" y="4363531"/>
        <a:ext cx="6481905" cy="87188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4F41A1-9CB2-4F22-9D58-81896E8EEE9B}">
      <dsp:nvSpPr>
        <dsp:cNvPr id="0" name=""/>
        <dsp:cNvSpPr/>
      </dsp:nvSpPr>
      <dsp:spPr>
        <a:xfrm>
          <a:off x="0" y="2558"/>
          <a:ext cx="7488936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D2F609-11C1-4214-91E2-AA20EDCD4B6A}">
      <dsp:nvSpPr>
        <dsp:cNvPr id="0" name=""/>
        <dsp:cNvSpPr/>
      </dsp:nvSpPr>
      <dsp:spPr>
        <a:xfrm>
          <a:off x="0" y="2558"/>
          <a:ext cx="7488936" cy="8723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0" kern="1200" baseline="0" dirty="0"/>
            <a:t>Internet browsers: </a:t>
          </a:r>
          <a:r>
            <a:rPr lang="en-US" sz="2400" b="0" i="0" kern="1200" baseline="0" dirty="0"/>
            <a:t>access websites, web apps (online banking, shopping)</a:t>
          </a:r>
          <a:endParaRPr lang="en-US" sz="2400" kern="1200" dirty="0"/>
        </a:p>
      </dsp:txBody>
      <dsp:txXfrm>
        <a:off x="0" y="2558"/>
        <a:ext cx="7488936" cy="872399"/>
      </dsp:txXfrm>
    </dsp:sp>
    <dsp:sp modelId="{E1F4E176-5F10-40D0-BB98-B7F5CBE2B390}">
      <dsp:nvSpPr>
        <dsp:cNvPr id="0" name=""/>
        <dsp:cNvSpPr/>
      </dsp:nvSpPr>
      <dsp:spPr>
        <a:xfrm>
          <a:off x="0" y="874957"/>
          <a:ext cx="7488936" cy="0"/>
        </a:xfrm>
        <a:prstGeom prst="line">
          <a:avLst/>
        </a:prstGeom>
        <a:solidFill>
          <a:schemeClr val="accent2">
            <a:hueOff val="-2073801"/>
            <a:satOff val="-4082"/>
            <a:lumOff val="2549"/>
            <a:alphaOff val="0"/>
          </a:schemeClr>
        </a:solidFill>
        <a:ln w="19050" cap="flat" cmpd="sng" algn="ctr">
          <a:solidFill>
            <a:schemeClr val="accent2">
              <a:hueOff val="-2073801"/>
              <a:satOff val="-4082"/>
              <a:lumOff val="254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19A891-9C0A-4433-B7FB-B910BA12E830}">
      <dsp:nvSpPr>
        <dsp:cNvPr id="0" name=""/>
        <dsp:cNvSpPr/>
      </dsp:nvSpPr>
      <dsp:spPr>
        <a:xfrm>
          <a:off x="0" y="874957"/>
          <a:ext cx="7488936" cy="8723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0" kern="1200" baseline="0" dirty="0"/>
            <a:t>Instant messaging: </a:t>
          </a:r>
          <a:r>
            <a:rPr lang="en-US" sz="2400" b="0" i="0" kern="1200" baseline="0" dirty="0"/>
            <a:t>real-time text communication (e.g. Messenger)</a:t>
          </a:r>
          <a:endParaRPr lang="en-US" sz="2400" kern="1200" dirty="0"/>
        </a:p>
      </dsp:txBody>
      <dsp:txXfrm>
        <a:off x="0" y="874957"/>
        <a:ext cx="7488936" cy="872399"/>
      </dsp:txXfrm>
    </dsp:sp>
    <dsp:sp modelId="{EB1A9ACE-0B3D-46F5-8EB4-1A54D05A74CC}">
      <dsp:nvSpPr>
        <dsp:cNvPr id="0" name=""/>
        <dsp:cNvSpPr/>
      </dsp:nvSpPr>
      <dsp:spPr>
        <a:xfrm>
          <a:off x="0" y="1747356"/>
          <a:ext cx="7488936" cy="0"/>
        </a:xfrm>
        <a:prstGeom prst="line">
          <a:avLst/>
        </a:prstGeom>
        <a:solidFill>
          <a:schemeClr val="accent2">
            <a:hueOff val="-4147603"/>
            <a:satOff val="-8163"/>
            <a:lumOff val="5098"/>
            <a:alphaOff val="0"/>
          </a:schemeClr>
        </a:solidFill>
        <a:ln w="19050" cap="flat" cmpd="sng" algn="ctr">
          <a:solidFill>
            <a:schemeClr val="accent2">
              <a:hueOff val="-4147603"/>
              <a:satOff val="-8163"/>
              <a:lumOff val="509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0BDCD3-FE8A-4265-AB1E-1F04FB78AFF5}">
      <dsp:nvSpPr>
        <dsp:cNvPr id="0" name=""/>
        <dsp:cNvSpPr/>
      </dsp:nvSpPr>
      <dsp:spPr>
        <a:xfrm>
          <a:off x="0" y="1747356"/>
          <a:ext cx="7488936" cy="8723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0" kern="1200" baseline="0" dirty="0"/>
            <a:t>File transfer programs: </a:t>
          </a:r>
          <a:r>
            <a:rPr lang="en-US" sz="2400" b="0" i="0" kern="1200" baseline="0" dirty="0"/>
            <a:t>upload/download files (to web servers, wikis)</a:t>
          </a:r>
          <a:endParaRPr lang="en-US" sz="2400" kern="1200" dirty="0"/>
        </a:p>
      </dsp:txBody>
      <dsp:txXfrm>
        <a:off x="0" y="1747356"/>
        <a:ext cx="7488936" cy="872399"/>
      </dsp:txXfrm>
    </dsp:sp>
    <dsp:sp modelId="{5C853917-3DF9-4F82-B123-0E6C0AAEE81C}">
      <dsp:nvSpPr>
        <dsp:cNvPr id="0" name=""/>
        <dsp:cNvSpPr/>
      </dsp:nvSpPr>
      <dsp:spPr>
        <a:xfrm>
          <a:off x="0" y="2619756"/>
          <a:ext cx="7488936" cy="0"/>
        </a:xfrm>
        <a:prstGeom prst="line">
          <a:avLst/>
        </a:prstGeom>
        <a:solidFill>
          <a:schemeClr val="accent2">
            <a:hueOff val="-6221405"/>
            <a:satOff val="-12245"/>
            <a:lumOff val="7647"/>
            <a:alphaOff val="0"/>
          </a:schemeClr>
        </a:solidFill>
        <a:ln w="19050" cap="flat" cmpd="sng" algn="ctr">
          <a:solidFill>
            <a:schemeClr val="accent2">
              <a:hueOff val="-6221405"/>
              <a:satOff val="-12245"/>
              <a:lumOff val="764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E5434C-1743-4E87-8E98-2E935A31E46A}">
      <dsp:nvSpPr>
        <dsp:cNvPr id="0" name=""/>
        <dsp:cNvSpPr/>
      </dsp:nvSpPr>
      <dsp:spPr>
        <a:xfrm>
          <a:off x="0" y="2619756"/>
          <a:ext cx="7488936" cy="8723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0" kern="1200" baseline="0" dirty="0"/>
            <a:t>VoIP software: </a:t>
          </a:r>
          <a:r>
            <a:rPr lang="en-US" sz="2400" b="0" i="0" kern="1200" baseline="0" dirty="0"/>
            <a:t>internet phone calls (e.g., Skype)</a:t>
          </a:r>
          <a:endParaRPr lang="en-US" sz="2400" kern="1200" dirty="0"/>
        </a:p>
      </dsp:txBody>
      <dsp:txXfrm>
        <a:off x="0" y="2619756"/>
        <a:ext cx="7488936" cy="872399"/>
      </dsp:txXfrm>
    </dsp:sp>
    <dsp:sp modelId="{11DF3D33-1322-4116-AA6D-C8E95799B0F3}">
      <dsp:nvSpPr>
        <dsp:cNvPr id="0" name=""/>
        <dsp:cNvSpPr/>
      </dsp:nvSpPr>
      <dsp:spPr>
        <a:xfrm>
          <a:off x="0" y="3492155"/>
          <a:ext cx="7488936" cy="0"/>
        </a:xfrm>
        <a:prstGeom prst="line">
          <a:avLst/>
        </a:prstGeom>
        <a:solidFill>
          <a:schemeClr val="accent2">
            <a:hueOff val="-8295206"/>
            <a:satOff val="-16326"/>
            <a:lumOff val="10196"/>
            <a:alphaOff val="0"/>
          </a:schemeClr>
        </a:solidFill>
        <a:ln w="19050" cap="flat" cmpd="sng" algn="ctr">
          <a:solidFill>
            <a:schemeClr val="accent2">
              <a:hueOff val="-8295206"/>
              <a:satOff val="-16326"/>
              <a:lumOff val="1019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0AF50B-1AAA-41E5-AD75-D3F02F0AEBB3}">
      <dsp:nvSpPr>
        <dsp:cNvPr id="0" name=""/>
        <dsp:cNvSpPr/>
      </dsp:nvSpPr>
      <dsp:spPr>
        <a:xfrm>
          <a:off x="0" y="3492155"/>
          <a:ext cx="7488936" cy="8723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0" kern="1200" baseline="0" dirty="0"/>
            <a:t>Videoconferencing: </a:t>
          </a:r>
          <a:r>
            <a:rPr lang="en-US" sz="2400" b="0" i="0" kern="1200" baseline="0" dirty="0"/>
            <a:t>video/audio calls, chat, multi-user document editing (Zoom, MS Teams)</a:t>
          </a:r>
          <a:endParaRPr lang="en-US" sz="2400" kern="1200" dirty="0"/>
        </a:p>
      </dsp:txBody>
      <dsp:txXfrm>
        <a:off x="0" y="3492155"/>
        <a:ext cx="7488936" cy="872399"/>
      </dsp:txXfrm>
    </dsp:sp>
    <dsp:sp modelId="{6B2F2BD7-FABE-4087-82B5-A8269075D9EC}">
      <dsp:nvSpPr>
        <dsp:cNvPr id="0" name=""/>
        <dsp:cNvSpPr/>
      </dsp:nvSpPr>
      <dsp:spPr>
        <a:xfrm>
          <a:off x="0" y="4364554"/>
          <a:ext cx="7488936" cy="0"/>
        </a:xfrm>
        <a:prstGeom prst="line">
          <a:avLst/>
        </a:prstGeom>
        <a:solidFill>
          <a:schemeClr val="accent2">
            <a:hueOff val="-10369007"/>
            <a:satOff val="-20408"/>
            <a:lumOff val="12745"/>
            <a:alphaOff val="0"/>
          </a:schemeClr>
        </a:solidFill>
        <a:ln w="19050" cap="flat" cmpd="sng" algn="ctr">
          <a:solidFill>
            <a:schemeClr val="accent2">
              <a:hueOff val="-10369007"/>
              <a:satOff val="-20408"/>
              <a:lumOff val="1274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4A591B-9D19-4BF5-A548-C0370F55EDE2}">
      <dsp:nvSpPr>
        <dsp:cNvPr id="0" name=""/>
        <dsp:cNvSpPr/>
      </dsp:nvSpPr>
      <dsp:spPr>
        <a:xfrm>
          <a:off x="0" y="4364554"/>
          <a:ext cx="7488936" cy="8723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0" kern="1200" baseline="0" dirty="0"/>
            <a:t>Example: </a:t>
          </a:r>
          <a:r>
            <a:rPr lang="en-US" sz="2400" b="0" i="0" kern="1200" baseline="0" dirty="0"/>
            <a:t>Emergency Mobile Alert system – sends alerts via mobile towers</a:t>
          </a:r>
          <a:endParaRPr lang="en-US" sz="2400" kern="1200" dirty="0"/>
        </a:p>
      </dsp:txBody>
      <dsp:txXfrm>
        <a:off x="0" y="4364554"/>
        <a:ext cx="7488936" cy="87239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A4BE60-463C-4373-8501-B1B207D66A68}">
      <dsp:nvSpPr>
        <dsp:cNvPr id="0" name=""/>
        <dsp:cNvSpPr/>
      </dsp:nvSpPr>
      <dsp:spPr>
        <a:xfrm>
          <a:off x="273437" y="643792"/>
          <a:ext cx="919648" cy="919648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DFE160-D4A2-4104-BCC6-60FC748338FB}">
      <dsp:nvSpPr>
        <dsp:cNvPr id="0" name=""/>
        <dsp:cNvSpPr/>
      </dsp:nvSpPr>
      <dsp:spPr>
        <a:xfrm>
          <a:off x="466563" y="836918"/>
          <a:ext cx="533396" cy="53339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B55909-72EB-4A9B-83F7-3EE9A1D168E0}">
      <dsp:nvSpPr>
        <dsp:cNvPr id="0" name=""/>
        <dsp:cNvSpPr/>
      </dsp:nvSpPr>
      <dsp:spPr>
        <a:xfrm>
          <a:off x="1390153" y="643792"/>
          <a:ext cx="2167743" cy="919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/>
            <a:t>Word processing and email essential for modern business</a:t>
          </a:r>
          <a:endParaRPr lang="en-US" sz="1500" kern="1200"/>
        </a:p>
      </dsp:txBody>
      <dsp:txXfrm>
        <a:off x="1390153" y="643792"/>
        <a:ext cx="2167743" cy="919648"/>
      </dsp:txXfrm>
    </dsp:sp>
    <dsp:sp modelId="{1BA7F05F-FF65-4266-8EA0-C01CFC755E42}">
      <dsp:nvSpPr>
        <dsp:cNvPr id="0" name=""/>
        <dsp:cNvSpPr/>
      </dsp:nvSpPr>
      <dsp:spPr>
        <a:xfrm>
          <a:off x="3935610" y="643792"/>
          <a:ext cx="919648" cy="919648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79C53F-3907-425D-A96E-F696D13177F7}">
      <dsp:nvSpPr>
        <dsp:cNvPr id="0" name=""/>
        <dsp:cNvSpPr/>
      </dsp:nvSpPr>
      <dsp:spPr>
        <a:xfrm>
          <a:off x="4128736" y="836918"/>
          <a:ext cx="533396" cy="53339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D1E554-A4F2-4733-8671-DC9FA15C3E01}">
      <dsp:nvSpPr>
        <dsp:cNvPr id="0" name=""/>
        <dsp:cNvSpPr/>
      </dsp:nvSpPr>
      <dsp:spPr>
        <a:xfrm>
          <a:off x="5052326" y="643792"/>
          <a:ext cx="2167743" cy="919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/>
            <a:t>Intranets/knowledge management: share info across teams</a:t>
          </a:r>
          <a:endParaRPr lang="en-US" sz="1500" kern="1200"/>
        </a:p>
      </dsp:txBody>
      <dsp:txXfrm>
        <a:off x="5052326" y="643792"/>
        <a:ext cx="2167743" cy="919648"/>
      </dsp:txXfrm>
    </dsp:sp>
    <dsp:sp modelId="{E48B7423-63C8-4CDE-AE5E-EE12755D9E12}">
      <dsp:nvSpPr>
        <dsp:cNvPr id="0" name=""/>
        <dsp:cNvSpPr/>
      </dsp:nvSpPr>
      <dsp:spPr>
        <a:xfrm>
          <a:off x="7597782" y="643792"/>
          <a:ext cx="919648" cy="919648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100669A-5C7C-4475-92E3-2C1E4A919006}">
      <dsp:nvSpPr>
        <dsp:cNvPr id="0" name=""/>
        <dsp:cNvSpPr/>
      </dsp:nvSpPr>
      <dsp:spPr>
        <a:xfrm>
          <a:off x="7790909" y="836918"/>
          <a:ext cx="533396" cy="53339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DBF1C2-3C31-4795-A1FF-5F6B00027763}">
      <dsp:nvSpPr>
        <dsp:cNvPr id="0" name=""/>
        <dsp:cNvSpPr/>
      </dsp:nvSpPr>
      <dsp:spPr>
        <a:xfrm>
          <a:off x="8714499" y="643792"/>
          <a:ext cx="2167743" cy="919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/>
            <a:t>Project management: schedule tasks and resources</a:t>
          </a:r>
          <a:endParaRPr lang="en-US" sz="1500" kern="1200"/>
        </a:p>
      </dsp:txBody>
      <dsp:txXfrm>
        <a:off x="8714499" y="643792"/>
        <a:ext cx="2167743" cy="919648"/>
      </dsp:txXfrm>
    </dsp:sp>
    <dsp:sp modelId="{6EFEC96F-1ACC-42BB-920E-F3A3AFA1CCE8}">
      <dsp:nvSpPr>
        <dsp:cNvPr id="0" name=""/>
        <dsp:cNvSpPr/>
      </dsp:nvSpPr>
      <dsp:spPr>
        <a:xfrm>
          <a:off x="273437" y="2203886"/>
          <a:ext cx="919648" cy="919648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ED58C8-9218-439F-85E9-E681CA7BEBAD}">
      <dsp:nvSpPr>
        <dsp:cNvPr id="0" name=""/>
        <dsp:cNvSpPr/>
      </dsp:nvSpPr>
      <dsp:spPr>
        <a:xfrm>
          <a:off x="466563" y="2397013"/>
          <a:ext cx="533396" cy="53339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370AF8-450F-4481-8DA8-08026C7F6278}">
      <dsp:nvSpPr>
        <dsp:cNvPr id="0" name=""/>
        <dsp:cNvSpPr/>
      </dsp:nvSpPr>
      <dsp:spPr>
        <a:xfrm>
          <a:off x="1390153" y="2203886"/>
          <a:ext cx="2167743" cy="919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/>
            <a:t>Resource planning: manage staff, finances, and operations</a:t>
          </a:r>
          <a:endParaRPr lang="en-US" sz="1500" kern="1200"/>
        </a:p>
      </dsp:txBody>
      <dsp:txXfrm>
        <a:off x="1390153" y="2203886"/>
        <a:ext cx="2167743" cy="919648"/>
      </dsp:txXfrm>
    </dsp:sp>
    <dsp:sp modelId="{A446E837-8127-4670-9C2C-BDF88746D1E5}">
      <dsp:nvSpPr>
        <dsp:cNvPr id="0" name=""/>
        <dsp:cNvSpPr/>
      </dsp:nvSpPr>
      <dsp:spPr>
        <a:xfrm>
          <a:off x="3935610" y="2203886"/>
          <a:ext cx="919648" cy="919648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EDCD8D2-A17E-449C-B12B-23907F820238}">
      <dsp:nvSpPr>
        <dsp:cNvPr id="0" name=""/>
        <dsp:cNvSpPr/>
      </dsp:nvSpPr>
      <dsp:spPr>
        <a:xfrm>
          <a:off x="4128736" y="2397013"/>
          <a:ext cx="533396" cy="53339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0C8B3F-1DE6-48CC-B754-B4BA877CCCC1}">
      <dsp:nvSpPr>
        <dsp:cNvPr id="0" name=""/>
        <dsp:cNvSpPr/>
      </dsp:nvSpPr>
      <dsp:spPr>
        <a:xfrm>
          <a:off x="5052326" y="2203886"/>
          <a:ext cx="2167743" cy="919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/>
            <a:t>Data analysis tools: spreadsheets to specialised analytical software</a:t>
          </a:r>
          <a:endParaRPr lang="en-US" sz="1500" kern="1200"/>
        </a:p>
      </dsp:txBody>
      <dsp:txXfrm>
        <a:off x="5052326" y="2203886"/>
        <a:ext cx="2167743" cy="919648"/>
      </dsp:txXfrm>
    </dsp:sp>
    <dsp:sp modelId="{F9D0F33F-3009-4E40-88EB-764D5A3FFE78}">
      <dsp:nvSpPr>
        <dsp:cNvPr id="0" name=""/>
        <dsp:cNvSpPr/>
      </dsp:nvSpPr>
      <dsp:spPr>
        <a:xfrm>
          <a:off x="7597782" y="2203886"/>
          <a:ext cx="919648" cy="919648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AE78E5-4AFB-4A2B-A4A9-859B1FDFD152}">
      <dsp:nvSpPr>
        <dsp:cNvPr id="0" name=""/>
        <dsp:cNvSpPr/>
      </dsp:nvSpPr>
      <dsp:spPr>
        <a:xfrm>
          <a:off x="7790909" y="2397013"/>
          <a:ext cx="533396" cy="533396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FE56CB-8764-4C23-8162-3B485AF9E74A}">
      <dsp:nvSpPr>
        <dsp:cNvPr id="0" name=""/>
        <dsp:cNvSpPr/>
      </dsp:nvSpPr>
      <dsp:spPr>
        <a:xfrm>
          <a:off x="8714499" y="2203886"/>
          <a:ext cx="2167743" cy="919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/>
            <a:t>Supports decision-making and efficiency in large organisations</a:t>
          </a:r>
          <a:endParaRPr lang="en-US" sz="1500" kern="1200"/>
        </a:p>
      </dsp:txBody>
      <dsp:txXfrm>
        <a:off x="8714499" y="2203886"/>
        <a:ext cx="2167743" cy="91964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9FC5CF3-1749-4E5C-B796-FEE32E219E79}">
      <dsp:nvSpPr>
        <dsp:cNvPr id="0" name=""/>
        <dsp:cNvSpPr/>
      </dsp:nvSpPr>
      <dsp:spPr>
        <a:xfrm>
          <a:off x="0" y="2227"/>
          <a:ext cx="6153912" cy="112906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97288B-5998-413E-9674-B597AEDD8874}">
      <dsp:nvSpPr>
        <dsp:cNvPr id="0" name=""/>
        <dsp:cNvSpPr/>
      </dsp:nvSpPr>
      <dsp:spPr>
        <a:xfrm>
          <a:off x="341543" y="256268"/>
          <a:ext cx="620987" cy="6209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0EC904-54AB-4280-A210-EE6BC88D87FA}">
      <dsp:nvSpPr>
        <dsp:cNvPr id="0" name=""/>
        <dsp:cNvSpPr/>
      </dsp:nvSpPr>
      <dsp:spPr>
        <a:xfrm>
          <a:off x="1304073" y="2227"/>
          <a:ext cx="4849838" cy="11290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9493" tIns="119493" rIns="119493" bIns="11949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Standard software installed for all students</a:t>
          </a:r>
          <a:endParaRPr lang="en-US" sz="2200" kern="1200"/>
        </a:p>
      </dsp:txBody>
      <dsp:txXfrm>
        <a:off x="1304073" y="2227"/>
        <a:ext cx="4849838" cy="1129067"/>
      </dsp:txXfrm>
    </dsp:sp>
    <dsp:sp modelId="{144FC9FD-C033-4EC3-983B-0E1E01DFBF25}">
      <dsp:nvSpPr>
        <dsp:cNvPr id="0" name=""/>
        <dsp:cNvSpPr/>
      </dsp:nvSpPr>
      <dsp:spPr>
        <a:xfrm>
          <a:off x="0" y="1413562"/>
          <a:ext cx="6153912" cy="112906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24E9C5-2C04-4328-A921-663F39996ADE}">
      <dsp:nvSpPr>
        <dsp:cNvPr id="0" name=""/>
        <dsp:cNvSpPr/>
      </dsp:nvSpPr>
      <dsp:spPr>
        <a:xfrm>
          <a:off x="341543" y="1667602"/>
          <a:ext cx="620987" cy="6209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DB88E8-5CDD-46B3-96D9-AF314B9CB6F4}">
      <dsp:nvSpPr>
        <dsp:cNvPr id="0" name=""/>
        <dsp:cNvSpPr/>
      </dsp:nvSpPr>
      <dsp:spPr>
        <a:xfrm>
          <a:off x="1304073" y="1413562"/>
          <a:ext cx="4849838" cy="11290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9493" tIns="119493" rIns="119493" bIns="11949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Elective computing students use advanced and creative tools</a:t>
          </a:r>
          <a:endParaRPr lang="en-US" sz="2200" kern="1200"/>
        </a:p>
      </dsp:txBody>
      <dsp:txXfrm>
        <a:off x="1304073" y="1413562"/>
        <a:ext cx="4849838" cy="1129067"/>
      </dsp:txXfrm>
    </dsp:sp>
    <dsp:sp modelId="{25D5D8FD-8D99-45D6-9BAA-51EF544CE0E0}">
      <dsp:nvSpPr>
        <dsp:cNvPr id="0" name=""/>
        <dsp:cNvSpPr/>
      </dsp:nvSpPr>
      <dsp:spPr>
        <a:xfrm>
          <a:off x="0" y="2824897"/>
          <a:ext cx="6153912" cy="112906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79F0B6-D639-4E9D-BCE8-4A3D010F28D5}">
      <dsp:nvSpPr>
        <dsp:cNvPr id="0" name=""/>
        <dsp:cNvSpPr/>
      </dsp:nvSpPr>
      <dsp:spPr>
        <a:xfrm>
          <a:off x="341543" y="3078937"/>
          <a:ext cx="620987" cy="6209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26DD21-781B-4699-8C82-93C743C62A12}">
      <dsp:nvSpPr>
        <dsp:cNvPr id="0" name=""/>
        <dsp:cNvSpPr/>
      </dsp:nvSpPr>
      <dsp:spPr>
        <a:xfrm>
          <a:off x="1304073" y="2824897"/>
          <a:ext cx="4849838" cy="11290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9493" tIns="119493" rIns="119493" bIns="11949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Administrative software: reporting, databases, submissions to authorities</a:t>
          </a:r>
          <a:endParaRPr lang="en-US" sz="2200" kern="1200"/>
        </a:p>
      </dsp:txBody>
      <dsp:txXfrm>
        <a:off x="1304073" y="2824897"/>
        <a:ext cx="4849838" cy="1129067"/>
      </dsp:txXfrm>
    </dsp:sp>
    <dsp:sp modelId="{EB8B5832-0417-4785-A55B-2B4567D09A4A}">
      <dsp:nvSpPr>
        <dsp:cNvPr id="0" name=""/>
        <dsp:cNvSpPr/>
      </dsp:nvSpPr>
      <dsp:spPr>
        <a:xfrm>
          <a:off x="0" y="4236232"/>
          <a:ext cx="6153912" cy="112906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EAF6515-9688-4F76-AE74-C29DA37536A2}">
      <dsp:nvSpPr>
        <dsp:cNvPr id="0" name=""/>
        <dsp:cNvSpPr/>
      </dsp:nvSpPr>
      <dsp:spPr>
        <a:xfrm>
          <a:off x="341543" y="4490272"/>
          <a:ext cx="620987" cy="62098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E604F0-5E8B-4EBC-84EF-DAB7907C78C4}">
      <dsp:nvSpPr>
        <dsp:cNvPr id="0" name=""/>
        <dsp:cNvSpPr/>
      </dsp:nvSpPr>
      <dsp:spPr>
        <a:xfrm>
          <a:off x="1304073" y="4236232"/>
          <a:ext cx="4849838" cy="11290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9493" tIns="119493" rIns="119493" bIns="11949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Database-driven systems for student records and reporting</a:t>
          </a:r>
          <a:endParaRPr lang="en-US" sz="2200" kern="1200"/>
        </a:p>
      </dsp:txBody>
      <dsp:txXfrm>
        <a:off x="1304073" y="4236232"/>
        <a:ext cx="4849838" cy="1129067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250DBE-9499-4299-97C4-2B138DE12B41}">
      <dsp:nvSpPr>
        <dsp:cNvPr id="0" name=""/>
        <dsp:cNvSpPr/>
      </dsp:nvSpPr>
      <dsp:spPr>
        <a:xfrm>
          <a:off x="0" y="2174"/>
          <a:ext cx="7488936" cy="110213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A1CCD67-9081-460F-A2E9-D5ADED4805BB}">
      <dsp:nvSpPr>
        <dsp:cNvPr id="0" name=""/>
        <dsp:cNvSpPr/>
      </dsp:nvSpPr>
      <dsp:spPr>
        <a:xfrm>
          <a:off x="333397" y="250155"/>
          <a:ext cx="606176" cy="60617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20E2CB-3819-4B51-B89C-A3C3DBEDFA27}">
      <dsp:nvSpPr>
        <dsp:cNvPr id="0" name=""/>
        <dsp:cNvSpPr/>
      </dsp:nvSpPr>
      <dsp:spPr>
        <a:xfrm>
          <a:off x="1272971" y="2174"/>
          <a:ext cx="6215964" cy="11021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643" tIns="116643" rIns="116643" bIns="11664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 dirty="0" err="1"/>
            <a:t>Specialised</a:t>
          </a:r>
          <a:r>
            <a:rPr lang="en-US" sz="2200" b="0" i="0" kern="1200" baseline="0" dirty="0"/>
            <a:t> software for data analysis and new knowledge discovery</a:t>
          </a:r>
          <a:endParaRPr lang="en-US" sz="2200" kern="1200" dirty="0"/>
        </a:p>
      </dsp:txBody>
      <dsp:txXfrm>
        <a:off x="1272971" y="2174"/>
        <a:ext cx="6215964" cy="1102139"/>
      </dsp:txXfrm>
    </dsp:sp>
    <dsp:sp modelId="{A65E0698-A8D7-4DFC-93B9-998B642363C3}">
      <dsp:nvSpPr>
        <dsp:cNvPr id="0" name=""/>
        <dsp:cNvSpPr/>
      </dsp:nvSpPr>
      <dsp:spPr>
        <a:xfrm>
          <a:off x="0" y="1379849"/>
          <a:ext cx="7488936" cy="110213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2A40FF-3E9E-4DA0-B7DB-F5B24B9B8BA9}">
      <dsp:nvSpPr>
        <dsp:cNvPr id="0" name=""/>
        <dsp:cNvSpPr/>
      </dsp:nvSpPr>
      <dsp:spPr>
        <a:xfrm>
          <a:off x="333397" y="1627830"/>
          <a:ext cx="606176" cy="60617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A38030-ABC9-45A2-BBB6-1F39895E971C}">
      <dsp:nvSpPr>
        <dsp:cNvPr id="0" name=""/>
        <dsp:cNvSpPr/>
      </dsp:nvSpPr>
      <dsp:spPr>
        <a:xfrm>
          <a:off x="1272971" y="1379849"/>
          <a:ext cx="6215964" cy="11021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643" tIns="116643" rIns="116643" bIns="11664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Uses </a:t>
          </a:r>
          <a:r>
            <a:rPr lang="en-US" sz="2200" b="1" i="0" kern="1200" baseline="0"/>
            <a:t>AI and expert systems</a:t>
          </a:r>
          <a:r>
            <a:rPr lang="en-US" sz="2200" b="0" i="0" kern="1200" baseline="0"/>
            <a:t> to support decisions</a:t>
          </a:r>
          <a:endParaRPr lang="en-US" sz="2200" kern="1200"/>
        </a:p>
      </dsp:txBody>
      <dsp:txXfrm>
        <a:off x="1272971" y="1379849"/>
        <a:ext cx="6215964" cy="1102139"/>
      </dsp:txXfrm>
    </dsp:sp>
    <dsp:sp modelId="{6CC2DDB3-9275-48DF-AB13-94A9EA68CE30}">
      <dsp:nvSpPr>
        <dsp:cNvPr id="0" name=""/>
        <dsp:cNvSpPr/>
      </dsp:nvSpPr>
      <dsp:spPr>
        <a:xfrm>
          <a:off x="0" y="2757523"/>
          <a:ext cx="7488936" cy="110213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1923AD-C090-4B3C-AB77-21566C2E9A1B}">
      <dsp:nvSpPr>
        <dsp:cNvPr id="0" name=""/>
        <dsp:cNvSpPr/>
      </dsp:nvSpPr>
      <dsp:spPr>
        <a:xfrm>
          <a:off x="333397" y="3005504"/>
          <a:ext cx="606176" cy="60617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8EBD23-64CC-4F1E-95AC-D452CE947490}">
      <dsp:nvSpPr>
        <dsp:cNvPr id="0" name=""/>
        <dsp:cNvSpPr/>
      </dsp:nvSpPr>
      <dsp:spPr>
        <a:xfrm>
          <a:off x="1272971" y="2757523"/>
          <a:ext cx="6215964" cy="11021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643" tIns="116643" rIns="116643" bIns="11664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Current applications: fingerprint matching, cancer diagnosis</a:t>
          </a:r>
          <a:endParaRPr lang="en-US" sz="2200" kern="1200"/>
        </a:p>
      </dsp:txBody>
      <dsp:txXfrm>
        <a:off x="1272971" y="2757523"/>
        <a:ext cx="6215964" cy="1102139"/>
      </dsp:txXfrm>
    </dsp:sp>
    <dsp:sp modelId="{5D2D5DB4-8DD9-4E9D-B322-B3E270153021}">
      <dsp:nvSpPr>
        <dsp:cNvPr id="0" name=""/>
        <dsp:cNvSpPr/>
      </dsp:nvSpPr>
      <dsp:spPr>
        <a:xfrm>
          <a:off x="0" y="4135197"/>
          <a:ext cx="7488936" cy="110213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718EF57-9A59-4F7A-9E11-7736CF529684}">
      <dsp:nvSpPr>
        <dsp:cNvPr id="0" name=""/>
        <dsp:cNvSpPr/>
      </dsp:nvSpPr>
      <dsp:spPr>
        <a:xfrm>
          <a:off x="333397" y="4383179"/>
          <a:ext cx="606176" cy="60617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68E98D-3C75-461D-887C-A7191E38CBA1}">
      <dsp:nvSpPr>
        <dsp:cNvPr id="0" name=""/>
        <dsp:cNvSpPr/>
      </dsp:nvSpPr>
      <dsp:spPr>
        <a:xfrm>
          <a:off x="1272971" y="4135197"/>
          <a:ext cx="6215964" cy="11021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643" tIns="116643" rIns="116643" bIns="11664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Supports complex computations and pattern recognition</a:t>
          </a:r>
          <a:endParaRPr lang="en-US" sz="2200" kern="1200"/>
        </a:p>
      </dsp:txBody>
      <dsp:txXfrm>
        <a:off x="1272971" y="4135197"/>
        <a:ext cx="6215964" cy="1102139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10EAB8-71AF-4486-89B9-C4B77387C8F1}">
      <dsp:nvSpPr>
        <dsp:cNvPr id="0" name=""/>
        <dsp:cNvSpPr/>
      </dsp:nvSpPr>
      <dsp:spPr>
        <a:xfrm>
          <a:off x="0" y="2231"/>
          <a:ext cx="6620255" cy="113099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AC3D71D-F811-4298-9A1C-0FCFCDEBD17C}">
      <dsp:nvSpPr>
        <dsp:cNvPr id="0" name=""/>
        <dsp:cNvSpPr/>
      </dsp:nvSpPr>
      <dsp:spPr>
        <a:xfrm>
          <a:off x="342124" y="256704"/>
          <a:ext cx="622045" cy="62204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4128C3-244A-45C7-BA97-68830549B8DF}">
      <dsp:nvSpPr>
        <dsp:cNvPr id="0" name=""/>
        <dsp:cNvSpPr/>
      </dsp:nvSpPr>
      <dsp:spPr>
        <a:xfrm>
          <a:off x="1306295" y="2231"/>
          <a:ext cx="5313960" cy="11309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9697" tIns="119697" rIns="119697" bIns="119697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baseline="0"/>
            <a:t>Mobile apps (“apps”) for smartphones and tablets</a:t>
          </a:r>
          <a:endParaRPr lang="en-US" sz="2100" kern="1200"/>
        </a:p>
      </dsp:txBody>
      <dsp:txXfrm>
        <a:off x="1306295" y="2231"/>
        <a:ext cx="5313960" cy="1130991"/>
      </dsp:txXfrm>
    </dsp:sp>
    <dsp:sp modelId="{20EAD264-CFFB-4115-A137-3A78284CB5B9}">
      <dsp:nvSpPr>
        <dsp:cNvPr id="0" name=""/>
        <dsp:cNvSpPr/>
      </dsp:nvSpPr>
      <dsp:spPr>
        <a:xfrm>
          <a:off x="0" y="1415970"/>
          <a:ext cx="6620255" cy="113099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6CCB157-482F-4C88-AA16-CBC26C905F04}">
      <dsp:nvSpPr>
        <dsp:cNvPr id="0" name=""/>
        <dsp:cNvSpPr/>
      </dsp:nvSpPr>
      <dsp:spPr>
        <a:xfrm>
          <a:off x="342124" y="1670443"/>
          <a:ext cx="622045" cy="62204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330606-A42E-4FEA-8098-E831AFEC1970}">
      <dsp:nvSpPr>
        <dsp:cNvPr id="0" name=""/>
        <dsp:cNvSpPr/>
      </dsp:nvSpPr>
      <dsp:spPr>
        <a:xfrm>
          <a:off x="1306295" y="1415970"/>
          <a:ext cx="5313960" cy="11309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9697" tIns="119697" rIns="119697" bIns="119697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baseline="0" dirty="0"/>
            <a:t>Games, productivity tools, educational software</a:t>
          </a:r>
          <a:endParaRPr lang="en-US" sz="2100" kern="1200" dirty="0"/>
        </a:p>
      </dsp:txBody>
      <dsp:txXfrm>
        <a:off x="1306295" y="1415970"/>
        <a:ext cx="5313960" cy="1130991"/>
      </dsp:txXfrm>
    </dsp:sp>
    <dsp:sp modelId="{65EE291C-FF2E-4488-8A9B-B2B65161AB14}">
      <dsp:nvSpPr>
        <dsp:cNvPr id="0" name=""/>
        <dsp:cNvSpPr/>
      </dsp:nvSpPr>
      <dsp:spPr>
        <a:xfrm>
          <a:off x="0" y="2829709"/>
          <a:ext cx="6620255" cy="113099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C575C1-9FA7-4B2A-A93D-BB7BA65B3212}">
      <dsp:nvSpPr>
        <dsp:cNvPr id="0" name=""/>
        <dsp:cNvSpPr/>
      </dsp:nvSpPr>
      <dsp:spPr>
        <a:xfrm>
          <a:off x="342124" y="3084182"/>
          <a:ext cx="622045" cy="62204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BCE889-AD95-4601-ABC3-E36CFC081EAF}">
      <dsp:nvSpPr>
        <dsp:cNvPr id="0" name=""/>
        <dsp:cNvSpPr/>
      </dsp:nvSpPr>
      <dsp:spPr>
        <a:xfrm>
          <a:off x="1306295" y="2829709"/>
          <a:ext cx="5313960" cy="11309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9697" tIns="119697" rIns="119697" bIns="119697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baseline="0"/>
            <a:t>User-friendly software enables anyone to create apps without advanced programming</a:t>
          </a:r>
          <a:endParaRPr lang="en-US" sz="2100" kern="1200"/>
        </a:p>
      </dsp:txBody>
      <dsp:txXfrm>
        <a:off x="1306295" y="2829709"/>
        <a:ext cx="5313960" cy="1130991"/>
      </dsp:txXfrm>
    </dsp:sp>
    <dsp:sp modelId="{287CFE74-9DF4-4FA3-B67A-C6C3182CAE0B}">
      <dsp:nvSpPr>
        <dsp:cNvPr id="0" name=""/>
        <dsp:cNvSpPr/>
      </dsp:nvSpPr>
      <dsp:spPr>
        <a:xfrm>
          <a:off x="0" y="4243449"/>
          <a:ext cx="6620255" cy="113099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A0E68F-6034-43F4-A07F-E51BA79B5107}">
      <dsp:nvSpPr>
        <dsp:cNvPr id="0" name=""/>
        <dsp:cNvSpPr/>
      </dsp:nvSpPr>
      <dsp:spPr>
        <a:xfrm>
          <a:off x="342124" y="4497922"/>
          <a:ext cx="622045" cy="62204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4CEA0C-BD2E-414F-9D68-89943409ED2E}">
      <dsp:nvSpPr>
        <dsp:cNvPr id="0" name=""/>
        <dsp:cNvSpPr/>
      </dsp:nvSpPr>
      <dsp:spPr>
        <a:xfrm>
          <a:off x="1306295" y="4243449"/>
          <a:ext cx="5313960" cy="11309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9697" tIns="119697" rIns="119697" bIns="119697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baseline="0"/>
            <a:t>Apps allow portability, instant updates, and easy distribution</a:t>
          </a:r>
          <a:endParaRPr lang="en-US" sz="2100" kern="1200"/>
        </a:p>
      </dsp:txBody>
      <dsp:txXfrm>
        <a:off x="1306295" y="4243449"/>
        <a:ext cx="5313960" cy="1130991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4625AF-8E36-419A-9499-6EB116E8CFA2}">
      <dsp:nvSpPr>
        <dsp:cNvPr id="0" name=""/>
        <dsp:cNvSpPr/>
      </dsp:nvSpPr>
      <dsp:spPr>
        <a:xfrm>
          <a:off x="0" y="4193"/>
          <a:ext cx="6153912" cy="89319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 w="28575">
          <a:solidFill>
            <a:srgbClr val="FF0000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FD4428-E7E3-4558-8BDC-F22E77F2BCB4}">
      <dsp:nvSpPr>
        <dsp:cNvPr id="0" name=""/>
        <dsp:cNvSpPr/>
      </dsp:nvSpPr>
      <dsp:spPr>
        <a:xfrm>
          <a:off x="270190" y="205161"/>
          <a:ext cx="491254" cy="49125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C671DA-9CBC-4E99-8AB1-747AB66E0F95}">
      <dsp:nvSpPr>
        <dsp:cNvPr id="0" name=""/>
        <dsp:cNvSpPr/>
      </dsp:nvSpPr>
      <dsp:spPr>
        <a:xfrm>
          <a:off x="1031634" y="4193"/>
          <a:ext cx="5122277" cy="8931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4529" tIns="94529" rIns="94529" bIns="94529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0" i="0" kern="1200" dirty="0"/>
            <a:t>A collection of software that manages a computer's hardware and applications by allocating resources, including memory, CPU, input/output devices and file storage</a:t>
          </a:r>
          <a:endParaRPr lang="en-US" sz="1400" kern="1200" dirty="0"/>
        </a:p>
      </dsp:txBody>
      <dsp:txXfrm>
        <a:off x="1031634" y="4193"/>
        <a:ext cx="5122277" cy="893190"/>
      </dsp:txXfrm>
    </dsp:sp>
    <dsp:sp modelId="{AB7D7C4E-E584-47B2-BB8E-AF6F4A963B80}">
      <dsp:nvSpPr>
        <dsp:cNvPr id="0" name=""/>
        <dsp:cNvSpPr/>
      </dsp:nvSpPr>
      <dsp:spPr>
        <a:xfrm>
          <a:off x="0" y="1120681"/>
          <a:ext cx="6153912" cy="89319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9B6D9B3-3FFC-4544-A683-7E70F40297C6}">
      <dsp:nvSpPr>
        <dsp:cNvPr id="0" name=""/>
        <dsp:cNvSpPr/>
      </dsp:nvSpPr>
      <dsp:spPr>
        <a:xfrm>
          <a:off x="270190" y="1321648"/>
          <a:ext cx="491254" cy="49125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7934FD-95B5-4840-A1BF-78A674915911}">
      <dsp:nvSpPr>
        <dsp:cNvPr id="0" name=""/>
        <dsp:cNvSpPr/>
      </dsp:nvSpPr>
      <dsp:spPr>
        <a:xfrm>
          <a:off x="1031634" y="1120681"/>
          <a:ext cx="5122277" cy="8931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4529" tIns="94529" rIns="94529" bIns="94529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baseline="0" dirty="0"/>
            <a:t>Examples: </a:t>
          </a:r>
          <a:r>
            <a:rPr lang="en-US" sz="2100" b="1" i="0" kern="1200" baseline="0" dirty="0"/>
            <a:t>Windows, macOS</a:t>
          </a:r>
          <a:endParaRPr lang="en-US" sz="2100" kern="1200" dirty="0"/>
        </a:p>
      </dsp:txBody>
      <dsp:txXfrm>
        <a:off x="1031634" y="1120681"/>
        <a:ext cx="5122277" cy="893190"/>
      </dsp:txXfrm>
    </dsp:sp>
    <dsp:sp modelId="{D6814F63-6E9A-4737-A482-5150CB4A8BF0}">
      <dsp:nvSpPr>
        <dsp:cNvPr id="0" name=""/>
        <dsp:cNvSpPr/>
      </dsp:nvSpPr>
      <dsp:spPr>
        <a:xfrm>
          <a:off x="0" y="2237168"/>
          <a:ext cx="6153912" cy="89319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15A711-9D02-4411-AFA1-58E4ACABD939}">
      <dsp:nvSpPr>
        <dsp:cNvPr id="0" name=""/>
        <dsp:cNvSpPr/>
      </dsp:nvSpPr>
      <dsp:spPr>
        <a:xfrm>
          <a:off x="270190" y="2438136"/>
          <a:ext cx="491254" cy="49125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427788-F7CB-425E-8594-A60ABD0470B7}">
      <dsp:nvSpPr>
        <dsp:cNvPr id="0" name=""/>
        <dsp:cNvSpPr/>
      </dsp:nvSpPr>
      <dsp:spPr>
        <a:xfrm>
          <a:off x="1031634" y="2237168"/>
          <a:ext cx="5122277" cy="8931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4529" tIns="94529" rIns="94529" bIns="94529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baseline="0" dirty="0"/>
            <a:t>Provides startup interface (desktop/logon screen)</a:t>
          </a:r>
          <a:endParaRPr lang="en-US" sz="2100" kern="1200" dirty="0"/>
        </a:p>
      </dsp:txBody>
      <dsp:txXfrm>
        <a:off x="1031634" y="2237168"/>
        <a:ext cx="5122277" cy="893190"/>
      </dsp:txXfrm>
    </dsp:sp>
    <dsp:sp modelId="{AFAE3EBA-946E-47B9-B89C-C497E7A896D2}">
      <dsp:nvSpPr>
        <dsp:cNvPr id="0" name=""/>
        <dsp:cNvSpPr/>
      </dsp:nvSpPr>
      <dsp:spPr>
        <a:xfrm>
          <a:off x="0" y="3353656"/>
          <a:ext cx="6153912" cy="89319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B43ED50-FBAA-4472-8ECF-1D7C2AE5F2E7}">
      <dsp:nvSpPr>
        <dsp:cNvPr id="0" name=""/>
        <dsp:cNvSpPr/>
      </dsp:nvSpPr>
      <dsp:spPr>
        <a:xfrm>
          <a:off x="270190" y="3554624"/>
          <a:ext cx="491254" cy="49125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6E684B-3DAA-4B0D-996E-1C1C8E5E41B0}">
      <dsp:nvSpPr>
        <dsp:cNvPr id="0" name=""/>
        <dsp:cNvSpPr/>
      </dsp:nvSpPr>
      <dsp:spPr>
        <a:xfrm>
          <a:off x="1031634" y="3353656"/>
          <a:ext cx="5122277" cy="8931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4529" tIns="94529" rIns="94529" bIns="94529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baseline="0"/>
            <a:t>Manages orderly shutdown of programs and hardware</a:t>
          </a:r>
          <a:endParaRPr lang="en-US" sz="2100" kern="1200"/>
        </a:p>
      </dsp:txBody>
      <dsp:txXfrm>
        <a:off x="1031634" y="3353656"/>
        <a:ext cx="5122277" cy="893190"/>
      </dsp:txXfrm>
    </dsp:sp>
    <dsp:sp modelId="{8A5B3947-D04A-43DD-B86B-7162264F0732}">
      <dsp:nvSpPr>
        <dsp:cNvPr id="0" name=""/>
        <dsp:cNvSpPr/>
      </dsp:nvSpPr>
      <dsp:spPr>
        <a:xfrm>
          <a:off x="0" y="4470144"/>
          <a:ext cx="6153912" cy="89319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3346F3-2E54-41AC-AC1F-C0DE78601038}">
      <dsp:nvSpPr>
        <dsp:cNvPr id="0" name=""/>
        <dsp:cNvSpPr/>
      </dsp:nvSpPr>
      <dsp:spPr>
        <a:xfrm>
          <a:off x="270190" y="4671112"/>
          <a:ext cx="491254" cy="491254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E883C4-3FA2-4FC3-BB7A-27FD6A904E0C}">
      <dsp:nvSpPr>
        <dsp:cNvPr id="0" name=""/>
        <dsp:cNvSpPr/>
      </dsp:nvSpPr>
      <dsp:spPr>
        <a:xfrm>
          <a:off x="1031634" y="4470144"/>
          <a:ext cx="5122277" cy="8931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4529" tIns="94529" rIns="94529" bIns="94529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baseline="0"/>
            <a:t>Essential for system stability and application compatibility</a:t>
          </a:r>
          <a:endParaRPr lang="en-US" sz="2100" kern="1200"/>
        </a:p>
      </dsp:txBody>
      <dsp:txXfrm>
        <a:off x="1031634" y="4470144"/>
        <a:ext cx="5122277" cy="893190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6EAD70-74CA-4F0A-B963-A19CF2F32FC4}">
      <dsp:nvSpPr>
        <dsp:cNvPr id="0" name=""/>
        <dsp:cNvSpPr/>
      </dsp:nvSpPr>
      <dsp:spPr>
        <a:xfrm>
          <a:off x="0" y="1739"/>
          <a:ext cx="6620255" cy="74113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9B380F-2881-431C-A684-42169A06603C}">
      <dsp:nvSpPr>
        <dsp:cNvPr id="0" name=""/>
        <dsp:cNvSpPr/>
      </dsp:nvSpPr>
      <dsp:spPr>
        <a:xfrm>
          <a:off x="224191" y="168493"/>
          <a:ext cx="407621" cy="4076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D4E3C3-5D15-4ED0-AD14-FE3E11C7A039}">
      <dsp:nvSpPr>
        <dsp:cNvPr id="0" name=""/>
        <dsp:cNvSpPr/>
      </dsp:nvSpPr>
      <dsp:spPr>
        <a:xfrm>
          <a:off x="856005" y="1739"/>
          <a:ext cx="5764250" cy="7411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436" tIns="78436" rIns="78436" bIns="7843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 dirty="0"/>
            <a:t>Software needs minimum hardware specs: </a:t>
          </a:r>
          <a:r>
            <a:rPr lang="en-US" sz="1900" b="0" i="0" kern="1200" baseline="0" dirty="0"/>
            <a:t>CPU, RAM, GPU, storage</a:t>
          </a:r>
          <a:endParaRPr lang="en-US" sz="1900" kern="1200" dirty="0"/>
        </a:p>
      </dsp:txBody>
      <dsp:txXfrm>
        <a:off x="856005" y="1739"/>
        <a:ext cx="5764250" cy="741130"/>
      </dsp:txXfrm>
    </dsp:sp>
    <dsp:sp modelId="{18AA3AE0-E549-47E0-B293-3CAFDCF4747F}">
      <dsp:nvSpPr>
        <dsp:cNvPr id="0" name=""/>
        <dsp:cNvSpPr/>
      </dsp:nvSpPr>
      <dsp:spPr>
        <a:xfrm>
          <a:off x="0" y="928151"/>
          <a:ext cx="6620255" cy="74113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E9F55D1-800A-40EC-A4D9-4FF5A77A68ED}">
      <dsp:nvSpPr>
        <dsp:cNvPr id="0" name=""/>
        <dsp:cNvSpPr/>
      </dsp:nvSpPr>
      <dsp:spPr>
        <a:xfrm>
          <a:off x="224191" y="1094906"/>
          <a:ext cx="407621" cy="4076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E4B248-70AD-4C53-9D8C-8A7D3D8D2F15}">
      <dsp:nvSpPr>
        <dsp:cNvPr id="0" name=""/>
        <dsp:cNvSpPr/>
      </dsp:nvSpPr>
      <dsp:spPr>
        <a:xfrm>
          <a:off x="856005" y="928151"/>
          <a:ext cx="5764250" cy="7411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436" tIns="78436" rIns="78436" bIns="7843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 dirty="0"/>
            <a:t>High-demand programs (graphics, CAD) </a:t>
          </a:r>
          <a:r>
            <a:rPr lang="en-US" sz="1900" b="0" i="0" kern="1200" baseline="0" dirty="0"/>
            <a:t>need powerful hardware (video cards)</a:t>
          </a:r>
          <a:endParaRPr lang="en-US" sz="1900" kern="1200" dirty="0"/>
        </a:p>
      </dsp:txBody>
      <dsp:txXfrm>
        <a:off x="856005" y="928151"/>
        <a:ext cx="5764250" cy="741130"/>
      </dsp:txXfrm>
    </dsp:sp>
    <dsp:sp modelId="{808217FD-F74D-4E04-85E6-5FAD6CB08A15}">
      <dsp:nvSpPr>
        <dsp:cNvPr id="0" name=""/>
        <dsp:cNvSpPr/>
      </dsp:nvSpPr>
      <dsp:spPr>
        <a:xfrm>
          <a:off x="0" y="1854564"/>
          <a:ext cx="6620255" cy="74113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40A8884-C565-4FC8-924E-664BB2469228}">
      <dsp:nvSpPr>
        <dsp:cNvPr id="0" name=""/>
        <dsp:cNvSpPr/>
      </dsp:nvSpPr>
      <dsp:spPr>
        <a:xfrm>
          <a:off x="224191" y="2021318"/>
          <a:ext cx="407621" cy="4076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76D4EA-7478-45A5-A220-E8F0E00C3689}">
      <dsp:nvSpPr>
        <dsp:cNvPr id="0" name=""/>
        <dsp:cNvSpPr/>
      </dsp:nvSpPr>
      <dsp:spPr>
        <a:xfrm>
          <a:off x="856005" y="1854564"/>
          <a:ext cx="5764250" cy="7411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436" tIns="78436" rIns="78436" bIns="7843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 dirty="0"/>
            <a:t>RAM usage</a:t>
          </a:r>
          <a:r>
            <a:rPr lang="en-US" sz="1900" b="0" i="0" kern="1200" baseline="0" dirty="0"/>
            <a:t>: OS + running programs + program data</a:t>
          </a:r>
          <a:endParaRPr lang="en-US" sz="1900" kern="1200" dirty="0"/>
        </a:p>
      </dsp:txBody>
      <dsp:txXfrm>
        <a:off x="856005" y="1854564"/>
        <a:ext cx="5764250" cy="741130"/>
      </dsp:txXfrm>
    </dsp:sp>
    <dsp:sp modelId="{2F9C87A9-F49E-4C6D-B400-C119186BE495}">
      <dsp:nvSpPr>
        <dsp:cNvPr id="0" name=""/>
        <dsp:cNvSpPr/>
      </dsp:nvSpPr>
      <dsp:spPr>
        <a:xfrm>
          <a:off x="0" y="2780977"/>
          <a:ext cx="6620255" cy="74113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3D26774-1D7F-4609-A14B-1E8BA15A7946}">
      <dsp:nvSpPr>
        <dsp:cNvPr id="0" name=""/>
        <dsp:cNvSpPr/>
      </dsp:nvSpPr>
      <dsp:spPr>
        <a:xfrm>
          <a:off x="224191" y="2947731"/>
          <a:ext cx="407621" cy="40762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C2C044-730F-4307-8A98-B7CAA7BB1B40}">
      <dsp:nvSpPr>
        <dsp:cNvPr id="0" name=""/>
        <dsp:cNvSpPr/>
      </dsp:nvSpPr>
      <dsp:spPr>
        <a:xfrm>
          <a:off x="856005" y="2780977"/>
          <a:ext cx="5764250" cy="7411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436" tIns="78436" rIns="78436" bIns="7843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 dirty="0"/>
            <a:t>Virtual memory: </a:t>
          </a:r>
          <a:r>
            <a:rPr lang="en-US" sz="1900" b="0" i="0" kern="1200" baseline="0" dirty="0"/>
            <a:t>hard disk used if RAM is full</a:t>
          </a:r>
          <a:endParaRPr lang="en-US" sz="1900" kern="1200" dirty="0"/>
        </a:p>
      </dsp:txBody>
      <dsp:txXfrm>
        <a:off x="856005" y="2780977"/>
        <a:ext cx="5764250" cy="741130"/>
      </dsp:txXfrm>
    </dsp:sp>
    <dsp:sp modelId="{36E5BFAD-2F48-462D-AE34-37B31B983851}">
      <dsp:nvSpPr>
        <dsp:cNvPr id="0" name=""/>
        <dsp:cNvSpPr/>
      </dsp:nvSpPr>
      <dsp:spPr>
        <a:xfrm>
          <a:off x="0" y="3707389"/>
          <a:ext cx="6620255" cy="74113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0985FF-C9BD-45F4-8BAB-6B97EF5600AF}">
      <dsp:nvSpPr>
        <dsp:cNvPr id="0" name=""/>
        <dsp:cNvSpPr/>
      </dsp:nvSpPr>
      <dsp:spPr>
        <a:xfrm>
          <a:off x="224191" y="3874144"/>
          <a:ext cx="407621" cy="407621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B55068-7EEC-40B7-AC77-79288138E77E}">
      <dsp:nvSpPr>
        <dsp:cNvPr id="0" name=""/>
        <dsp:cNvSpPr/>
      </dsp:nvSpPr>
      <dsp:spPr>
        <a:xfrm>
          <a:off x="856005" y="3707389"/>
          <a:ext cx="5764250" cy="7411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436" tIns="78436" rIns="78436" bIns="7843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 dirty="0"/>
            <a:t>Monitor specs: </a:t>
          </a:r>
          <a:r>
            <a:rPr lang="en-US" sz="1900" b="0" i="0" kern="1200" baseline="0" dirty="0"/>
            <a:t>size, resolution, refresh rate affect performance</a:t>
          </a:r>
          <a:endParaRPr lang="en-US" sz="1900" kern="1200" dirty="0"/>
        </a:p>
      </dsp:txBody>
      <dsp:txXfrm>
        <a:off x="856005" y="3707389"/>
        <a:ext cx="5764250" cy="741130"/>
      </dsp:txXfrm>
    </dsp:sp>
    <dsp:sp modelId="{D9E8EBED-C983-4ED3-A9CC-1FE58D7B055E}">
      <dsp:nvSpPr>
        <dsp:cNvPr id="0" name=""/>
        <dsp:cNvSpPr/>
      </dsp:nvSpPr>
      <dsp:spPr>
        <a:xfrm>
          <a:off x="0" y="4633802"/>
          <a:ext cx="6620255" cy="74113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4EB812-EF0F-4477-8FDD-2A08350C90A4}">
      <dsp:nvSpPr>
        <dsp:cNvPr id="0" name=""/>
        <dsp:cNvSpPr/>
      </dsp:nvSpPr>
      <dsp:spPr>
        <a:xfrm>
          <a:off x="224191" y="4800556"/>
          <a:ext cx="407621" cy="407621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6CA703-F6D5-4ED1-91B0-6EA686A8B5D5}">
      <dsp:nvSpPr>
        <dsp:cNvPr id="0" name=""/>
        <dsp:cNvSpPr/>
      </dsp:nvSpPr>
      <dsp:spPr>
        <a:xfrm>
          <a:off x="856005" y="4633802"/>
          <a:ext cx="5764250" cy="7411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436" tIns="78436" rIns="78436" bIns="7843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 dirty="0"/>
            <a:t>Storage: </a:t>
          </a:r>
          <a:r>
            <a:rPr lang="en-US" sz="1900" b="0" i="0" kern="1200" baseline="0" dirty="0"/>
            <a:t>secondary or cloud storage for programs and document</a:t>
          </a:r>
          <a:endParaRPr lang="en-US" sz="1900" kern="1200" dirty="0"/>
        </a:p>
      </dsp:txBody>
      <dsp:txXfrm>
        <a:off x="856005" y="4633802"/>
        <a:ext cx="5764250" cy="74113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2615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2868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0202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3227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744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2322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1424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4536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5647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6622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5635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2229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diagramLayout" Target="../diagrams/layout2.xml"/><Relationship Id="rId7" Type="http://schemas.openxmlformats.org/officeDocument/2006/relationships/image" Target="../media/image18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diagramLayout" Target="../diagrams/layout3.xml"/><Relationship Id="rId7" Type="http://schemas.openxmlformats.org/officeDocument/2006/relationships/image" Target="../media/image18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diagramLayout" Target="../diagrams/layout9.xml"/><Relationship Id="rId7" Type="http://schemas.openxmlformats.org/officeDocument/2006/relationships/image" Target="../media/image18.png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16" name="Picture 15" descr="101010 data lines to infinity">
            <a:extLst>
              <a:ext uri="{FF2B5EF4-FFF2-40B4-BE49-F238E27FC236}">
                <a16:creationId xmlns:a16="http://schemas.microsoft.com/office/drawing/2014/main" id="{2AAB1BE0-2A5C-47F5-8339-00DA343A316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127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AAB476BF-4EE2-5243-CABB-6CC72C39BF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507179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0000"/>
                </a:schemeClr>
              </a:gs>
              <a:gs pos="26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C2490C-F38E-5C95-2B26-9BE069E6C1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06780" y="978409"/>
            <a:ext cx="4496529" cy="3678268"/>
          </a:xfrm>
        </p:spPr>
        <p:txBody>
          <a:bodyPr anchor="t">
            <a:normAutofit/>
          </a:bodyPr>
          <a:lstStyle/>
          <a:p>
            <a:r>
              <a:rPr lang="en-AU" sz="6000"/>
              <a:t>Software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122327-4B1B-0F84-2CB9-AC63B4D1F1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03288" y="4729138"/>
            <a:ext cx="4488812" cy="1150453"/>
          </a:xfrm>
        </p:spPr>
        <p:txBody>
          <a:bodyPr anchor="b">
            <a:normAutofit/>
          </a:bodyPr>
          <a:lstStyle/>
          <a:p>
            <a:r>
              <a:rPr lang="en-AU" dirty="0"/>
              <a:t>Year 9 Computing Technology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0D28EA4-6F96-F7C6-1D07-5BA5C27387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06781" y="508090"/>
            <a:ext cx="449275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DFF93C5-0576-D227-80A7-4CFBA8791A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10119" y="6209925"/>
            <a:ext cx="4492754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407452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E10BDB4-64F2-477D-A03B-9F8352D5E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DBB409-70A7-07C5-AA1A-7ADA48369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300216" cy="1325880"/>
          </a:xfrm>
        </p:spPr>
        <p:txBody>
          <a:bodyPr>
            <a:normAutofit/>
          </a:bodyPr>
          <a:lstStyle/>
          <a:p>
            <a:r>
              <a:rPr lang="en-AU" dirty="0"/>
              <a:t>Learning Intention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87F59F2-5FBC-40CD-AD35-376AECE49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628192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271C494-8107-3D61-D611-4FBC7C22A2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13612" y="611650"/>
            <a:ext cx="416052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7" name="Graphic 6" descr="Laptop Secure">
            <a:extLst>
              <a:ext uri="{FF2B5EF4-FFF2-40B4-BE49-F238E27FC236}">
                <a16:creationId xmlns:a16="http://schemas.microsoft.com/office/drawing/2014/main" id="{D9301714-31C6-D80D-2E10-38100FA80B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7867" y="2429691"/>
            <a:ext cx="3916313" cy="3916313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DD2C7B-DACB-2140-67E9-BD75E85834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07224" y="1088136"/>
            <a:ext cx="4160520" cy="5257800"/>
          </a:xfrm>
        </p:spPr>
        <p:txBody>
          <a:bodyPr>
            <a:normAutofit/>
          </a:bodyPr>
          <a:lstStyle/>
          <a:p>
            <a:r>
              <a:rPr lang="en-GB" dirty="0"/>
              <a:t>Investigate how hardware and software are used to manage, control and secure the movement of, and access to, data in networked digital systems</a:t>
            </a:r>
            <a:endParaRPr lang="en-GB" b="1" dirty="0"/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798767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4E17AA97-89A7-45C1-B813-BFF6C23D79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D6F1B9-3A0F-FAFE-10AC-0BFF9C608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4032504" cy="3364992"/>
          </a:xfrm>
        </p:spPr>
        <p:txBody>
          <a:bodyPr>
            <a:normAutofit/>
          </a:bodyPr>
          <a:lstStyle/>
          <a:p>
            <a:r>
              <a:rPr lang="en-AU" dirty="0"/>
              <a:t>Success Criteria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3AC4FE1-D370-43A6-96C5-076716BB1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403250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A3D569D-D3A6-49CA-A483-291E95DAC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65776" y="611650"/>
            <a:ext cx="6620256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0" name="Content Placeholder 2">
            <a:extLst>
              <a:ext uri="{FF2B5EF4-FFF2-40B4-BE49-F238E27FC236}">
                <a16:creationId xmlns:a16="http://schemas.microsoft.com/office/drawing/2014/main" id="{9EA37AA7-1C2A-A07A-489C-84AC81A85C5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58058356"/>
              </p:ext>
            </p:extLst>
          </p:nvPr>
        </p:nvGraphicFramePr>
        <p:xfrm>
          <a:off x="5065776" y="978408"/>
          <a:ext cx="6620256" cy="53766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668081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420BC5C-C418-4843-B04B-6918968D09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1327E6-1673-80D0-B022-09C81D448A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4288536" cy="3364992"/>
          </a:xfrm>
        </p:spPr>
        <p:txBody>
          <a:bodyPr>
            <a:normAutofit/>
          </a:bodyPr>
          <a:lstStyle/>
          <a:p>
            <a:r>
              <a:rPr lang="en-AU" dirty="0"/>
              <a:t>What Is Software?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2BE0106-0C20-465B-A1BE-0BAC2737B1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4288536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FFE87F10-0E70-4040-499F-F920789C03C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89002568"/>
              </p:ext>
            </p:extLst>
          </p:nvPr>
        </p:nvGraphicFramePr>
        <p:xfrm>
          <a:off x="5532120" y="978408"/>
          <a:ext cx="6153912" cy="53675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Graphic 6" descr="Quill with solid fill">
            <a:extLst>
              <a:ext uri="{FF2B5EF4-FFF2-40B4-BE49-F238E27FC236}">
                <a16:creationId xmlns:a16="http://schemas.microsoft.com/office/drawing/2014/main" id="{45E0CDFC-BA10-24A7-FA65-DE2DF3640AB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771632" y="1249017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9956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420BC5C-C418-4843-B04B-6918968D09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666FB7-9A01-32B9-8A68-9D9102A31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3154680" cy="4069080"/>
          </a:xfrm>
        </p:spPr>
        <p:txBody>
          <a:bodyPr>
            <a:normAutofit/>
          </a:bodyPr>
          <a:lstStyle/>
          <a:p>
            <a:r>
              <a:rPr lang="en-AU" sz="4000"/>
              <a:t>Application Software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E511C3-750B-AA87-AE51-0FA2069EA0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F8AEB54E-1E20-E1FF-438F-C7B21DF88B1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30730617"/>
              </p:ext>
            </p:extLst>
          </p:nvPr>
        </p:nvGraphicFramePr>
        <p:xfrm>
          <a:off x="4187952" y="978408"/>
          <a:ext cx="7488936" cy="52395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Graphic 6" descr="Quill with solid fill">
            <a:extLst>
              <a:ext uri="{FF2B5EF4-FFF2-40B4-BE49-F238E27FC236}">
                <a16:creationId xmlns:a16="http://schemas.microsoft.com/office/drawing/2014/main" id="{45624D11-B4E5-6B3A-A76A-E50A2392188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076432" y="521208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98992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420BC5C-C418-4843-B04B-6918968D09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EA0F42-B329-A1AB-6FC9-1C21DEBB9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3154680" cy="4069080"/>
          </a:xfrm>
        </p:spPr>
        <p:txBody>
          <a:bodyPr>
            <a:normAutofit/>
          </a:bodyPr>
          <a:lstStyle/>
          <a:p>
            <a:r>
              <a:rPr lang="en-AU" sz="3100"/>
              <a:t>Communication Software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E511C3-750B-AA87-AE51-0FA2069EA0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EC99B968-0A35-C740-0B5E-023643A4E3F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0529591"/>
              </p:ext>
            </p:extLst>
          </p:nvPr>
        </p:nvGraphicFramePr>
        <p:xfrm>
          <a:off x="4187952" y="978408"/>
          <a:ext cx="7488936" cy="52395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349520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22E88-6AF5-0768-7B62-D13DA5618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Business Software</a:t>
            </a:r>
            <a:endParaRPr lang="en-AU" dirty="0"/>
          </a:p>
        </p:txBody>
      </p:sp>
      <p:graphicFrame>
        <p:nvGraphicFramePr>
          <p:cNvPr id="30" name="Content Placeholder 2">
            <a:extLst>
              <a:ext uri="{FF2B5EF4-FFF2-40B4-BE49-F238E27FC236}">
                <a16:creationId xmlns:a16="http://schemas.microsoft.com/office/drawing/2014/main" id="{3A7B51BF-8AAE-341A-BEBF-F4F9B79D667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21208" y="2578608"/>
          <a:ext cx="11155680" cy="37673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646549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420BC5C-C418-4843-B04B-6918968D09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763515-104D-B67A-4418-2DCD40E34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4288536" cy="3364992"/>
          </a:xfrm>
        </p:spPr>
        <p:txBody>
          <a:bodyPr>
            <a:normAutofit/>
          </a:bodyPr>
          <a:lstStyle/>
          <a:p>
            <a:r>
              <a:rPr lang="en-AU" dirty="0"/>
              <a:t>Software for Schools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2BE0106-0C20-465B-A1BE-0BAC2737B1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4288536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0368B4AE-3F90-64E5-E671-CD3F7373F73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92225028"/>
              </p:ext>
            </p:extLst>
          </p:nvPr>
        </p:nvGraphicFramePr>
        <p:xfrm>
          <a:off x="5532120" y="978408"/>
          <a:ext cx="6153912" cy="53675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6754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420BC5C-C418-4843-B04B-6918968D09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1EF080-711A-DC9C-F586-37EEAD8C7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3154680" cy="4069080"/>
          </a:xfrm>
        </p:spPr>
        <p:txBody>
          <a:bodyPr>
            <a:normAutofit/>
          </a:bodyPr>
          <a:lstStyle/>
          <a:p>
            <a:r>
              <a:rPr lang="en-AU" sz="4000"/>
              <a:t>Science and Research Software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E511C3-750B-AA87-AE51-0FA2069EA0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302788FB-5EDE-F7C2-2E8F-BDCEF8E9CD4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47997191"/>
              </p:ext>
            </p:extLst>
          </p:nvPr>
        </p:nvGraphicFramePr>
        <p:xfrm>
          <a:off x="4187952" y="978408"/>
          <a:ext cx="7488936" cy="52395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941608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E17AA97-89A7-45C1-B813-BFF6C23D79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295027-F69D-FB9D-EE5B-375A65927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4032504" cy="3364992"/>
          </a:xfrm>
        </p:spPr>
        <p:txBody>
          <a:bodyPr>
            <a:normAutofit/>
          </a:bodyPr>
          <a:lstStyle/>
          <a:p>
            <a:r>
              <a:rPr lang="en-AU" dirty="0"/>
              <a:t>Applications for Mobile Devices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3AC4FE1-D370-43A6-96C5-076716BB1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403250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A3D569D-D3A6-49CA-A483-291E95DAC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65776" y="611650"/>
            <a:ext cx="6620256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7261A895-21A7-E8E3-1009-3E211572C1C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63210464"/>
              </p:ext>
            </p:extLst>
          </p:nvPr>
        </p:nvGraphicFramePr>
        <p:xfrm>
          <a:off x="5065776" y="978408"/>
          <a:ext cx="6620256" cy="53766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677200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420BC5C-C418-4843-B04B-6918968D09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1991C8-D175-D2C8-478C-69C181975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4288536" cy="3364992"/>
          </a:xfrm>
        </p:spPr>
        <p:txBody>
          <a:bodyPr>
            <a:normAutofit/>
          </a:bodyPr>
          <a:lstStyle/>
          <a:p>
            <a:r>
              <a:rPr lang="en-AU" dirty="0"/>
              <a:t>Operating Systems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2BE0106-0C20-465B-A1BE-0BAC2737B1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4288536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CC362309-ACF2-3346-EEBA-33279BF0108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41141778"/>
              </p:ext>
            </p:extLst>
          </p:nvPr>
        </p:nvGraphicFramePr>
        <p:xfrm>
          <a:off x="5532120" y="978408"/>
          <a:ext cx="6153912" cy="53675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Graphic 4" descr="Quill with solid fill">
            <a:extLst>
              <a:ext uri="{FF2B5EF4-FFF2-40B4-BE49-F238E27FC236}">
                <a16:creationId xmlns:a16="http://schemas.microsoft.com/office/drawing/2014/main" id="{CCA61777-1623-52A7-9AED-6A6CC875EFC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228832" y="824947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4127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E17AA97-89A7-45C1-B813-BFF6C23D79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4E52F1-F4BE-E29B-FA34-DDBC686BE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4032504" cy="3364992"/>
          </a:xfrm>
        </p:spPr>
        <p:txBody>
          <a:bodyPr>
            <a:normAutofit/>
          </a:bodyPr>
          <a:lstStyle/>
          <a:p>
            <a:r>
              <a:rPr lang="en-AU" dirty="0"/>
              <a:t>System Requirements and Performance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3AC4FE1-D370-43A6-96C5-076716BB1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403250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A3D569D-D3A6-49CA-A483-291E95DAC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65776" y="611650"/>
            <a:ext cx="6620256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A6A4E6A9-CE4E-B19E-1CB5-746270986F1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98989734"/>
              </p:ext>
            </p:extLst>
          </p:nvPr>
        </p:nvGraphicFramePr>
        <p:xfrm>
          <a:off x="5065776" y="978408"/>
          <a:ext cx="6620256" cy="53766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13031148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6165B216B35044D9EADD54BFB9FA5BE" ma:contentTypeVersion="13" ma:contentTypeDescription="Create a new document." ma:contentTypeScope="" ma:versionID="c8ebe0c680e1971232f87045b37660ab">
  <xsd:schema xmlns:xsd="http://www.w3.org/2001/XMLSchema" xmlns:xs="http://www.w3.org/2001/XMLSchema" xmlns:p="http://schemas.microsoft.com/office/2006/metadata/properties" xmlns:ns2="6fc9e31e-07e0-41a6-b0ba-4839b3dda579" targetNamespace="http://schemas.microsoft.com/office/2006/metadata/properties" ma:root="true" ma:fieldsID="538ce2fcb89fe9660a774b4759b98954" ns2:_="">
    <xsd:import namespace="6fc9e31e-07e0-41a6-b0ba-4839b3dda57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2:MediaServiceOCR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fc9e31e-07e0-41a6-b0ba-4839b3dda57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6" nillable="true" ma:displayName="Location" ma:indexed="true" ma:internalName="MediaServiceLocation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51f47cd6-212f-4ea2-b6af-f1d1e47bdba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fc9e31e-07e0-41a6-b0ba-4839b3dda579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839A9DE-EDB5-4478-8C47-F03E95EE470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fc9e31e-07e0-41a6-b0ba-4839b3dda57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ECDF120-4718-4F8B-AAA3-71273E682003}">
  <ds:schemaRefs>
    <ds:schemaRef ds:uri="http://schemas.microsoft.com/office/2006/metadata/properties"/>
    <ds:schemaRef ds:uri="http://schemas.microsoft.com/office/infopath/2007/PartnerControls"/>
    <ds:schemaRef ds:uri="6fc9e31e-07e0-41a6-b0ba-4839b3dda579"/>
  </ds:schemaRefs>
</ds:datastoreItem>
</file>

<file path=customXml/itemProps3.xml><?xml version="1.0" encoding="utf-8"?>
<ds:datastoreItem xmlns:ds="http://schemas.openxmlformats.org/officeDocument/2006/customXml" ds:itemID="{65A213EF-1462-4A00-9FB0-B1756864B48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565</Words>
  <Application>Microsoft Office PowerPoint</Application>
  <PresentationFormat>Widescreen</PresentationFormat>
  <Paragraphs>62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Bierstadt</vt:lpstr>
      <vt:lpstr>Neue Haas Grotesk Text Pro</vt:lpstr>
      <vt:lpstr>GestaltVTI</vt:lpstr>
      <vt:lpstr>Software</vt:lpstr>
      <vt:lpstr>Learning Intention</vt:lpstr>
      <vt:lpstr>Success Criteria</vt:lpstr>
      <vt:lpstr>What Is Software?</vt:lpstr>
      <vt:lpstr>Application Software</vt:lpstr>
      <vt:lpstr>Communication Software</vt:lpstr>
      <vt:lpstr>Business Software</vt:lpstr>
      <vt:lpstr>Software for Schools</vt:lpstr>
      <vt:lpstr>Science and Research Software</vt:lpstr>
      <vt:lpstr>Applications for Mobile Devices</vt:lpstr>
      <vt:lpstr>Operating Systems</vt:lpstr>
      <vt:lpstr>System Requirements and Performance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Stephen Scott</dc:creator>
  <cp:lastModifiedBy>Stephen Scott</cp:lastModifiedBy>
  <cp:revision>1</cp:revision>
  <dcterms:created xsi:type="dcterms:W3CDTF">2026-02-09T00:56:40Z</dcterms:created>
  <dcterms:modified xsi:type="dcterms:W3CDTF">2026-02-09T01:26:35Z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603dfd7-d93a-4381-a340-2995d8282205_Enabled">
    <vt:lpwstr>true</vt:lpwstr>
  </property>
  <property fmtid="{D5CDD505-2E9C-101B-9397-08002B2CF9AE}" pid="3" name="MSIP_Label_b603dfd7-d93a-4381-a340-2995d8282205_SetDate">
    <vt:lpwstr>2026-02-09T01:01:01Z</vt:lpwstr>
  </property>
  <property fmtid="{D5CDD505-2E9C-101B-9397-08002B2CF9AE}" pid="4" name="MSIP_Label_b603dfd7-d93a-4381-a340-2995d8282205_Method">
    <vt:lpwstr>Standard</vt:lpwstr>
  </property>
  <property fmtid="{D5CDD505-2E9C-101B-9397-08002B2CF9AE}" pid="5" name="MSIP_Label_b603dfd7-d93a-4381-a340-2995d8282205_Name">
    <vt:lpwstr>OFFICIAL</vt:lpwstr>
  </property>
  <property fmtid="{D5CDD505-2E9C-101B-9397-08002B2CF9AE}" pid="6" name="MSIP_Label_b603dfd7-d93a-4381-a340-2995d8282205_SiteId">
    <vt:lpwstr>05a0e69a-418a-47c1-9c25-9387261bf991</vt:lpwstr>
  </property>
  <property fmtid="{D5CDD505-2E9C-101B-9397-08002B2CF9AE}" pid="7" name="MSIP_Label_b603dfd7-d93a-4381-a340-2995d8282205_ActionId">
    <vt:lpwstr>9ebdaf32-f341-469f-894e-5f9b7d7cd889</vt:lpwstr>
  </property>
  <property fmtid="{D5CDD505-2E9C-101B-9397-08002B2CF9AE}" pid="8" name="MSIP_Label_b603dfd7-d93a-4381-a340-2995d8282205_ContentBits">
    <vt:lpwstr>0</vt:lpwstr>
  </property>
  <property fmtid="{D5CDD505-2E9C-101B-9397-08002B2CF9AE}" pid="9" name="MSIP_Label_b603dfd7-d93a-4381-a340-2995d8282205_Tag">
    <vt:lpwstr>10, 3, 0, 1</vt:lpwstr>
  </property>
  <property fmtid="{D5CDD505-2E9C-101B-9397-08002B2CF9AE}" pid="10" name="ContentTypeId">
    <vt:lpwstr>0x01010086165B216B35044D9EADD54BFB9FA5BE</vt:lpwstr>
  </property>
  <property fmtid="{D5CDD505-2E9C-101B-9397-08002B2CF9AE}" pid="11" name="MediaServiceImageTags">
    <vt:lpwstr/>
  </property>
</Properties>
</file>