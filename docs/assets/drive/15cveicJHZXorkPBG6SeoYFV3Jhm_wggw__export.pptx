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diagrams/data2.xml" ContentType="application/vnd.openxmlformats-officedocument.drawingml.diagramData+xml"/>
  <Override PartName="/ppt/diagrams/data4.xml" ContentType="application/vnd.openxmlformats-officedocument.drawingml.diagramData+xml"/>
  <Override PartName="/ppt/diagrams/data7.xml" ContentType="application/vnd.openxmlformats-officedocument.drawingml.diagramData+xml"/>
  <Override PartName="/ppt/diagrams/data1.xml" ContentType="application/vnd.openxmlformats-officedocument.drawingml.diagramData+xml"/>
  <Override PartName="/ppt/diagrams/data5.xml" ContentType="application/vnd.openxmlformats-officedocument.drawingml.diagramData+xml"/>
  <Override PartName="/ppt/presentation.xml" ContentType="application/vnd.openxmlformats-officedocument.presentationml.presentation.main+xml"/>
  <Override PartName="/ppt/diagrams/data12.xml" ContentType="application/vnd.openxmlformats-officedocument.drawingml.diagramData+xml"/>
  <Override PartName="/ppt/diagrams/data6.xml" ContentType="application/vnd.openxmlformats-officedocument.drawingml.diagramData+xml"/>
  <Override PartName="/ppt/diagrams/data3.xml" ContentType="application/vnd.openxmlformats-officedocument.drawingml.diagramData+xml"/>
  <Override PartName="/ppt/diagrams/data11.xml" ContentType="application/vnd.openxmlformats-officedocument.drawingml.diagramData+xml"/>
  <Override PartName="/ppt/diagrams/data10.xml" ContentType="application/vnd.openxmlformats-officedocument.drawingml.diagramData+xml"/>
  <Override PartName="/ppt/diagrams/data9.xml" ContentType="application/vnd.openxmlformats-officedocument.drawingml.diagramData+xml"/>
  <Override PartName="/ppt/diagrams/data8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colors9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colors6.xml" ContentType="application/vnd.openxmlformats-officedocument.drawingml.diagramColors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drawing9.xml" ContentType="application/vnd.ms-office.drawingml.diagramDrawing+xml"/>
  <Override PartName="/ppt/diagrams/quickStyle6.xml" ContentType="application/vnd.openxmlformats-officedocument.drawingml.diagramStyle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layout6.xml" ContentType="application/vnd.openxmlformats-officedocument.drawingml.diagramLayout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layout7.xml" ContentType="application/vnd.openxmlformats-officedocument.drawingml.diagramLayout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5.xml" ContentType="application/vnd.openxmlformats-officedocument.drawingml.diagramLayout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4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rawing6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000CE-77E9-4C28-A353-FCAA5A0D1F8C}" v="55" dt="2026-02-09T21:35:18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2" autoAdjust="0"/>
    <p:restoredTop sz="94660"/>
  </p:normalViewPr>
  <p:slideViewPr>
    <p:cSldViewPr snapToGrid="0">
      <p:cViewPr varScale="1">
        <p:scale>
          <a:sx n="91" d="100"/>
          <a:sy n="91" d="100"/>
        </p:scale>
        <p:origin x="9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3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3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BE230-DA71-414E-9E89-CB9EF2D9097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3DFD26-BDFB-4C48-B4B1-44B95CB2EA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Investigate issues with the use of data, including cyber safety, security, privacy and ethics</a:t>
          </a:r>
          <a:endParaRPr lang="en-US" dirty="0"/>
        </a:p>
      </dgm:t>
    </dgm:pt>
    <dgm:pt modelId="{E261165A-AAD6-4FC0-A007-0D12FC1B8713}" type="parTrans" cxnId="{CAF4A7BB-01FB-4125-B56C-FDECC748D77E}">
      <dgm:prSet/>
      <dgm:spPr/>
      <dgm:t>
        <a:bodyPr/>
        <a:lstStyle/>
        <a:p>
          <a:endParaRPr lang="en-US"/>
        </a:p>
      </dgm:t>
    </dgm:pt>
    <dgm:pt modelId="{A87E1A72-3439-4CFF-9649-310D9FBFADEE}" type="sibTrans" cxnId="{CAF4A7BB-01FB-4125-B56C-FDECC748D7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171D2A-B01F-47F8-8917-E969A39438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Investigate data collection and interpretation adhering to privacy and cybersecurity principles, including specify what data is collected, who owns it, and how it will be protected</a:t>
          </a:r>
          <a:endParaRPr lang="en-US" sz="2000" dirty="0"/>
        </a:p>
      </dgm:t>
    </dgm:pt>
    <dgm:pt modelId="{B08E4054-6972-4C8D-ABB7-0BEDBB772CDE}" type="parTrans" cxnId="{B073EB15-5111-4B9C-9B4B-6C3F6919D4A5}">
      <dgm:prSet/>
      <dgm:spPr/>
      <dgm:t>
        <a:bodyPr/>
        <a:lstStyle/>
        <a:p>
          <a:endParaRPr lang="en-US"/>
        </a:p>
      </dgm:t>
    </dgm:pt>
    <dgm:pt modelId="{1CE95F99-690B-4C91-B8E9-7C3561A28255}" type="sibTrans" cxnId="{B073EB15-5111-4B9C-9B4B-6C3F6919D4A5}">
      <dgm:prSet/>
      <dgm:spPr/>
      <dgm:t>
        <a:bodyPr/>
        <a:lstStyle/>
        <a:p>
          <a:endParaRPr lang="en-US"/>
        </a:p>
      </dgm:t>
    </dgm:pt>
    <dgm:pt modelId="{586BC8E8-745C-4EB6-8FE0-5138C870D0B1}" type="pres">
      <dgm:prSet presAssocID="{BFFBE230-DA71-414E-9E89-CB9EF2D90978}" presName="root" presStyleCnt="0">
        <dgm:presLayoutVars>
          <dgm:dir/>
          <dgm:resizeHandles val="exact"/>
        </dgm:presLayoutVars>
      </dgm:prSet>
      <dgm:spPr/>
    </dgm:pt>
    <dgm:pt modelId="{F2EC8B78-D80B-4D82-ACFD-8F97AF07A8A4}" type="pres">
      <dgm:prSet presAssocID="{BFFBE230-DA71-414E-9E89-CB9EF2D90978}" presName="container" presStyleCnt="0">
        <dgm:presLayoutVars>
          <dgm:dir/>
          <dgm:resizeHandles val="exact"/>
        </dgm:presLayoutVars>
      </dgm:prSet>
      <dgm:spPr/>
    </dgm:pt>
    <dgm:pt modelId="{68EB221F-0EDD-405A-A88F-47279F3FCB71}" type="pres">
      <dgm:prSet presAssocID="{283DFD26-BDFB-4C48-B4B1-44B95CB2EA54}" presName="compNode" presStyleCnt="0"/>
      <dgm:spPr/>
    </dgm:pt>
    <dgm:pt modelId="{9FD8CF8B-D238-4B2F-9D93-9152644FBA0B}" type="pres">
      <dgm:prSet presAssocID="{283DFD26-BDFB-4C48-B4B1-44B95CB2EA54}" presName="iconBgRect" presStyleLbl="bgShp" presStyleIdx="0" presStyleCnt="2"/>
      <dgm:spPr/>
    </dgm:pt>
    <dgm:pt modelId="{81E53669-A761-4F88-BBCB-E5965EEABE9D}" type="pres">
      <dgm:prSet presAssocID="{283DFD26-BDFB-4C48-B4B1-44B95CB2EA5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C53A33D8-0DCE-43FD-8799-DDD50EAB2C13}" type="pres">
      <dgm:prSet presAssocID="{283DFD26-BDFB-4C48-B4B1-44B95CB2EA54}" presName="spaceRect" presStyleCnt="0"/>
      <dgm:spPr/>
    </dgm:pt>
    <dgm:pt modelId="{E24522D3-7E17-4A6D-B59E-53D69AB1C77F}" type="pres">
      <dgm:prSet presAssocID="{283DFD26-BDFB-4C48-B4B1-44B95CB2EA54}" presName="textRect" presStyleLbl="revTx" presStyleIdx="0" presStyleCnt="2">
        <dgm:presLayoutVars>
          <dgm:chMax val="1"/>
          <dgm:chPref val="1"/>
        </dgm:presLayoutVars>
      </dgm:prSet>
      <dgm:spPr/>
    </dgm:pt>
    <dgm:pt modelId="{FBF1C8DA-45AA-4060-9B71-7F751EFF3299}" type="pres">
      <dgm:prSet presAssocID="{A87E1A72-3439-4CFF-9649-310D9FBFADEE}" presName="sibTrans" presStyleLbl="sibTrans2D1" presStyleIdx="0" presStyleCnt="0"/>
      <dgm:spPr/>
    </dgm:pt>
    <dgm:pt modelId="{12258822-344A-4A7F-8A33-4ACB5635B7B8}" type="pres">
      <dgm:prSet presAssocID="{68171D2A-B01F-47F8-8917-E969A3943870}" presName="compNode" presStyleCnt="0"/>
      <dgm:spPr/>
    </dgm:pt>
    <dgm:pt modelId="{03DD6566-7E83-467E-B6B7-17654F615BF3}" type="pres">
      <dgm:prSet presAssocID="{68171D2A-B01F-47F8-8917-E969A3943870}" presName="iconBgRect" presStyleLbl="bgShp" presStyleIdx="1" presStyleCnt="2"/>
      <dgm:spPr/>
    </dgm:pt>
    <dgm:pt modelId="{A1B514CA-775D-4709-8E4A-7DDECD545346}" type="pres">
      <dgm:prSet presAssocID="{68171D2A-B01F-47F8-8917-E969A394387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6A080D6-4E78-4DA8-B0EE-4D8C0C647DED}" type="pres">
      <dgm:prSet presAssocID="{68171D2A-B01F-47F8-8917-E969A3943870}" presName="spaceRect" presStyleCnt="0"/>
      <dgm:spPr/>
    </dgm:pt>
    <dgm:pt modelId="{738D6CA2-EB29-4403-9A69-C6AF3CE4D6CB}" type="pres">
      <dgm:prSet presAssocID="{68171D2A-B01F-47F8-8917-E969A394387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E4E4015-69ED-4359-89E7-D00B46E98DE3}" type="presOf" srcId="{BFFBE230-DA71-414E-9E89-CB9EF2D90978}" destId="{586BC8E8-745C-4EB6-8FE0-5138C870D0B1}" srcOrd="0" destOrd="0" presId="urn:microsoft.com/office/officeart/2018/2/layout/IconCircleList"/>
    <dgm:cxn modelId="{B073EB15-5111-4B9C-9B4B-6C3F6919D4A5}" srcId="{BFFBE230-DA71-414E-9E89-CB9EF2D90978}" destId="{68171D2A-B01F-47F8-8917-E969A3943870}" srcOrd="1" destOrd="0" parTransId="{B08E4054-6972-4C8D-ABB7-0BEDBB772CDE}" sibTransId="{1CE95F99-690B-4C91-B8E9-7C3561A28255}"/>
    <dgm:cxn modelId="{276D4585-752B-466C-8AB7-95970E0297D1}" type="presOf" srcId="{283DFD26-BDFB-4C48-B4B1-44B95CB2EA54}" destId="{E24522D3-7E17-4A6D-B59E-53D69AB1C77F}" srcOrd="0" destOrd="0" presId="urn:microsoft.com/office/officeart/2018/2/layout/IconCircleList"/>
    <dgm:cxn modelId="{CAF4A7BB-01FB-4125-B56C-FDECC748D77E}" srcId="{BFFBE230-DA71-414E-9E89-CB9EF2D90978}" destId="{283DFD26-BDFB-4C48-B4B1-44B95CB2EA54}" srcOrd="0" destOrd="0" parTransId="{E261165A-AAD6-4FC0-A007-0D12FC1B8713}" sibTransId="{A87E1A72-3439-4CFF-9649-310D9FBFADEE}"/>
    <dgm:cxn modelId="{FA1FF7F9-FAE4-4767-B504-02F6983E9A47}" type="presOf" srcId="{68171D2A-B01F-47F8-8917-E969A3943870}" destId="{738D6CA2-EB29-4403-9A69-C6AF3CE4D6CB}" srcOrd="0" destOrd="0" presId="urn:microsoft.com/office/officeart/2018/2/layout/IconCircleList"/>
    <dgm:cxn modelId="{22E3B3FA-0753-4282-BE18-A8483BF029C6}" type="presOf" srcId="{A87E1A72-3439-4CFF-9649-310D9FBFADEE}" destId="{FBF1C8DA-45AA-4060-9B71-7F751EFF3299}" srcOrd="0" destOrd="0" presId="urn:microsoft.com/office/officeart/2018/2/layout/IconCircleList"/>
    <dgm:cxn modelId="{2A4FA5BC-5AC5-4E63-899C-92308C7D2DDF}" type="presParOf" srcId="{586BC8E8-745C-4EB6-8FE0-5138C870D0B1}" destId="{F2EC8B78-D80B-4D82-ACFD-8F97AF07A8A4}" srcOrd="0" destOrd="0" presId="urn:microsoft.com/office/officeart/2018/2/layout/IconCircleList"/>
    <dgm:cxn modelId="{E07D132C-6F98-4389-BC4A-5797F32E530A}" type="presParOf" srcId="{F2EC8B78-D80B-4D82-ACFD-8F97AF07A8A4}" destId="{68EB221F-0EDD-405A-A88F-47279F3FCB71}" srcOrd="0" destOrd="0" presId="urn:microsoft.com/office/officeart/2018/2/layout/IconCircleList"/>
    <dgm:cxn modelId="{7547D572-E170-4B27-856F-E68BA4BE088A}" type="presParOf" srcId="{68EB221F-0EDD-405A-A88F-47279F3FCB71}" destId="{9FD8CF8B-D238-4B2F-9D93-9152644FBA0B}" srcOrd="0" destOrd="0" presId="urn:microsoft.com/office/officeart/2018/2/layout/IconCircleList"/>
    <dgm:cxn modelId="{2E51C922-7A21-4C6C-BA7A-D785D2AB1AB5}" type="presParOf" srcId="{68EB221F-0EDD-405A-A88F-47279F3FCB71}" destId="{81E53669-A761-4F88-BBCB-E5965EEABE9D}" srcOrd="1" destOrd="0" presId="urn:microsoft.com/office/officeart/2018/2/layout/IconCircleList"/>
    <dgm:cxn modelId="{EFC385C5-6EF4-49F2-9ECA-7DFDA95698A9}" type="presParOf" srcId="{68EB221F-0EDD-405A-A88F-47279F3FCB71}" destId="{C53A33D8-0DCE-43FD-8799-DDD50EAB2C13}" srcOrd="2" destOrd="0" presId="urn:microsoft.com/office/officeart/2018/2/layout/IconCircleList"/>
    <dgm:cxn modelId="{0FA17227-923F-428C-86D6-4C203F054030}" type="presParOf" srcId="{68EB221F-0EDD-405A-A88F-47279F3FCB71}" destId="{E24522D3-7E17-4A6D-B59E-53D69AB1C77F}" srcOrd="3" destOrd="0" presId="urn:microsoft.com/office/officeart/2018/2/layout/IconCircleList"/>
    <dgm:cxn modelId="{D4C5402C-F670-4BA6-B5ED-48BB3668D356}" type="presParOf" srcId="{F2EC8B78-D80B-4D82-ACFD-8F97AF07A8A4}" destId="{FBF1C8DA-45AA-4060-9B71-7F751EFF3299}" srcOrd="1" destOrd="0" presId="urn:microsoft.com/office/officeart/2018/2/layout/IconCircleList"/>
    <dgm:cxn modelId="{4E97C58D-F42F-49D0-8F8E-6BE7452A6E66}" type="presParOf" srcId="{F2EC8B78-D80B-4D82-ACFD-8F97AF07A8A4}" destId="{12258822-344A-4A7F-8A33-4ACB5635B7B8}" srcOrd="2" destOrd="0" presId="urn:microsoft.com/office/officeart/2018/2/layout/IconCircleList"/>
    <dgm:cxn modelId="{0C1E99D7-3612-4A61-B50E-D30B5F2FDB5B}" type="presParOf" srcId="{12258822-344A-4A7F-8A33-4ACB5635B7B8}" destId="{03DD6566-7E83-467E-B6B7-17654F615BF3}" srcOrd="0" destOrd="0" presId="urn:microsoft.com/office/officeart/2018/2/layout/IconCircleList"/>
    <dgm:cxn modelId="{2351E898-9377-4308-8525-02488F9B9B64}" type="presParOf" srcId="{12258822-344A-4A7F-8A33-4ACB5635B7B8}" destId="{A1B514CA-775D-4709-8E4A-7DDECD545346}" srcOrd="1" destOrd="0" presId="urn:microsoft.com/office/officeart/2018/2/layout/IconCircleList"/>
    <dgm:cxn modelId="{1A6CBB71-4D65-4068-A297-521604A40038}" type="presParOf" srcId="{12258822-344A-4A7F-8A33-4ACB5635B7B8}" destId="{56A080D6-4E78-4DA8-B0EE-4D8C0C647DED}" srcOrd="2" destOrd="0" presId="urn:microsoft.com/office/officeart/2018/2/layout/IconCircleList"/>
    <dgm:cxn modelId="{AFEA66DD-8F98-460E-8AEE-C4A4F488A55D}" type="presParOf" srcId="{12258822-344A-4A7F-8A33-4ACB5635B7B8}" destId="{738D6CA2-EB29-4403-9A69-C6AF3CE4D6C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FED7D8-2AF4-43F9-9D7D-FDA906DFA7C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DB68B3-61B5-4A2A-8745-6E5B214C0CF6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analyse </a:t>
          </a:r>
          <a:r>
            <a:rPr lang="en-GB" dirty="0"/>
            <a:t>issues with data use including cyber safety, security, privacy and ethics</a:t>
          </a:r>
          <a:endParaRPr lang="en-US" dirty="0"/>
        </a:p>
      </dgm:t>
    </dgm:pt>
    <dgm:pt modelId="{A15C0E53-AD6B-4D03-8B28-06E6CDD96ACC}" type="parTrans" cxnId="{7BB91A58-8B6D-4950-90A6-590E35714815}">
      <dgm:prSet/>
      <dgm:spPr/>
      <dgm:t>
        <a:bodyPr/>
        <a:lstStyle/>
        <a:p>
          <a:endParaRPr lang="en-US"/>
        </a:p>
      </dgm:t>
    </dgm:pt>
    <dgm:pt modelId="{88211CC6-D268-4F08-81F1-19AE93BCBD02}" type="sibTrans" cxnId="{7BB91A58-8B6D-4950-90A6-590E357148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AF6B0A-1F28-46D5-BE78-8BE8BB023590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explain how </a:t>
          </a:r>
          <a:r>
            <a:rPr lang="en-GB" dirty="0"/>
            <a:t>data is collected, who owns it, and how it will be protected</a:t>
          </a:r>
          <a:endParaRPr lang="en-US" dirty="0"/>
        </a:p>
      </dgm:t>
    </dgm:pt>
    <dgm:pt modelId="{B081C153-3CDF-4438-A889-98BB4ECFC4D6}" type="parTrans" cxnId="{769832C3-2152-451B-BB01-05274408DF19}">
      <dgm:prSet/>
      <dgm:spPr/>
      <dgm:t>
        <a:bodyPr/>
        <a:lstStyle/>
        <a:p>
          <a:endParaRPr lang="en-US"/>
        </a:p>
      </dgm:t>
    </dgm:pt>
    <dgm:pt modelId="{CFD0763E-C0B5-4AE9-9F44-8ECAFEDD94FF}" type="sibTrans" cxnId="{769832C3-2152-451B-BB01-05274408DF19}">
      <dgm:prSet/>
      <dgm:spPr/>
      <dgm:t>
        <a:bodyPr/>
        <a:lstStyle/>
        <a:p>
          <a:endParaRPr lang="en-US"/>
        </a:p>
      </dgm:t>
    </dgm:pt>
    <dgm:pt modelId="{F8147B0F-7D77-41FD-BD43-2FE513A6A99B}" type="pres">
      <dgm:prSet presAssocID="{58FED7D8-2AF4-43F9-9D7D-FDA906DFA7CB}" presName="root" presStyleCnt="0">
        <dgm:presLayoutVars>
          <dgm:dir/>
          <dgm:resizeHandles val="exact"/>
        </dgm:presLayoutVars>
      </dgm:prSet>
      <dgm:spPr/>
    </dgm:pt>
    <dgm:pt modelId="{DAE71023-E79C-46D5-B4DB-26EB6B6F6282}" type="pres">
      <dgm:prSet presAssocID="{58FED7D8-2AF4-43F9-9D7D-FDA906DFA7CB}" presName="container" presStyleCnt="0">
        <dgm:presLayoutVars>
          <dgm:dir/>
          <dgm:resizeHandles val="exact"/>
        </dgm:presLayoutVars>
      </dgm:prSet>
      <dgm:spPr/>
    </dgm:pt>
    <dgm:pt modelId="{4073D8BD-05A7-4F65-A20E-CA668C36BAC5}" type="pres">
      <dgm:prSet presAssocID="{A3DB68B3-61B5-4A2A-8745-6E5B214C0CF6}" presName="compNode" presStyleCnt="0"/>
      <dgm:spPr/>
    </dgm:pt>
    <dgm:pt modelId="{235EA6AB-9794-4DE3-B907-CBFB2FA83E0E}" type="pres">
      <dgm:prSet presAssocID="{A3DB68B3-61B5-4A2A-8745-6E5B214C0CF6}" presName="iconBgRect" presStyleLbl="bgShp" presStyleIdx="0" presStyleCnt="2"/>
      <dgm:spPr/>
    </dgm:pt>
    <dgm:pt modelId="{4600D7EC-7CE0-4EF2-85B2-6D7EDF764098}" type="pres">
      <dgm:prSet presAssocID="{A3DB68B3-61B5-4A2A-8745-6E5B214C0CF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C108645F-DFD4-4080-AC9B-058139FB85D4}" type="pres">
      <dgm:prSet presAssocID="{A3DB68B3-61B5-4A2A-8745-6E5B214C0CF6}" presName="spaceRect" presStyleCnt="0"/>
      <dgm:spPr/>
    </dgm:pt>
    <dgm:pt modelId="{E9E97D98-0561-4441-9BB5-D36164EE2222}" type="pres">
      <dgm:prSet presAssocID="{A3DB68B3-61B5-4A2A-8745-6E5B214C0CF6}" presName="textRect" presStyleLbl="revTx" presStyleIdx="0" presStyleCnt="2">
        <dgm:presLayoutVars>
          <dgm:chMax val="1"/>
          <dgm:chPref val="1"/>
        </dgm:presLayoutVars>
      </dgm:prSet>
      <dgm:spPr/>
    </dgm:pt>
    <dgm:pt modelId="{CE50CF1D-D207-4430-B1FC-4718C9FDAD7A}" type="pres">
      <dgm:prSet presAssocID="{88211CC6-D268-4F08-81F1-19AE93BCBD02}" presName="sibTrans" presStyleLbl="sibTrans2D1" presStyleIdx="0" presStyleCnt="0"/>
      <dgm:spPr/>
    </dgm:pt>
    <dgm:pt modelId="{FBBE2951-FD43-4D3F-858A-F65CAB1B8635}" type="pres">
      <dgm:prSet presAssocID="{BBAF6B0A-1F28-46D5-BE78-8BE8BB023590}" presName="compNode" presStyleCnt="0"/>
      <dgm:spPr/>
    </dgm:pt>
    <dgm:pt modelId="{F1D4F30B-62D4-4C8C-B939-569B0FDAC362}" type="pres">
      <dgm:prSet presAssocID="{BBAF6B0A-1F28-46D5-BE78-8BE8BB023590}" presName="iconBgRect" presStyleLbl="bgShp" presStyleIdx="1" presStyleCnt="2"/>
      <dgm:spPr/>
    </dgm:pt>
    <dgm:pt modelId="{7F443791-2542-43E8-97AA-7FE2D1F20CF2}" type="pres">
      <dgm:prSet presAssocID="{BBAF6B0A-1F28-46D5-BE78-8BE8BB02359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1B01130-D6A0-41DD-9F9D-53DDE864C6F0}" type="pres">
      <dgm:prSet presAssocID="{BBAF6B0A-1F28-46D5-BE78-8BE8BB023590}" presName="spaceRect" presStyleCnt="0"/>
      <dgm:spPr/>
    </dgm:pt>
    <dgm:pt modelId="{9A6D6DE9-43EF-42A8-9E8A-DCD503F7C546}" type="pres">
      <dgm:prSet presAssocID="{BBAF6B0A-1F28-46D5-BE78-8BE8BB02359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6326722-E284-4458-BBF1-017C08BDA3EE}" type="presOf" srcId="{58FED7D8-2AF4-43F9-9D7D-FDA906DFA7CB}" destId="{F8147B0F-7D77-41FD-BD43-2FE513A6A99B}" srcOrd="0" destOrd="0" presId="urn:microsoft.com/office/officeart/2018/2/layout/IconCircleList"/>
    <dgm:cxn modelId="{E80D9875-F51D-4F85-BA9F-AB9F0C7EA743}" type="presOf" srcId="{BBAF6B0A-1F28-46D5-BE78-8BE8BB023590}" destId="{9A6D6DE9-43EF-42A8-9E8A-DCD503F7C546}" srcOrd="0" destOrd="0" presId="urn:microsoft.com/office/officeart/2018/2/layout/IconCircleList"/>
    <dgm:cxn modelId="{8B6F2157-6B80-48DE-BBBE-D2BC1DB32318}" type="presOf" srcId="{A3DB68B3-61B5-4A2A-8745-6E5B214C0CF6}" destId="{E9E97D98-0561-4441-9BB5-D36164EE2222}" srcOrd="0" destOrd="0" presId="urn:microsoft.com/office/officeart/2018/2/layout/IconCircleList"/>
    <dgm:cxn modelId="{7BB91A58-8B6D-4950-90A6-590E35714815}" srcId="{58FED7D8-2AF4-43F9-9D7D-FDA906DFA7CB}" destId="{A3DB68B3-61B5-4A2A-8745-6E5B214C0CF6}" srcOrd="0" destOrd="0" parTransId="{A15C0E53-AD6B-4D03-8B28-06E6CDD96ACC}" sibTransId="{88211CC6-D268-4F08-81F1-19AE93BCBD02}"/>
    <dgm:cxn modelId="{5B41B986-798B-4380-A7EB-7D84B9F5B81E}" type="presOf" srcId="{88211CC6-D268-4F08-81F1-19AE93BCBD02}" destId="{CE50CF1D-D207-4430-B1FC-4718C9FDAD7A}" srcOrd="0" destOrd="0" presId="urn:microsoft.com/office/officeart/2018/2/layout/IconCircleList"/>
    <dgm:cxn modelId="{769832C3-2152-451B-BB01-05274408DF19}" srcId="{58FED7D8-2AF4-43F9-9D7D-FDA906DFA7CB}" destId="{BBAF6B0A-1F28-46D5-BE78-8BE8BB023590}" srcOrd="1" destOrd="0" parTransId="{B081C153-3CDF-4438-A889-98BB4ECFC4D6}" sibTransId="{CFD0763E-C0B5-4AE9-9F44-8ECAFEDD94FF}"/>
    <dgm:cxn modelId="{8063F4C1-C83B-4724-AF69-8ECBDD123DDE}" type="presParOf" srcId="{F8147B0F-7D77-41FD-BD43-2FE513A6A99B}" destId="{DAE71023-E79C-46D5-B4DB-26EB6B6F6282}" srcOrd="0" destOrd="0" presId="urn:microsoft.com/office/officeart/2018/2/layout/IconCircleList"/>
    <dgm:cxn modelId="{EA6F2F8B-2533-4879-8F41-44BFB535CFCE}" type="presParOf" srcId="{DAE71023-E79C-46D5-B4DB-26EB6B6F6282}" destId="{4073D8BD-05A7-4F65-A20E-CA668C36BAC5}" srcOrd="0" destOrd="0" presId="urn:microsoft.com/office/officeart/2018/2/layout/IconCircleList"/>
    <dgm:cxn modelId="{34BDC2B3-43EA-4E12-B5A3-7929C8433477}" type="presParOf" srcId="{4073D8BD-05A7-4F65-A20E-CA668C36BAC5}" destId="{235EA6AB-9794-4DE3-B907-CBFB2FA83E0E}" srcOrd="0" destOrd="0" presId="urn:microsoft.com/office/officeart/2018/2/layout/IconCircleList"/>
    <dgm:cxn modelId="{4B838BD8-68FB-4286-A806-1D132DB19893}" type="presParOf" srcId="{4073D8BD-05A7-4F65-A20E-CA668C36BAC5}" destId="{4600D7EC-7CE0-4EF2-85B2-6D7EDF764098}" srcOrd="1" destOrd="0" presId="urn:microsoft.com/office/officeart/2018/2/layout/IconCircleList"/>
    <dgm:cxn modelId="{D5CC5738-AB9B-4CEA-B4C7-177284B1856C}" type="presParOf" srcId="{4073D8BD-05A7-4F65-A20E-CA668C36BAC5}" destId="{C108645F-DFD4-4080-AC9B-058139FB85D4}" srcOrd="2" destOrd="0" presId="urn:microsoft.com/office/officeart/2018/2/layout/IconCircleList"/>
    <dgm:cxn modelId="{47CFED78-1416-4A90-B097-727ED537CF19}" type="presParOf" srcId="{4073D8BD-05A7-4F65-A20E-CA668C36BAC5}" destId="{E9E97D98-0561-4441-9BB5-D36164EE2222}" srcOrd="3" destOrd="0" presId="urn:microsoft.com/office/officeart/2018/2/layout/IconCircleList"/>
    <dgm:cxn modelId="{475D5AC1-3D19-4C5C-9F79-E8BF0C2F44F4}" type="presParOf" srcId="{DAE71023-E79C-46D5-B4DB-26EB6B6F6282}" destId="{CE50CF1D-D207-4430-B1FC-4718C9FDAD7A}" srcOrd="1" destOrd="0" presId="urn:microsoft.com/office/officeart/2018/2/layout/IconCircleList"/>
    <dgm:cxn modelId="{E7945D21-D0A7-4CC3-8A9A-7B383A54D3C3}" type="presParOf" srcId="{DAE71023-E79C-46D5-B4DB-26EB6B6F6282}" destId="{FBBE2951-FD43-4D3F-858A-F65CAB1B8635}" srcOrd="2" destOrd="0" presId="urn:microsoft.com/office/officeart/2018/2/layout/IconCircleList"/>
    <dgm:cxn modelId="{EAAFCE0C-7746-458C-8F87-E3110D933A88}" type="presParOf" srcId="{FBBE2951-FD43-4D3F-858A-F65CAB1B8635}" destId="{F1D4F30B-62D4-4C8C-B939-569B0FDAC362}" srcOrd="0" destOrd="0" presId="urn:microsoft.com/office/officeart/2018/2/layout/IconCircleList"/>
    <dgm:cxn modelId="{A06F664E-0E43-4546-B65F-A1C51AFA038B}" type="presParOf" srcId="{FBBE2951-FD43-4D3F-858A-F65CAB1B8635}" destId="{7F443791-2542-43E8-97AA-7FE2D1F20CF2}" srcOrd="1" destOrd="0" presId="urn:microsoft.com/office/officeart/2018/2/layout/IconCircleList"/>
    <dgm:cxn modelId="{54E7BDC2-8984-4BAD-961D-85A31E1031D7}" type="presParOf" srcId="{FBBE2951-FD43-4D3F-858A-F65CAB1B8635}" destId="{91B01130-D6A0-41DD-9F9D-53DDE864C6F0}" srcOrd="2" destOrd="0" presId="urn:microsoft.com/office/officeart/2018/2/layout/IconCircleList"/>
    <dgm:cxn modelId="{107B8CF6-05BA-4675-88C1-BBB61C30B6B8}" type="presParOf" srcId="{FBBE2951-FD43-4D3F-858A-F65CAB1B8635}" destId="{9A6D6DE9-43EF-42A8-9E8A-DCD503F7C54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14FF03-1C2B-44ED-B460-BB4BFA119C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BC86D8A-9A48-4A88-A7F7-E06FAD3D74FF}">
      <dgm:prSet/>
      <dgm:spPr/>
      <dgm:t>
        <a:bodyPr/>
        <a:lstStyle/>
        <a:p>
          <a:r>
            <a:rPr lang="en-US" b="0" i="0" baseline="0"/>
            <a:t>Information systems operate within a </a:t>
          </a:r>
          <a:r>
            <a:rPr lang="en-US" b="1" i="0" baseline="0"/>
            <a:t>real-world context</a:t>
          </a:r>
          <a:endParaRPr lang="en-US"/>
        </a:p>
      </dgm:t>
    </dgm:pt>
    <dgm:pt modelId="{525AC5BF-AD72-48E1-ABA3-DF5813435A59}" type="parTrans" cxnId="{809DCCA6-72EE-4138-85D6-5397E349B5C6}">
      <dgm:prSet/>
      <dgm:spPr/>
      <dgm:t>
        <a:bodyPr/>
        <a:lstStyle/>
        <a:p>
          <a:endParaRPr lang="en-US"/>
        </a:p>
      </dgm:t>
    </dgm:pt>
    <dgm:pt modelId="{7E6A8492-E1BE-484E-AE73-40C516E88250}" type="sibTrans" cxnId="{809DCCA6-72EE-4138-85D6-5397E349B5C6}">
      <dgm:prSet/>
      <dgm:spPr/>
      <dgm:t>
        <a:bodyPr/>
        <a:lstStyle/>
        <a:p>
          <a:endParaRPr lang="en-US"/>
        </a:p>
      </dgm:t>
    </dgm:pt>
    <dgm:pt modelId="{6E9490A8-A023-4A0E-8C46-4F2CF7039D7C}">
      <dgm:prSet/>
      <dgm:spPr/>
      <dgm:t>
        <a:bodyPr/>
        <a:lstStyle/>
        <a:p>
          <a:r>
            <a:rPr lang="en-US" b="0" i="0" baseline="0"/>
            <a:t>Successful systems consider:</a:t>
          </a:r>
          <a:endParaRPr lang="en-US"/>
        </a:p>
      </dgm:t>
    </dgm:pt>
    <dgm:pt modelId="{D0C1F1BD-26BE-494B-97B7-78647D9E220A}" type="parTrans" cxnId="{403F84F2-E4C4-4A15-8D88-A45947AA87C1}">
      <dgm:prSet/>
      <dgm:spPr/>
      <dgm:t>
        <a:bodyPr/>
        <a:lstStyle/>
        <a:p>
          <a:endParaRPr lang="en-US"/>
        </a:p>
      </dgm:t>
    </dgm:pt>
    <dgm:pt modelId="{2A53BC38-BFB2-46B0-8D33-8CD1C63DF159}" type="sibTrans" cxnId="{403F84F2-E4C4-4A15-8D88-A45947AA87C1}">
      <dgm:prSet/>
      <dgm:spPr/>
      <dgm:t>
        <a:bodyPr/>
        <a:lstStyle/>
        <a:p>
          <a:endParaRPr lang="en-US"/>
        </a:p>
      </dgm:t>
    </dgm:pt>
    <dgm:pt modelId="{42D794C5-CE93-42F6-9617-ED3427133FAB}">
      <dgm:prSet/>
      <dgm:spPr/>
      <dgm:t>
        <a:bodyPr/>
        <a:lstStyle/>
        <a:p>
          <a:r>
            <a:rPr lang="en-US" b="0" i="0" baseline="0"/>
            <a:t>People</a:t>
          </a:r>
          <a:endParaRPr lang="en-US"/>
        </a:p>
      </dgm:t>
    </dgm:pt>
    <dgm:pt modelId="{42DDBEDD-369B-4B7C-91B6-953FC467909F}" type="parTrans" cxnId="{2874F015-A7CB-48CF-87DA-59ECFBB02F66}">
      <dgm:prSet/>
      <dgm:spPr/>
      <dgm:t>
        <a:bodyPr/>
        <a:lstStyle/>
        <a:p>
          <a:endParaRPr lang="en-US"/>
        </a:p>
      </dgm:t>
    </dgm:pt>
    <dgm:pt modelId="{1C0DB665-B2AC-421E-9C0A-079F619D130D}" type="sibTrans" cxnId="{2874F015-A7CB-48CF-87DA-59ECFBB02F66}">
      <dgm:prSet/>
      <dgm:spPr/>
      <dgm:t>
        <a:bodyPr/>
        <a:lstStyle/>
        <a:p>
          <a:endParaRPr lang="en-US"/>
        </a:p>
      </dgm:t>
    </dgm:pt>
    <dgm:pt modelId="{1A16B672-0597-405B-B92F-35F5EEDA11BB}">
      <dgm:prSet/>
      <dgm:spPr/>
      <dgm:t>
        <a:bodyPr/>
        <a:lstStyle/>
        <a:p>
          <a:r>
            <a:rPr lang="en-US" b="0" i="0" baseline="0"/>
            <a:t>Processes</a:t>
          </a:r>
          <a:endParaRPr lang="en-US"/>
        </a:p>
      </dgm:t>
    </dgm:pt>
    <dgm:pt modelId="{6E1B08BD-64FC-4526-9FCB-6FDF25C23FF4}" type="parTrans" cxnId="{CF3F58D4-90F1-46F0-8D2F-781411030668}">
      <dgm:prSet/>
      <dgm:spPr/>
      <dgm:t>
        <a:bodyPr/>
        <a:lstStyle/>
        <a:p>
          <a:endParaRPr lang="en-US"/>
        </a:p>
      </dgm:t>
    </dgm:pt>
    <dgm:pt modelId="{A145A0E0-1875-4BE9-B65B-54828629BBED}" type="sibTrans" cxnId="{CF3F58D4-90F1-46F0-8D2F-781411030668}">
      <dgm:prSet/>
      <dgm:spPr/>
      <dgm:t>
        <a:bodyPr/>
        <a:lstStyle/>
        <a:p>
          <a:endParaRPr lang="en-US"/>
        </a:p>
      </dgm:t>
    </dgm:pt>
    <dgm:pt modelId="{34AD136E-2DE8-43EE-B357-CF63D6E3EF59}">
      <dgm:prSet/>
      <dgm:spPr/>
      <dgm:t>
        <a:bodyPr/>
        <a:lstStyle/>
        <a:p>
          <a:r>
            <a:rPr lang="en-US" b="0" i="0" baseline="0"/>
            <a:t>Technology</a:t>
          </a:r>
          <a:endParaRPr lang="en-US"/>
        </a:p>
      </dgm:t>
    </dgm:pt>
    <dgm:pt modelId="{88E4726C-8B57-430E-A7B2-64070950665A}" type="parTrans" cxnId="{A462B2B5-2CEC-4132-8052-DE12A3F4DF4E}">
      <dgm:prSet/>
      <dgm:spPr/>
      <dgm:t>
        <a:bodyPr/>
        <a:lstStyle/>
        <a:p>
          <a:endParaRPr lang="en-US"/>
        </a:p>
      </dgm:t>
    </dgm:pt>
    <dgm:pt modelId="{42F52F0C-DD52-4EBC-ACB0-9203E8BA5045}" type="sibTrans" cxnId="{A462B2B5-2CEC-4132-8052-DE12A3F4DF4E}">
      <dgm:prSet/>
      <dgm:spPr/>
      <dgm:t>
        <a:bodyPr/>
        <a:lstStyle/>
        <a:p>
          <a:endParaRPr lang="en-US"/>
        </a:p>
      </dgm:t>
    </dgm:pt>
    <dgm:pt modelId="{3596FDFA-FA55-428C-8CB5-B91B1167E0FC}">
      <dgm:prSet/>
      <dgm:spPr/>
      <dgm:t>
        <a:bodyPr/>
        <a:lstStyle/>
        <a:p>
          <a:r>
            <a:rPr lang="en-US" b="0" i="0" baseline="0"/>
            <a:t>Environment</a:t>
          </a:r>
          <a:endParaRPr lang="en-US"/>
        </a:p>
      </dgm:t>
    </dgm:pt>
    <dgm:pt modelId="{74879128-D364-49D6-8F20-E8702791909E}" type="parTrans" cxnId="{9D0FCB17-49F4-46CD-AEC4-8D5054046EB1}">
      <dgm:prSet/>
      <dgm:spPr/>
      <dgm:t>
        <a:bodyPr/>
        <a:lstStyle/>
        <a:p>
          <a:endParaRPr lang="en-US"/>
        </a:p>
      </dgm:t>
    </dgm:pt>
    <dgm:pt modelId="{1AAD9986-3DBE-4EE3-B55F-BC6EBC7A664B}" type="sibTrans" cxnId="{9D0FCB17-49F4-46CD-AEC4-8D5054046EB1}">
      <dgm:prSet/>
      <dgm:spPr/>
      <dgm:t>
        <a:bodyPr/>
        <a:lstStyle/>
        <a:p>
          <a:endParaRPr lang="en-US"/>
        </a:p>
      </dgm:t>
    </dgm:pt>
    <dgm:pt modelId="{40AC79D7-A74E-461B-9A7E-F8093E89E85C}">
      <dgm:prSet/>
      <dgm:spPr/>
      <dgm:t>
        <a:bodyPr/>
        <a:lstStyle/>
        <a:p>
          <a:r>
            <a:rPr lang="en-US" b="0" i="0" baseline="0"/>
            <a:t>Cybersecurity is essential for systems that operate online</a:t>
          </a:r>
          <a:endParaRPr lang="en-US"/>
        </a:p>
      </dgm:t>
    </dgm:pt>
    <dgm:pt modelId="{460A41FE-9574-40CA-967F-8D80EA36BDF7}" type="parTrans" cxnId="{0FE779F8-1009-4CBD-A0EB-80910C115633}">
      <dgm:prSet/>
      <dgm:spPr/>
      <dgm:t>
        <a:bodyPr/>
        <a:lstStyle/>
        <a:p>
          <a:endParaRPr lang="en-US"/>
        </a:p>
      </dgm:t>
    </dgm:pt>
    <dgm:pt modelId="{C7EDAB53-F4B5-4786-B2FB-A0CF2B72365A}" type="sibTrans" cxnId="{0FE779F8-1009-4CBD-A0EB-80910C115633}">
      <dgm:prSet/>
      <dgm:spPr/>
      <dgm:t>
        <a:bodyPr/>
        <a:lstStyle/>
        <a:p>
          <a:endParaRPr lang="en-US"/>
        </a:p>
      </dgm:t>
    </dgm:pt>
    <dgm:pt modelId="{0F2BAD41-F116-4118-A407-7AE51C321DDC}" type="pres">
      <dgm:prSet presAssocID="{9514FF03-1C2B-44ED-B460-BB4BFA119C56}" presName="root" presStyleCnt="0">
        <dgm:presLayoutVars>
          <dgm:dir/>
          <dgm:resizeHandles val="exact"/>
        </dgm:presLayoutVars>
      </dgm:prSet>
      <dgm:spPr/>
    </dgm:pt>
    <dgm:pt modelId="{82A97D70-CBE9-4430-AF94-16EA539B7F96}" type="pres">
      <dgm:prSet presAssocID="{FBC86D8A-9A48-4A88-A7F7-E06FAD3D74FF}" presName="compNode" presStyleCnt="0"/>
      <dgm:spPr/>
    </dgm:pt>
    <dgm:pt modelId="{12D0A45E-9F66-4CE7-9538-0108A9D4761C}" type="pres">
      <dgm:prSet presAssocID="{FBC86D8A-9A48-4A88-A7F7-E06FAD3D74FF}" presName="bgRect" presStyleLbl="bgShp" presStyleIdx="0" presStyleCnt="3"/>
      <dgm:spPr/>
    </dgm:pt>
    <dgm:pt modelId="{E1683489-0E57-412E-816D-41E589566057}" type="pres">
      <dgm:prSet presAssocID="{FBC86D8A-9A48-4A88-A7F7-E06FAD3D74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45995BE-40F6-4663-8F4F-EA962C068B63}" type="pres">
      <dgm:prSet presAssocID="{FBC86D8A-9A48-4A88-A7F7-E06FAD3D74FF}" presName="spaceRect" presStyleCnt="0"/>
      <dgm:spPr/>
    </dgm:pt>
    <dgm:pt modelId="{B24EBAF8-DE08-42FC-B533-31624923F832}" type="pres">
      <dgm:prSet presAssocID="{FBC86D8A-9A48-4A88-A7F7-E06FAD3D74FF}" presName="parTx" presStyleLbl="revTx" presStyleIdx="0" presStyleCnt="4">
        <dgm:presLayoutVars>
          <dgm:chMax val="0"/>
          <dgm:chPref val="0"/>
        </dgm:presLayoutVars>
      </dgm:prSet>
      <dgm:spPr/>
    </dgm:pt>
    <dgm:pt modelId="{E612ED0C-828C-4C30-871D-653D0B95788D}" type="pres">
      <dgm:prSet presAssocID="{7E6A8492-E1BE-484E-AE73-40C516E88250}" presName="sibTrans" presStyleCnt="0"/>
      <dgm:spPr/>
    </dgm:pt>
    <dgm:pt modelId="{35DD5A39-61AE-4C4B-8A0C-6138C9C2E03C}" type="pres">
      <dgm:prSet presAssocID="{6E9490A8-A023-4A0E-8C46-4F2CF7039D7C}" presName="compNode" presStyleCnt="0"/>
      <dgm:spPr/>
    </dgm:pt>
    <dgm:pt modelId="{623FD6FD-820B-49C7-8611-FEE454B2B896}" type="pres">
      <dgm:prSet presAssocID="{6E9490A8-A023-4A0E-8C46-4F2CF7039D7C}" presName="bgRect" presStyleLbl="bgShp" presStyleIdx="1" presStyleCnt="3"/>
      <dgm:spPr/>
    </dgm:pt>
    <dgm:pt modelId="{1087C20A-F18A-4722-89C3-8EA2590E22F3}" type="pres">
      <dgm:prSet presAssocID="{6E9490A8-A023-4A0E-8C46-4F2CF7039D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962DDA2-401D-45E9-9C75-130A307E7140}" type="pres">
      <dgm:prSet presAssocID="{6E9490A8-A023-4A0E-8C46-4F2CF7039D7C}" presName="spaceRect" presStyleCnt="0"/>
      <dgm:spPr/>
    </dgm:pt>
    <dgm:pt modelId="{FD09A883-B50E-403D-A2B7-A87B3CDE9FBF}" type="pres">
      <dgm:prSet presAssocID="{6E9490A8-A023-4A0E-8C46-4F2CF7039D7C}" presName="parTx" presStyleLbl="revTx" presStyleIdx="1" presStyleCnt="4">
        <dgm:presLayoutVars>
          <dgm:chMax val="0"/>
          <dgm:chPref val="0"/>
        </dgm:presLayoutVars>
      </dgm:prSet>
      <dgm:spPr/>
    </dgm:pt>
    <dgm:pt modelId="{3549DA54-6718-4F7E-893F-638C43BD87F8}" type="pres">
      <dgm:prSet presAssocID="{6E9490A8-A023-4A0E-8C46-4F2CF7039D7C}" presName="desTx" presStyleLbl="revTx" presStyleIdx="2" presStyleCnt="4">
        <dgm:presLayoutVars/>
      </dgm:prSet>
      <dgm:spPr/>
    </dgm:pt>
    <dgm:pt modelId="{34253DD0-9598-41D0-A456-AB56FBE354FC}" type="pres">
      <dgm:prSet presAssocID="{2A53BC38-BFB2-46B0-8D33-8CD1C63DF159}" presName="sibTrans" presStyleCnt="0"/>
      <dgm:spPr/>
    </dgm:pt>
    <dgm:pt modelId="{519BC1B4-CC1E-4DFC-AC88-8513C8307DDE}" type="pres">
      <dgm:prSet presAssocID="{40AC79D7-A74E-461B-9A7E-F8093E89E85C}" presName="compNode" presStyleCnt="0"/>
      <dgm:spPr/>
    </dgm:pt>
    <dgm:pt modelId="{AB006DC4-C6A9-4CAB-8089-0A9E527B92B2}" type="pres">
      <dgm:prSet presAssocID="{40AC79D7-A74E-461B-9A7E-F8093E89E85C}" presName="bgRect" presStyleLbl="bgShp" presStyleIdx="2" presStyleCnt="3"/>
      <dgm:spPr/>
    </dgm:pt>
    <dgm:pt modelId="{60A57FBB-EB58-47BB-AE25-96E50536091C}" type="pres">
      <dgm:prSet presAssocID="{40AC79D7-A74E-461B-9A7E-F8093E89E8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CC0A08B-BAB8-4F6C-8882-77FDC6CB4CA8}" type="pres">
      <dgm:prSet presAssocID="{40AC79D7-A74E-461B-9A7E-F8093E89E85C}" presName="spaceRect" presStyleCnt="0"/>
      <dgm:spPr/>
    </dgm:pt>
    <dgm:pt modelId="{1E1951B6-E473-4956-9682-B57594097100}" type="pres">
      <dgm:prSet presAssocID="{40AC79D7-A74E-461B-9A7E-F8093E89E85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874F015-A7CB-48CF-87DA-59ECFBB02F66}" srcId="{6E9490A8-A023-4A0E-8C46-4F2CF7039D7C}" destId="{42D794C5-CE93-42F6-9617-ED3427133FAB}" srcOrd="0" destOrd="0" parTransId="{42DDBEDD-369B-4B7C-91B6-953FC467909F}" sibTransId="{1C0DB665-B2AC-421E-9C0A-079F619D130D}"/>
    <dgm:cxn modelId="{9D0FCB17-49F4-46CD-AEC4-8D5054046EB1}" srcId="{6E9490A8-A023-4A0E-8C46-4F2CF7039D7C}" destId="{3596FDFA-FA55-428C-8CB5-B91B1167E0FC}" srcOrd="3" destOrd="0" parTransId="{74879128-D364-49D6-8F20-E8702791909E}" sibTransId="{1AAD9986-3DBE-4EE3-B55F-BC6EBC7A664B}"/>
    <dgm:cxn modelId="{D1CD4E22-423B-4E49-8422-6D142EDB7CF9}" type="presOf" srcId="{6E9490A8-A023-4A0E-8C46-4F2CF7039D7C}" destId="{FD09A883-B50E-403D-A2B7-A87B3CDE9FBF}" srcOrd="0" destOrd="0" presId="urn:microsoft.com/office/officeart/2018/2/layout/IconVerticalSolidList"/>
    <dgm:cxn modelId="{B8098365-2A7E-4B00-B51E-1D4FEC8554CE}" type="presOf" srcId="{40AC79D7-A74E-461B-9A7E-F8093E89E85C}" destId="{1E1951B6-E473-4956-9682-B57594097100}" srcOrd="0" destOrd="0" presId="urn:microsoft.com/office/officeart/2018/2/layout/IconVerticalSolidList"/>
    <dgm:cxn modelId="{0ADB4E4D-5CDC-4563-BC2A-846E23100F99}" type="presOf" srcId="{3596FDFA-FA55-428C-8CB5-B91B1167E0FC}" destId="{3549DA54-6718-4F7E-893F-638C43BD87F8}" srcOrd="0" destOrd="3" presId="urn:microsoft.com/office/officeart/2018/2/layout/IconVerticalSolidList"/>
    <dgm:cxn modelId="{3941BB7D-C97B-44D5-A282-AEC206F094FB}" type="presOf" srcId="{FBC86D8A-9A48-4A88-A7F7-E06FAD3D74FF}" destId="{B24EBAF8-DE08-42FC-B533-31624923F832}" srcOrd="0" destOrd="0" presId="urn:microsoft.com/office/officeart/2018/2/layout/IconVerticalSolidList"/>
    <dgm:cxn modelId="{5E8E9290-4488-43EE-B704-E795A9BA79EC}" type="presOf" srcId="{9514FF03-1C2B-44ED-B460-BB4BFA119C56}" destId="{0F2BAD41-F116-4118-A407-7AE51C321DDC}" srcOrd="0" destOrd="0" presId="urn:microsoft.com/office/officeart/2018/2/layout/IconVerticalSolidList"/>
    <dgm:cxn modelId="{21EBB693-0B63-4E1D-A056-D656C4C5A036}" type="presOf" srcId="{42D794C5-CE93-42F6-9617-ED3427133FAB}" destId="{3549DA54-6718-4F7E-893F-638C43BD87F8}" srcOrd="0" destOrd="0" presId="urn:microsoft.com/office/officeart/2018/2/layout/IconVerticalSolidList"/>
    <dgm:cxn modelId="{809DCCA6-72EE-4138-85D6-5397E349B5C6}" srcId="{9514FF03-1C2B-44ED-B460-BB4BFA119C56}" destId="{FBC86D8A-9A48-4A88-A7F7-E06FAD3D74FF}" srcOrd="0" destOrd="0" parTransId="{525AC5BF-AD72-48E1-ABA3-DF5813435A59}" sibTransId="{7E6A8492-E1BE-484E-AE73-40C516E88250}"/>
    <dgm:cxn modelId="{A462B2B5-2CEC-4132-8052-DE12A3F4DF4E}" srcId="{6E9490A8-A023-4A0E-8C46-4F2CF7039D7C}" destId="{34AD136E-2DE8-43EE-B357-CF63D6E3EF59}" srcOrd="2" destOrd="0" parTransId="{88E4726C-8B57-430E-A7B2-64070950665A}" sibTransId="{42F52F0C-DD52-4EBC-ACB0-9203E8BA5045}"/>
    <dgm:cxn modelId="{C8BB9DB6-55E2-4A53-9561-03DBE36ADECF}" type="presOf" srcId="{1A16B672-0597-405B-B92F-35F5EEDA11BB}" destId="{3549DA54-6718-4F7E-893F-638C43BD87F8}" srcOrd="0" destOrd="1" presId="urn:microsoft.com/office/officeart/2018/2/layout/IconVerticalSolidList"/>
    <dgm:cxn modelId="{CF3F58D4-90F1-46F0-8D2F-781411030668}" srcId="{6E9490A8-A023-4A0E-8C46-4F2CF7039D7C}" destId="{1A16B672-0597-405B-B92F-35F5EEDA11BB}" srcOrd="1" destOrd="0" parTransId="{6E1B08BD-64FC-4526-9FCB-6FDF25C23FF4}" sibTransId="{A145A0E0-1875-4BE9-B65B-54828629BBED}"/>
    <dgm:cxn modelId="{9D8B53E2-8A26-4220-B6CD-901CB25A6E02}" type="presOf" srcId="{34AD136E-2DE8-43EE-B357-CF63D6E3EF59}" destId="{3549DA54-6718-4F7E-893F-638C43BD87F8}" srcOrd="0" destOrd="2" presId="urn:microsoft.com/office/officeart/2018/2/layout/IconVerticalSolidList"/>
    <dgm:cxn modelId="{403F84F2-E4C4-4A15-8D88-A45947AA87C1}" srcId="{9514FF03-1C2B-44ED-B460-BB4BFA119C56}" destId="{6E9490A8-A023-4A0E-8C46-4F2CF7039D7C}" srcOrd="1" destOrd="0" parTransId="{D0C1F1BD-26BE-494B-97B7-78647D9E220A}" sibTransId="{2A53BC38-BFB2-46B0-8D33-8CD1C63DF159}"/>
    <dgm:cxn modelId="{0FE779F8-1009-4CBD-A0EB-80910C115633}" srcId="{9514FF03-1C2B-44ED-B460-BB4BFA119C56}" destId="{40AC79D7-A74E-461B-9A7E-F8093E89E85C}" srcOrd="2" destOrd="0" parTransId="{460A41FE-9574-40CA-967F-8D80EA36BDF7}" sibTransId="{C7EDAB53-F4B5-4786-B2FB-A0CF2B72365A}"/>
    <dgm:cxn modelId="{E99415AA-1587-4B54-B12D-0586E40097C7}" type="presParOf" srcId="{0F2BAD41-F116-4118-A407-7AE51C321DDC}" destId="{82A97D70-CBE9-4430-AF94-16EA539B7F96}" srcOrd="0" destOrd="0" presId="urn:microsoft.com/office/officeart/2018/2/layout/IconVerticalSolidList"/>
    <dgm:cxn modelId="{6A1B4E88-5D9F-4E33-9BFC-754BD733159B}" type="presParOf" srcId="{82A97D70-CBE9-4430-AF94-16EA539B7F96}" destId="{12D0A45E-9F66-4CE7-9538-0108A9D4761C}" srcOrd="0" destOrd="0" presId="urn:microsoft.com/office/officeart/2018/2/layout/IconVerticalSolidList"/>
    <dgm:cxn modelId="{406B704B-DDBF-47D8-BFC0-344FA0AF0474}" type="presParOf" srcId="{82A97D70-CBE9-4430-AF94-16EA539B7F96}" destId="{E1683489-0E57-412E-816D-41E589566057}" srcOrd="1" destOrd="0" presId="urn:microsoft.com/office/officeart/2018/2/layout/IconVerticalSolidList"/>
    <dgm:cxn modelId="{925EFD2B-5BB8-47C7-8C87-43B91EEE04F7}" type="presParOf" srcId="{82A97D70-CBE9-4430-AF94-16EA539B7F96}" destId="{245995BE-40F6-4663-8F4F-EA962C068B63}" srcOrd="2" destOrd="0" presId="urn:microsoft.com/office/officeart/2018/2/layout/IconVerticalSolidList"/>
    <dgm:cxn modelId="{95AFDE7D-DF98-4AB2-BBCB-C867054060A0}" type="presParOf" srcId="{82A97D70-CBE9-4430-AF94-16EA539B7F96}" destId="{B24EBAF8-DE08-42FC-B533-31624923F832}" srcOrd="3" destOrd="0" presId="urn:microsoft.com/office/officeart/2018/2/layout/IconVerticalSolidList"/>
    <dgm:cxn modelId="{627F98BF-2566-44EA-B8AB-3EC83DDDD620}" type="presParOf" srcId="{0F2BAD41-F116-4118-A407-7AE51C321DDC}" destId="{E612ED0C-828C-4C30-871D-653D0B95788D}" srcOrd="1" destOrd="0" presId="urn:microsoft.com/office/officeart/2018/2/layout/IconVerticalSolidList"/>
    <dgm:cxn modelId="{F14FFBB8-5B88-4D7D-9829-E45B29C70AC4}" type="presParOf" srcId="{0F2BAD41-F116-4118-A407-7AE51C321DDC}" destId="{35DD5A39-61AE-4C4B-8A0C-6138C9C2E03C}" srcOrd="2" destOrd="0" presId="urn:microsoft.com/office/officeart/2018/2/layout/IconVerticalSolidList"/>
    <dgm:cxn modelId="{F5E5522F-9B1E-452E-BB9D-8063D1A1034B}" type="presParOf" srcId="{35DD5A39-61AE-4C4B-8A0C-6138C9C2E03C}" destId="{623FD6FD-820B-49C7-8611-FEE454B2B896}" srcOrd="0" destOrd="0" presId="urn:microsoft.com/office/officeart/2018/2/layout/IconVerticalSolidList"/>
    <dgm:cxn modelId="{EBAE2DE1-9732-4A8A-A245-D3D251275BF8}" type="presParOf" srcId="{35DD5A39-61AE-4C4B-8A0C-6138C9C2E03C}" destId="{1087C20A-F18A-4722-89C3-8EA2590E22F3}" srcOrd="1" destOrd="0" presId="urn:microsoft.com/office/officeart/2018/2/layout/IconVerticalSolidList"/>
    <dgm:cxn modelId="{08ED4EDD-783B-4952-AD05-79ADA494BA5F}" type="presParOf" srcId="{35DD5A39-61AE-4C4B-8A0C-6138C9C2E03C}" destId="{E962DDA2-401D-45E9-9C75-130A307E7140}" srcOrd="2" destOrd="0" presId="urn:microsoft.com/office/officeart/2018/2/layout/IconVerticalSolidList"/>
    <dgm:cxn modelId="{D16D6BF0-169C-4093-92FB-276B73897F4D}" type="presParOf" srcId="{35DD5A39-61AE-4C4B-8A0C-6138C9C2E03C}" destId="{FD09A883-B50E-403D-A2B7-A87B3CDE9FBF}" srcOrd="3" destOrd="0" presId="urn:microsoft.com/office/officeart/2018/2/layout/IconVerticalSolidList"/>
    <dgm:cxn modelId="{7CFD2A81-9CEC-4604-9614-4B73BE10FEAA}" type="presParOf" srcId="{35DD5A39-61AE-4C4B-8A0C-6138C9C2E03C}" destId="{3549DA54-6718-4F7E-893F-638C43BD87F8}" srcOrd="4" destOrd="0" presId="urn:microsoft.com/office/officeart/2018/2/layout/IconVerticalSolidList"/>
    <dgm:cxn modelId="{EE5EE839-26E1-40DB-9AFA-D8CED5FB970D}" type="presParOf" srcId="{0F2BAD41-F116-4118-A407-7AE51C321DDC}" destId="{34253DD0-9598-41D0-A456-AB56FBE354FC}" srcOrd="3" destOrd="0" presId="urn:microsoft.com/office/officeart/2018/2/layout/IconVerticalSolidList"/>
    <dgm:cxn modelId="{1EF539F9-A7AC-4F77-AB90-3686ACCE8F1E}" type="presParOf" srcId="{0F2BAD41-F116-4118-A407-7AE51C321DDC}" destId="{519BC1B4-CC1E-4DFC-AC88-8513C8307DDE}" srcOrd="4" destOrd="0" presId="urn:microsoft.com/office/officeart/2018/2/layout/IconVerticalSolidList"/>
    <dgm:cxn modelId="{F24671CD-5450-462A-A040-0B4A4DFDC619}" type="presParOf" srcId="{519BC1B4-CC1E-4DFC-AC88-8513C8307DDE}" destId="{AB006DC4-C6A9-4CAB-8089-0A9E527B92B2}" srcOrd="0" destOrd="0" presId="urn:microsoft.com/office/officeart/2018/2/layout/IconVerticalSolidList"/>
    <dgm:cxn modelId="{84C5E590-0BCA-4682-B345-207340C8CB91}" type="presParOf" srcId="{519BC1B4-CC1E-4DFC-AC88-8513C8307DDE}" destId="{60A57FBB-EB58-47BB-AE25-96E50536091C}" srcOrd="1" destOrd="0" presId="urn:microsoft.com/office/officeart/2018/2/layout/IconVerticalSolidList"/>
    <dgm:cxn modelId="{03BFCB13-3470-4292-AACF-C8AD246B1431}" type="presParOf" srcId="{519BC1B4-CC1E-4DFC-AC88-8513C8307DDE}" destId="{FCC0A08B-BAB8-4F6C-8882-77FDC6CB4CA8}" srcOrd="2" destOrd="0" presId="urn:microsoft.com/office/officeart/2018/2/layout/IconVerticalSolidList"/>
    <dgm:cxn modelId="{21DF9F99-99C3-40A6-B986-368709BC20C4}" type="presParOf" srcId="{519BC1B4-CC1E-4DFC-AC88-8513C8307DDE}" destId="{1E1951B6-E473-4956-9682-B575940971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BB9687-021A-4ABC-B84F-941ACD55B7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F26C61-AA98-4261-9A58-211EDF63DA37}">
      <dgm:prSet/>
      <dgm:spPr/>
      <dgm:t>
        <a:bodyPr/>
        <a:lstStyle/>
        <a:p>
          <a:r>
            <a:rPr lang="en-US" b="1" i="0" baseline="0"/>
            <a:t>A context diagram</a:t>
          </a:r>
          <a:r>
            <a:rPr lang="en-US" b="0" i="0" baseline="0"/>
            <a:t> shows:</a:t>
          </a:r>
          <a:endParaRPr lang="en-US"/>
        </a:p>
      </dgm:t>
    </dgm:pt>
    <dgm:pt modelId="{4212F517-0B43-42E4-A2F4-9428E36D2002}" type="parTrans" cxnId="{A912FB81-E538-49B6-B2F9-5BC9560C0454}">
      <dgm:prSet/>
      <dgm:spPr/>
      <dgm:t>
        <a:bodyPr/>
        <a:lstStyle/>
        <a:p>
          <a:endParaRPr lang="en-US"/>
        </a:p>
      </dgm:t>
    </dgm:pt>
    <dgm:pt modelId="{6F3C734E-23DD-4036-B30A-7339DAAB281D}" type="sibTrans" cxnId="{A912FB81-E538-49B6-B2F9-5BC9560C0454}">
      <dgm:prSet/>
      <dgm:spPr/>
      <dgm:t>
        <a:bodyPr/>
        <a:lstStyle/>
        <a:p>
          <a:endParaRPr lang="en-US"/>
        </a:p>
      </dgm:t>
    </dgm:pt>
    <dgm:pt modelId="{B6D12A91-ECE1-4B3C-BF6A-4DC526F03528}">
      <dgm:prSet/>
      <dgm:spPr/>
      <dgm:t>
        <a:bodyPr/>
        <a:lstStyle/>
        <a:p>
          <a:r>
            <a:rPr lang="en-US" b="0" i="0" baseline="0"/>
            <a:t>System components</a:t>
          </a:r>
          <a:endParaRPr lang="en-US"/>
        </a:p>
      </dgm:t>
    </dgm:pt>
    <dgm:pt modelId="{AFF121D1-B645-4A5D-972E-87DA80DFEE8E}" type="parTrans" cxnId="{79F587F4-7F09-416E-80D6-8B5DA0D3DA76}">
      <dgm:prSet/>
      <dgm:spPr/>
      <dgm:t>
        <a:bodyPr/>
        <a:lstStyle/>
        <a:p>
          <a:endParaRPr lang="en-US"/>
        </a:p>
      </dgm:t>
    </dgm:pt>
    <dgm:pt modelId="{939EA613-7BB6-40EF-BB1A-28362BEA0DBC}" type="sibTrans" cxnId="{79F587F4-7F09-416E-80D6-8B5DA0D3DA76}">
      <dgm:prSet/>
      <dgm:spPr/>
      <dgm:t>
        <a:bodyPr/>
        <a:lstStyle/>
        <a:p>
          <a:endParaRPr lang="en-US"/>
        </a:p>
      </dgm:t>
    </dgm:pt>
    <dgm:pt modelId="{B78CAFE9-6CC1-463B-904E-4F1F190A988E}">
      <dgm:prSet/>
      <dgm:spPr/>
      <dgm:t>
        <a:bodyPr/>
        <a:lstStyle/>
        <a:p>
          <a:r>
            <a:rPr lang="en-US" b="0" i="0" baseline="0"/>
            <a:t>People and processes</a:t>
          </a:r>
          <a:endParaRPr lang="en-US"/>
        </a:p>
      </dgm:t>
    </dgm:pt>
    <dgm:pt modelId="{A0ECB35F-075D-4B1E-B874-E893DC80202A}" type="parTrans" cxnId="{A7324413-A8A6-4B8C-9A1D-A240B071D508}">
      <dgm:prSet/>
      <dgm:spPr/>
      <dgm:t>
        <a:bodyPr/>
        <a:lstStyle/>
        <a:p>
          <a:endParaRPr lang="en-US"/>
        </a:p>
      </dgm:t>
    </dgm:pt>
    <dgm:pt modelId="{20A3B596-A7D8-46CD-84BB-CDF6EDB98711}" type="sibTrans" cxnId="{A7324413-A8A6-4B8C-9A1D-A240B071D508}">
      <dgm:prSet/>
      <dgm:spPr/>
      <dgm:t>
        <a:bodyPr/>
        <a:lstStyle/>
        <a:p>
          <a:endParaRPr lang="en-US"/>
        </a:p>
      </dgm:t>
    </dgm:pt>
    <dgm:pt modelId="{F9C48DDC-681A-45E8-A8FA-72342321F29E}">
      <dgm:prSet/>
      <dgm:spPr/>
      <dgm:t>
        <a:bodyPr/>
        <a:lstStyle/>
        <a:p>
          <a:r>
            <a:rPr lang="en-US" b="0" i="0" baseline="0"/>
            <a:t>Data and information</a:t>
          </a:r>
          <a:endParaRPr lang="en-US"/>
        </a:p>
      </dgm:t>
    </dgm:pt>
    <dgm:pt modelId="{A2BAC655-E23C-4371-89A3-CFDAC3786596}" type="parTrans" cxnId="{D5C8E7F6-E34F-46EB-A143-1DF660CCE5F0}">
      <dgm:prSet/>
      <dgm:spPr/>
      <dgm:t>
        <a:bodyPr/>
        <a:lstStyle/>
        <a:p>
          <a:endParaRPr lang="en-US"/>
        </a:p>
      </dgm:t>
    </dgm:pt>
    <dgm:pt modelId="{B49C2928-95FE-4795-9E3A-2010994A6D0B}" type="sibTrans" cxnId="{D5C8E7F6-E34F-46EB-A143-1DF660CCE5F0}">
      <dgm:prSet/>
      <dgm:spPr/>
      <dgm:t>
        <a:bodyPr/>
        <a:lstStyle/>
        <a:p>
          <a:endParaRPr lang="en-US"/>
        </a:p>
      </dgm:t>
    </dgm:pt>
    <dgm:pt modelId="{65DEF5A9-4AA4-4C38-80CA-1AB80A29A9AC}">
      <dgm:prSet/>
      <dgm:spPr/>
      <dgm:t>
        <a:bodyPr/>
        <a:lstStyle/>
        <a:p>
          <a:r>
            <a:rPr lang="en-US" b="0" i="0" baseline="0"/>
            <a:t>External environment</a:t>
          </a:r>
          <a:endParaRPr lang="en-US"/>
        </a:p>
      </dgm:t>
    </dgm:pt>
    <dgm:pt modelId="{E4A6001F-6B26-4642-B5C4-0829CB273D97}" type="parTrans" cxnId="{CA691F07-C3EA-4918-BC0D-94314BF3940D}">
      <dgm:prSet/>
      <dgm:spPr/>
      <dgm:t>
        <a:bodyPr/>
        <a:lstStyle/>
        <a:p>
          <a:endParaRPr lang="en-US"/>
        </a:p>
      </dgm:t>
    </dgm:pt>
    <dgm:pt modelId="{E0572BE4-6512-4172-820F-C8F25A492B0F}" type="sibTrans" cxnId="{CA691F07-C3EA-4918-BC0D-94314BF3940D}">
      <dgm:prSet/>
      <dgm:spPr/>
      <dgm:t>
        <a:bodyPr/>
        <a:lstStyle/>
        <a:p>
          <a:endParaRPr lang="en-US"/>
        </a:p>
      </dgm:t>
    </dgm:pt>
    <dgm:pt modelId="{B928AC01-9421-47E8-9210-F0940916E5FC}">
      <dgm:prSet/>
      <dgm:spPr/>
      <dgm:t>
        <a:bodyPr/>
        <a:lstStyle/>
        <a:p>
          <a:r>
            <a:rPr lang="en-US" b="0" i="0" baseline="0"/>
            <a:t>Helps identify:</a:t>
          </a:r>
          <a:endParaRPr lang="en-US"/>
        </a:p>
      </dgm:t>
    </dgm:pt>
    <dgm:pt modelId="{F916CC5E-559C-4C62-A8F0-5E876C86FD70}" type="parTrans" cxnId="{ACB75B23-164A-47DC-89A0-B40417B5F901}">
      <dgm:prSet/>
      <dgm:spPr/>
      <dgm:t>
        <a:bodyPr/>
        <a:lstStyle/>
        <a:p>
          <a:endParaRPr lang="en-US"/>
        </a:p>
      </dgm:t>
    </dgm:pt>
    <dgm:pt modelId="{DAC82888-0C78-40DA-A725-D5E8A2506D4C}" type="sibTrans" cxnId="{ACB75B23-164A-47DC-89A0-B40417B5F901}">
      <dgm:prSet/>
      <dgm:spPr/>
      <dgm:t>
        <a:bodyPr/>
        <a:lstStyle/>
        <a:p>
          <a:endParaRPr lang="en-US"/>
        </a:p>
      </dgm:t>
    </dgm:pt>
    <dgm:pt modelId="{4E46D716-F5E3-4651-B033-C79E540FFA7A}">
      <dgm:prSet/>
      <dgm:spPr/>
      <dgm:t>
        <a:bodyPr/>
        <a:lstStyle/>
        <a:p>
          <a:r>
            <a:rPr lang="en-US" b="0" i="0" baseline="0"/>
            <a:t>What impacts the system</a:t>
          </a:r>
          <a:endParaRPr lang="en-US"/>
        </a:p>
      </dgm:t>
    </dgm:pt>
    <dgm:pt modelId="{8A2D9D68-1EBB-40D0-8C88-3A05403569AC}" type="parTrans" cxnId="{0265A5F6-F359-4A7D-B217-A7EA48AE0CAB}">
      <dgm:prSet/>
      <dgm:spPr/>
      <dgm:t>
        <a:bodyPr/>
        <a:lstStyle/>
        <a:p>
          <a:endParaRPr lang="en-US"/>
        </a:p>
      </dgm:t>
    </dgm:pt>
    <dgm:pt modelId="{1C623920-113A-4B57-9976-EC633A9BB9E0}" type="sibTrans" cxnId="{0265A5F6-F359-4A7D-B217-A7EA48AE0CAB}">
      <dgm:prSet/>
      <dgm:spPr/>
      <dgm:t>
        <a:bodyPr/>
        <a:lstStyle/>
        <a:p>
          <a:endParaRPr lang="en-US"/>
        </a:p>
      </dgm:t>
    </dgm:pt>
    <dgm:pt modelId="{6EB06D56-AAEB-4DC8-A48B-483CF9E3744F}">
      <dgm:prSet/>
      <dgm:spPr/>
      <dgm:t>
        <a:bodyPr/>
        <a:lstStyle/>
        <a:p>
          <a:r>
            <a:rPr lang="en-US" b="0" i="0" baseline="0"/>
            <a:t>What the system impacts</a:t>
          </a:r>
          <a:endParaRPr lang="en-US"/>
        </a:p>
      </dgm:t>
    </dgm:pt>
    <dgm:pt modelId="{A68D0D1B-DECB-4E96-A664-A9C3DF679CC7}" type="parTrans" cxnId="{8B1E2B9C-A35D-4CAE-98A0-8EE90FB38840}">
      <dgm:prSet/>
      <dgm:spPr/>
      <dgm:t>
        <a:bodyPr/>
        <a:lstStyle/>
        <a:p>
          <a:endParaRPr lang="en-US"/>
        </a:p>
      </dgm:t>
    </dgm:pt>
    <dgm:pt modelId="{6E4685D7-C664-434B-8859-5263AFDDF8B7}" type="sibTrans" cxnId="{8B1E2B9C-A35D-4CAE-98A0-8EE90FB38840}">
      <dgm:prSet/>
      <dgm:spPr/>
      <dgm:t>
        <a:bodyPr/>
        <a:lstStyle/>
        <a:p>
          <a:endParaRPr lang="en-US"/>
        </a:p>
      </dgm:t>
    </dgm:pt>
    <dgm:pt modelId="{C5CB6D8B-9037-4A2D-B2ED-000739CDF7D6}">
      <dgm:prSet/>
      <dgm:spPr/>
      <dgm:t>
        <a:bodyPr/>
        <a:lstStyle/>
        <a:p>
          <a:r>
            <a:rPr lang="en-US" b="0" i="0" baseline="0"/>
            <a:t>Used when designing or documenting systems</a:t>
          </a:r>
          <a:endParaRPr lang="en-US"/>
        </a:p>
      </dgm:t>
    </dgm:pt>
    <dgm:pt modelId="{A08728C1-A2A3-4C6A-B443-2D104FC6238D}" type="parTrans" cxnId="{371EB0A9-CEC9-4436-A858-81A359B6C6A3}">
      <dgm:prSet/>
      <dgm:spPr/>
      <dgm:t>
        <a:bodyPr/>
        <a:lstStyle/>
        <a:p>
          <a:endParaRPr lang="en-US"/>
        </a:p>
      </dgm:t>
    </dgm:pt>
    <dgm:pt modelId="{E9A9773B-12EE-4EB8-8E76-C64E1BD74C68}" type="sibTrans" cxnId="{371EB0A9-CEC9-4436-A858-81A359B6C6A3}">
      <dgm:prSet/>
      <dgm:spPr/>
      <dgm:t>
        <a:bodyPr/>
        <a:lstStyle/>
        <a:p>
          <a:endParaRPr lang="en-US"/>
        </a:p>
      </dgm:t>
    </dgm:pt>
    <dgm:pt modelId="{2E725EC8-3429-4F9A-B264-52E3B95592FB}" type="pres">
      <dgm:prSet presAssocID="{CDBB9687-021A-4ABC-B84F-941ACD55B749}" presName="root" presStyleCnt="0">
        <dgm:presLayoutVars>
          <dgm:dir/>
          <dgm:resizeHandles val="exact"/>
        </dgm:presLayoutVars>
      </dgm:prSet>
      <dgm:spPr/>
    </dgm:pt>
    <dgm:pt modelId="{FB4C39B9-6A46-43C8-8E03-5117975D5E54}" type="pres">
      <dgm:prSet presAssocID="{63F26C61-AA98-4261-9A58-211EDF63DA37}" presName="compNode" presStyleCnt="0"/>
      <dgm:spPr/>
    </dgm:pt>
    <dgm:pt modelId="{721B2F9A-D3E8-4FD7-AA15-487FB16A2D64}" type="pres">
      <dgm:prSet presAssocID="{63F26C61-AA98-4261-9A58-211EDF63DA37}" presName="bgRect" presStyleLbl="bgShp" presStyleIdx="0" presStyleCnt="3"/>
      <dgm:spPr/>
    </dgm:pt>
    <dgm:pt modelId="{D8FFB633-A251-48F8-8A33-73A59FF5DB3B}" type="pres">
      <dgm:prSet presAssocID="{63F26C61-AA98-4261-9A58-211EDF63DA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8DE0F30-F50B-42C6-993A-7826A7FB6DC9}" type="pres">
      <dgm:prSet presAssocID="{63F26C61-AA98-4261-9A58-211EDF63DA37}" presName="spaceRect" presStyleCnt="0"/>
      <dgm:spPr/>
    </dgm:pt>
    <dgm:pt modelId="{4254045E-A5C8-412F-BD4D-03DC805BB055}" type="pres">
      <dgm:prSet presAssocID="{63F26C61-AA98-4261-9A58-211EDF63DA37}" presName="parTx" presStyleLbl="revTx" presStyleIdx="0" presStyleCnt="5">
        <dgm:presLayoutVars>
          <dgm:chMax val="0"/>
          <dgm:chPref val="0"/>
        </dgm:presLayoutVars>
      </dgm:prSet>
      <dgm:spPr/>
    </dgm:pt>
    <dgm:pt modelId="{352D22EB-6AD4-4259-A2D0-2367E940342C}" type="pres">
      <dgm:prSet presAssocID="{63F26C61-AA98-4261-9A58-211EDF63DA37}" presName="desTx" presStyleLbl="revTx" presStyleIdx="1" presStyleCnt="5">
        <dgm:presLayoutVars/>
      </dgm:prSet>
      <dgm:spPr/>
    </dgm:pt>
    <dgm:pt modelId="{B710FBE0-4207-45B1-B6F1-5D0ADE7A6BBC}" type="pres">
      <dgm:prSet presAssocID="{6F3C734E-23DD-4036-B30A-7339DAAB281D}" presName="sibTrans" presStyleCnt="0"/>
      <dgm:spPr/>
    </dgm:pt>
    <dgm:pt modelId="{A48FC86C-F865-4A53-879F-90893B5820EE}" type="pres">
      <dgm:prSet presAssocID="{B928AC01-9421-47E8-9210-F0940916E5FC}" presName="compNode" presStyleCnt="0"/>
      <dgm:spPr/>
    </dgm:pt>
    <dgm:pt modelId="{CBD01C8C-C9ED-4B7B-8C9E-DF0FCE42B41F}" type="pres">
      <dgm:prSet presAssocID="{B928AC01-9421-47E8-9210-F0940916E5FC}" presName="bgRect" presStyleLbl="bgShp" presStyleIdx="1" presStyleCnt="3"/>
      <dgm:spPr/>
    </dgm:pt>
    <dgm:pt modelId="{6257549A-6D8B-49AA-9D9D-01D1628732CE}" type="pres">
      <dgm:prSet presAssocID="{B928AC01-9421-47E8-9210-F0940916E5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8968F94-7558-48A8-9DF1-868854208A86}" type="pres">
      <dgm:prSet presAssocID="{B928AC01-9421-47E8-9210-F0940916E5FC}" presName="spaceRect" presStyleCnt="0"/>
      <dgm:spPr/>
    </dgm:pt>
    <dgm:pt modelId="{EBCC37DF-FE50-4C84-9141-7790068C95F0}" type="pres">
      <dgm:prSet presAssocID="{B928AC01-9421-47E8-9210-F0940916E5FC}" presName="parTx" presStyleLbl="revTx" presStyleIdx="2" presStyleCnt="5">
        <dgm:presLayoutVars>
          <dgm:chMax val="0"/>
          <dgm:chPref val="0"/>
        </dgm:presLayoutVars>
      </dgm:prSet>
      <dgm:spPr/>
    </dgm:pt>
    <dgm:pt modelId="{E823D11F-90EE-41F1-B773-55172240CAE9}" type="pres">
      <dgm:prSet presAssocID="{B928AC01-9421-47E8-9210-F0940916E5FC}" presName="desTx" presStyleLbl="revTx" presStyleIdx="3" presStyleCnt="5">
        <dgm:presLayoutVars/>
      </dgm:prSet>
      <dgm:spPr/>
    </dgm:pt>
    <dgm:pt modelId="{DF1C2588-46E0-41B8-A9EA-8FE465154644}" type="pres">
      <dgm:prSet presAssocID="{DAC82888-0C78-40DA-A725-D5E8A2506D4C}" presName="sibTrans" presStyleCnt="0"/>
      <dgm:spPr/>
    </dgm:pt>
    <dgm:pt modelId="{CCBC17EF-D6FC-48F3-B353-C4B33C085775}" type="pres">
      <dgm:prSet presAssocID="{C5CB6D8B-9037-4A2D-B2ED-000739CDF7D6}" presName="compNode" presStyleCnt="0"/>
      <dgm:spPr/>
    </dgm:pt>
    <dgm:pt modelId="{7FDC33EF-0665-409F-A8D0-6272E3CD88D5}" type="pres">
      <dgm:prSet presAssocID="{C5CB6D8B-9037-4A2D-B2ED-000739CDF7D6}" presName="bgRect" presStyleLbl="bgShp" presStyleIdx="2" presStyleCnt="3"/>
      <dgm:spPr/>
    </dgm:pt>
    <dgm:pt modelId="{FA72EEE7-B023-47A8-85DE-217279A84D10}" type="pres">
      <dgm:prSet presAssocID="{C5CB6D8B-9037-4A2D-B2ED-000739CDF7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307EE03-59A3-40C2-AE36-E70CB7049639}" type="pres">
      <dgm:prSet presAssocID="{C5CB6D8B-9037-4A2D-B2ED-000739CDF7D6}" presName="spaceRect" presStyleCnt="0"/>
      <dgm:spPr/>
    </dgm:pt>
    <dgm:pt modelId="{B8ADBF27-6868-4C5F-A9C8-DD12F26155F0}" type="pres">
      <dgm:prSet presAssocID="{C5CB6D8B-9037-4A2D-B2ED-000739CDF7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A691F07-C3EA-4918-BC0D-94314BF3940D}" srcId="{63F26C61-AA98-4261-9A58-211EDF63DA37}" destId="{65DEF5A9-4AA4-4C38-80CA-1AB80A29A9AC}" srcOrd="3" destOrd="0" parTransId="{E4A6001F-6B26-4642-B5C4-0829CB273D97}" sibTransId="{E0572BE4-6512-4172-820F-C8F25A492B0F}"/>
    <dgm:cxn modelId="{6E53C408-7183-4502-B298-329FB3242950}" type="presOf" srcId="{B6D12A91-ECE1-4B3C-BF6A-4DC526F03528}" destId="{352D22EB-6AD4-4259-A2D0-2367E940342C}" srcOrd="0" destOrd="0" presId="urn:microsoft.com/office/officeart/2018/2/layout/IconVerticalSolidList"/>
    <dgm:cxn modelId="{1F3E0D0B-E4F7-495B-8AF5-D851C3C6B50C}" type="presOf" srcId="{63F26C61-AA98-4261-9A58-211EDF63DA37}" destId="{4254045E-A5C8-412F-BD4D-03DC805BB055}" srcOrd="0" destOrd="0" presId="urn:microsoft.com/office/officeart/2018/2/layout/IconVerticalSolidList"/>
    <dgm:cxn modelId="{A7324413-A8A6-4B8C-9A1D-A240B071D508}" srcId="{63F26C61-AA98-4261-9A58-211EDF63DA37}" destId="{B78CAFE9-6CC1-463B-904E-4F1F190A988E}" srcOrd="1" destOrd="0" parTransId="{A0ECB35F-075D-4B1E-B874-E893DC80202A}" sibTransId="{20A3B596-A7D8-46CD-84BB-CDF6EDB98711}"/>
    <dgm:cxn modelId="{ACB75B23-164A-47DC-89A0-B40417B5F901}" srcId="{CDBB9687-021A-4ABC-B84F-941ACD55B749}" destId="{B928AC01-9421-47E8-9210-F0940916E5FC}" srcOrd="1" destOrd="0" parTransId="{F916CC5E-559C-4C62-A8F0-5E876C86FD70}" sibTransId="{DAC82888-0C78-40DA-A725-D5E8A2506D4C}"/>
    <dgm:cxn modelId="{DA820439-1461-46DA-87C6-2DC07C67D915}" type="presOf" srcId="{C5CB6D8B-9037-4A2D-B2ED-000739CDF7D6}" destId="{B8ADBF27-6868-4C5F-A9C8-DD12F26155F0}" srcOrd="0" destOrd="0" presId="urn:microsoft.com/office/officeart/2018/2/layout/IconVerticalSolidList"/>
    <dgm:cxn modelId="{854E7063-46BD-42D5-9C18-AB3502827A61}" type="presOf" srcId="{4E46D716-F5E3-4651-B033-C79E540FFA7A}" destId="{E823D11F-90EE-41F1-B773-55172240CAE9}" srcOrd="0" destOrd="0" presId="urn:microsoft.com/office/officeart/2018/2/layout/IconVerticalSolidList"/>
    <dgm:cxn modelId="{578E1F6E-962A-4469-8497-BFF7C6F8D557}" type="presOf" srcId="{6EB06D56-AAEB-4DC8-A48B-483CF9E3744F}" destId="{E823D11F-90EE-41F1-B773-55172240CAE9}" srcOrd="0" destOrd="1" presId="urn:microsoft.com/office/officeart/2018/2/layout/IconVerticalSolidList"/>
    <dgm:cxn modelId="{2287F054-D219-48D4-88E4-A3EDEA334B8D}" type="presOf" srcId="{65DEF5A9-4AA4-4C38-80CA-1AB80A29A9AC}" destId="{352D22EB-6AD4-4259-A2D0-2367E940342C}" srcOrd="0" destOrd="3" presId="urn:microsoft.com/office/officeart/2018/2/layout/IconVerticalSolidList"/>
    <dgm:cxn modelId="{A912FB81-E538-49B6-B2F9-5BC9560C0454}" srcId="{CDBB9687-021A-4ABC-B84F-941ACD55B749}" destId="{63F26C61-AA98-4261-9A58-211EDF63DA37}" srcOrd="0" destOrd="0" parTransId="{4212F517-0B43-42E4-A2F4-9428E36D2002}" sibTransId="{6F3C734E-23DD-4036-B30A-7339DAAB281D}"/>
    <dgm:cxn modelId="{8B1E2B9C-A35D-4CAE-98A0-8EE90FB38840}" srcId="{B928AC01-9421-47E8-9210-F0940916E5FC}" destId="{6EB06D56-AAEB-4DC8-A48B-483CF9E3744F}" srcOrd="1" destOrd="0" parTransId="{A68D0D1B-DECB-4E96-A664-A9C3DF679CC7}" sibTransId="{6E4685D7-C664-434B-8859-5263AFDDF8B7}"/>
    <dgm:cxn modelId="{371EB0A9-CEC9-4436-A858-81A359B6C6A3}" srcId="{CDBB9687-021A-4ABC-B84F-941ACD55B749}" destId="{C5CB6D8B-9037-4A2D-B2ED-000739CDF7D6}" srcOrd="2" destOrd="0" parTransId="{A08728C1-A2A3-4C6A-B443-2D104FC6238D}" sibTransId="{E9A9773B-12EE-4EB8-8E76-C64E1BD74C68}"/>
    <dgm:cxn modelId="{DE2B1CAE-7D52-439A-B1D0-C3BDAE647B4D}" type="presOf" srcId="{B928AC01-9421-47E8-9210-F0940916E5FC}" destId="{EBCC37DF-FE50-4C84-9141-7790068C95F0}" srcOrd="0" destOrd="0" presId="urn:microsoft.com/office/officeart/2018/2/layout/IconVerticalSolidList"/>
    <dgm:cxn modelId="{6A4E59BE-7CCF-49D7-A75B-E4C45EF31146}" type="presOf" srcId="{B78CAFE9-6CC1-463B-904E-4F1F190A988E}" destId="{352D22EB-6AD4-4259-A2D0-2367E940342C}" srcOrd="0" destOrd="1" presId="urn:microsoft.com/office/officeart/2018/2/layout/IconVerticalSolidList"/>
    <dgm:cxn modelId="{EBE008D9-3B0A-42B4-ABDC-52AE4AE2C6FB}" type="presOf" srcId="{F9C48DDC-681A-45E8-A8FA-72342321F29E}" destId="{352D22EB-6AD4-4259-A2D0-2367E940342C}" srcOrd="0" destOrd="2" presId="urn:microsoft.com/office/officeart/2018/2/layout/IconVerticalSolidList"/>
    <dgm:cxn modelId="{79F587F4-7F09-416E-80D6-8B5DA0D3DA76}" srcId="{63F26C61-AA98-4261-9A58-211EDF63DA37}" destId="{B6D12A91-ECE1-4B3C-BF6A-4DC526F03528}" srcOrd="0" destOrd="0" parTransId="{AFF121D1-B645-4A5D-972E-87DA80DFEE8E}" sibTransId="{939EA613-7BB6-40EF-BB1A-28362BEA0DBC}"/>
    <dgm:cxn modelId="{0265A5F6-F359-4A7D-B217-A7EA48AE0CAB}" srcId="{B928AC01-9421-47E8-9210-F0940916E5FC}" destId="{4E46D716-F5E3-4651-B033-C79E540FFA7A}" srcOrd="0" destOrd="0" parTransId="{8A2D9D68-1EBB-40D0-8C88-3A05403569AC}" sibTransId="{1C623920-113A-4B57-9976-EC633A9BB9E0}"/>
    <dgm:cxn modelId="{D5C8E7F6-E34F-46EB-A143-1DF660CCE5F0}" srcId="{63F26C61-AA98-4261-9A58-211EDF63DA37}" destId="{F9C48DDC-681A-45E8-A8FA-72342321F29E}" srcOrd="2" destOrd="0" parTransId="{A2BAC655-E23C-4371-89A3-CFDAC3786596}" sibTransId="{B49C2928-95FE-4795-9E3A-2010994A6D0B}"/>
    <dgm:cxn modelId="{C6CA8AFF-584B-44BE-BCDF-A5004A7BC604}" type="presOf" srcId="{CDBB9687-021A-4ABC-B84F-941ACD55B749}" destId="{2E725EC8-3429-4F9A-B264-52E3B95592FB}" srcOrd="0" destOrd="0" presId="urn:microsoft.com/office/officeart/2018/2/layout/IconVerticalSolidList"/>
    <dgm:cxn modelId="{AE976F85-6949-4BD6-B945-4E296004E036}" type="presParOf" srcId="{2E725EC8-3429-4F9A-B264-52E3B95592FB}" destId="{FB4C39B9-6A46-43C8-8E03-5117975D5E54}" srcOrd="0" destOrd="0" presId="urn:microsoft.com/office/officeart/2018/2/layout/IconVerticalSolidList"/>
    <dgm:cxn modelId="{03664BE4-4187-4A4A-81DF-DE9D7C0B262E}" type="presParOf" srcId="{FB4C39B9-6A46-43C8-8E03-5117975D5E54}" destId="{721B2F9A-D3E8-4FD7-AA15-487FB16A2D64}" srcOrd="0" destOrd="0" presId="urn:microsoft.com/office/officeart/2018/2/layout/IconVerticalSolidList"/>
    <dgm:cxn modelId="{98DBCA48-C828-4BA3-BD02-171A8307BFBA}" type="presParOf" srcId="{FB4C39B9-6A46-43C8-8E03-5117975D5E54}" destId="{D8FFB633-A251-48F8-8A33-73A59FF5DB3B}" srcOrd="1" destOrd="0" presId="urn:microsoft.com/office/officeart/2018/2/layout/IconVerticalSolidList"/>
    <dgm:cxn modelId="{C80D8C52-36D0-442E-B7A7-4916DED18A08}" type="presParOf" srcId="{FB4C39B9-6A46-43C8-8E03-5117975D5E54}" destId="{C8DE0F30-F50B-42C6-993A-7826A7FB6DC9}" srcOrd="2" destOrd="0" presId="urn:microsoft.com/office/officeart/2018/2/layout/IconVerticalSolidList"/>
    <dgm:cxn modelId="{5D41A3FE-AEA9-458E-B919-EFEA0A8E6B0C}" type="presParOf" srcId="{FB4C39B9-6A46-43C8-8E03-5117975D5E54}" destId="{4254045E-A5C8-412F-BD4D-03DC805BB055}" srcOrd="3" destOrd="0" presId="urn:microsoft.com/office/officeart/2018/2/layout/IconVerticalSolidList"/>
    <dgm:cxn modelId="{A65D5896-ADD6-43D0-8244-8B7A0B7647B3}" type="presParOf" srcId="{FB4C39B9-6A46-43C8-8E03-5117975D5E54}" destId="{352D22EB-6AD4-4259-A2D0-2367E940342C}" srcOrd="4" destOrd="0" presId="urn:microsoft.com/office/officeart/2018/2/layout/IconVerticalSolidList"/>
    <dgm:cxn modelId="{C71A808A-D0B7-4C7E-8707-2354F3AEC3E1}" type="presParOf" srcId="{2E725EC8-3429-4F9A-B264-52E3B95592FB}" destId="{B710FBE0-4207-45B1-B6F1-5D0ADE7A6BBC}" srcOrd="1" destOrd="0" presId="urn:microsoft.com/office/officeart/2018/2/layout/IconVerticalSolidList"/>
    <dgm:cxn modelId="{EC4E35C8-76DF-4094-956B-30E74D1E4809}" type="presParOf" srcId="{2E725EC8-3429-4F9A-B264-52E3B95592FB}" destId="{A48FC86C-F865-4A53-879F-90893B5820EE}" srcOrd="2" destOrd="0" presId="urn:microsoft.com/office/officeart/2018/2/layout/IconVerticalSolidList"/>
    <dgm:cxn modelId="{99910F56-61A8-4D19-B5CB-DB6A1BE54110}" type="presParOf" srcId="{A48FC86C-F865-4A53-879F-90893B5820EE}" destId="{CBD01C8C-C9ED-4B7B-8C9E-DF0FCE42B41F}" srcOrd="0" destOrd="0" presId="urn:microsoft.com/office/officeart/2018/2/layout/IconVerticalSolidList"/>
    <dgm:cxn modelId="{AFBAA407-8472-441F-90F9-373A5D21F9CC}" type="presParOf" srcId="{A48FC86C-F865-4A53-879F-90893B5820EE}" destId="{6257549A-6D8B-49AA-9D9D-01D1628732CE}" srcOrd="1" destOrd="0" presId="urn:microsoft.com/office/officeart/2018/2/layout/IconVerticalSolidList"/>
    <dgm:cxn modelId="{F0B7E947-BB1A-4657-8E1F-23E1D69C5A77}" type="presParOf" srcId="{A48FC86C-F865-4A53-879F-90893B5820EE}" destId="{18968F94-7558-48A8-9DF1-868854208A86}" srcOrd="2" destOrd="0" presId="urn:microsoft.com/office/officeart/2018/2/layout/IconVerticalSolidList"/>
    <dgm:cxn modelId="{08D1ACEB-2C09-4E31-9D44-C29CC2458C47}" type="presParOf" srcId="{A48FC86C-F865-4A53-879F-90893B5820EE}" destId="{EBCC37DF-FE50-4C84-9141-7790068C95F0}" srcOrd="3" destOrd="0" presId="urn:microsoft.com/office/officeart/2018/2/layout/IconVerticalSolidList"/>
    <dgm:cxn modelId="{67D4F8CC-DD52-44D1-A3C2-234269493DA8}" type="presParOf" srcId="{A48FC86C-F865-4A53-879F-90893B5820EE}" destId="{E823D11F-90EE-41F1-B773-55172240CAE9}" srcOrd="4" destOrd="0" presId="urn:microsoft.com/office/officeart/2018/2/layout/IconVerticalSolidList"/>
    <dgm:cxn modelId="{C2D857C2-480B-46A9-9334-25F1D2A99736}" type="presParOf" srcId="{2E725EC8-3429-4F9A-B264-52E3B95592FB}" destId="{DF1C2588-46E0-41B8-A9EA-8FE465154644}" srcOrd="3" destOrd="0" presId="urn:microsoft.com/office/officeart/2018/2/layout/IconVerticalSolidList"/>
    <dgm:cxn modelId="{D88246A2-FC75-49A1-8961-896705B9EF3C}" type="presParOf" srcId="{2E725EC8-3429-4F9A-B264-52E3B95592FB}" destId="{CCBC17EF-D6FC-48F3-B353-C4B33C085775}" srcOrd="4" destOrd="0" presId="urn:microsoft.com/office/officeart/2018/2/layout/IconVerticalSolidList"/>
    <dgm:cxn modelId="{07DD7220-8748-4035-A85D-69852B3845FF}" type="presParOf" srcId="{CCBC17EF-D6FC-48F3-B353-C4B33C085775}" destId="{7FDC33EF-0665-409F-A8D0-6272E3CD88D5}" srcOrd="0" destOrd="0" presId="urn:microsoft.com/office/officeart/2018/2/layout/IconVerticalSolidList"/>
    <dgm:cxn modelId="{0EA8841F-1375-4087-A560-C5CB717421D6}" type="presParOf" srcId="{CCBC17EF-D6FC-48F3-B353-C4B33C085775}" destId="{FA72EEE7-B023-47A8-85DE-217279A84D10}" srcOrd="1" destOrd="0" presId="urn:microsoft.com/office/officeart/2018/2/layout/IconVerticalSolidList"/>
    <dgm:cxn modelId="{C9083C74-C1FB-42C1-96A2-17E9A6A3E8F5}" type="presParOf" srcId="{CCBC17EF-D6FC-48F3-B353-C4B33C085775}" destId="{F307EE03-59A3-40C2-AE36-E70CB7049639}" srcOrd="2" destOrd="0" presId="urn:microsoft.com/office/officeart/2018/2/layout/IconVerticalSolidList"/>
    <dgm:cxn modelId="{E236DECE-974E-4E3E-9D43-D8273BB90850}" type="presParOf" srcId="{CCBC17EF-D6FC-48F3-B353-C4B33C085775}" destId="{B8ADBF27-6868-4C5F-A9C8-DD12F26155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8BA097-3AF6-4535-89DC-DEE3BBB1B9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59484B-1F37-4AE8-A0D1-440A21A65890}">
      <dgm:prSet/>
      <dgm:spPr/>
      <dgm:t>
        <a:bodyPr/>
        <a:lstStyle/>
        <a:p>
          <a:r>
            <a:rPr lang="en-US" b="0" i="0" baseline="0"/>
            <a:t>Systems can have </a:t>
          </a:r>
          <a:r>
            <a:rPr lang="en-US" b="1" i="0" baseline="0"/>
            <a:t>positive and negative social impacts</a:t>
          </a:r>
          <a:endParaRPr lang="en-US"/>
        </a:p>
      </dgm:t>
    </dgm:pt>
    <dgm:pt modelId="{935BD404-B147-48CE-928B-AC66AA64D85A}" type="parTrans" cxnId="{F74A62B6-5470-455A-8DEA-8FBDE28B366C}">
      <dgm:prSet/>
      <dgm:spPr/>
      <dgm:t>
        <a:bodyPr/>
        <a:lstStyle/>
        <a:p>
          <a:endParaRPr lang="en-US"/>
        </a:p>
      </dgm:t>
    </dgm:pt>
    <dgm:pt modelId="{E6443981-D216-4F4E-B03D-15B1248A1517}" type="sibTrans" cxnId="{F74A62B6-5470-455A-8DEA-8FBDE28B366C}">
      <dgm:prSet/>
      <dgm:spPr/>
      <dgm:t>
        <a:bodyPr/>
        <a:lstStyle/>
        <a:p>
          <a:endParaRPr lang="en-US"/>
        </a:p>
      </dgm:t>
    </dgm:pt>
    <dgm:pt modelId="{5F88AAC5-8B98-4BD9-A50D-8065B97D491C}">
      <dgm:prSet/>
      <dgm:spPr/>
      <dgm:t>
        <a:bodyPr/>
        <a:lstStyle/>
        <a:p>
          <a:r>
            <a:rPr lang="en-US" b="0" i="0" baseline="0"/>
            <a:t>Designers must consider:</a:t>
          </a:r>
          <a:endParaRPr lang="en-US"/>
        </a:p>
      </dgm:t>
    </dgm:pt>
    <dgm:pt modelId="{779BFD4D-3343-4B70-82D0-CE06BAA74568}" type="parTrans" cxnId="{00F2BFFC-B84D-4BA2-A382-5396C88E813C}">
      <dgm:prSet/>
      <dgm:spPr/>
      <dgm:t>
        <a:bodyPr/>
        <a:lstStyle/>
        <a:p>
          <a:endParaRPr lang="en-US"/>
        </a:p>
      </dgm:t>
    </dgm:pt>
    <dgm:pt modelId="{687E1FD8-CDF9-478D-A250-34A383FC23C2}" type="sibTrans" cxnId="{00F2BFFC-B84D-4BA2-A382-5396C88E813C}">
      <dgm:prSet/>
      <dgm:spPr/>
      <dgm:t>
        <a:bodyPr/>
        <a:lstStyle/>
        <a:p>
          <a:endParaRPr lang="en-US"/>
        </a:p>
      </dgm:t>
    </dgm:pt>
    <dgm:pt modelId="{9A7657E8-8B69-46FF-A066-1118E987EA0E}">
      <dgm:prSet/>
      <dgm:spPr/>
      <dgm:t>
        <a:bodyPr/>
        <a:lstStyle/>
        <a:p>
          <a:r>
            <a:rPr lang="en-US" b="0" i="0" baseline="0"/>
            <a:t>Privacy</a:t>
          </a:r>
          <a:endParaRPr lang="en-US"/>
        </a:p>
      </dgm:t>
    </dgm:pt>
    <dgm:pt modelId="{FD6077BD-E406-4C91-9734-61E1AB178C2B}" type="parTrans" cxnId="{E5A796AA-73CE-439E-9AE1-78C87AD6FC25}">
      <dgm:prSet/>
      <dgm:spPr/>
      <dgm:t>
        <a:bodyPr/>
        <a:lstStyle/>
        <a:p>
          <a:endParaRPr lang="en-US"/>
        </a:p>
      </dgm:t>
    </dgm:pt>
    <dgm:pt modelId="{2762D60E-3FCF-43EE-8B76-804A1BFAB9BA}" type="sibTrans" cxnId="{E5A796AA-73CE-439E-9AE1-78C87AD6FC25}">
      <dgm:prSet/>
      <dgm:spPr/>
      <dgm:t>
        <a:bodyPr/>
        <a:lstStyle/>
        <a:p>
          <a:endParaRPr lang="en-US"/>
        </a:p>
      </dgm:t>
    </dgm:pt>
    <dgm:pt modelId="{31FE2AE7-C5CE-4CD1-9378-6A87E039A19E}">
      <dgm:prSet/>
      <dgm:spPr/>
      <dgm:t>
        <a:bodyPr/>
        <a:lstStyle/>
        <a:p>
          <a:r>
            <a:rPr lang="en-US" b="0" i="0" baseline="0"/>
            <a:t>Equity</a:t>
          </a:r>
          <a:endParaRPr lang="en-US"/>
        </a:p>
      </dgm:t>
    </dgm:pt>
    <dgm:pt modelId="{F8F805F8-2A11-4CF5-8FC3-ACF19209C2CB}" type="parTrans" cxnId="{0DC4041F-CC3F-401A-BF51-5ECDEA9EE733}">
      <dgm:prSet/>
      <dgm:spPr/>
      <dgm:t>
        <a:bodyPr/>
        <a:lstStyle/>
        <a:p>
          <a:endParaRPr lang="en-US"/>
        </a:p>
      </dgm:t>
    </dgm:pt>
    <dgm:pt modelId="{C294626F-6501-4C01-B36A-F86E43667FE7}" type="sibTrans" cxnId="{0DC4041F-CC3F-401A-BF51-5ECDEA9EE733}">
      <dgm:prSet/>
      <dgm:spPr/>
      <dgm:t>
        <a:bodyPr/>
        <a:lstStyle/>
        <a:p>
          <a:endParaRPr lang="en-US"/>
        </a:p>
      </dgm:t>
    </dgm:pt>
    <dgm:pt modelId="{EAB7F54D-A738-408A-95F2-FD653CA49417}">
      <dgm:prSet/>
      <dgm:spPr/>
      <dgm:t>
        <a:bodyPr/>
        <a:lstStyle/>
        <a:p>
          <a:r>
            <a:rPr lang="en-US" b="0" i="0" baseline="0"/>
            <a:t>Accessibility</a:t>
          </a:r>
          <a:endParaRPr lang="en-US"/>
        </a:p>
      </dgm:t>
    </dgm:pt>
    <dgm:pt modelId="{26E0F468-D461-4FDC-8ADA-3181424CE248}" type="parTrans" cxnId="{0DE0818F-650F-42C5-9CF7-2F0049DB5948}">
      <dgm:prSet/>
      <dgm:spPr/>
      <dgm:t>
        <a:bodyPr/>
        <a:lstStyle/>
        <a:p>
          <a:endParaRPr lang="en-US"/>
        </a:p>
      </dgm:t>
    </dgm:pt>
    <dgm:pt modelId="{47884C82-C780-4B58-BAD6-DAD66976E1A5}" type="sibTrans" cxnId="{0DE0818F-650F-42C5-9CF7-2F0049DB5948}">
      <dgm:prSet/>
      <dgm:spPr/>
      <dgm:t>
        <a:bodyPr/>
        <a:lstStyle/>
        <a:p>
          <a:endParaRPr lang="en-US"/>
        </a:p>
      </dgm:t>
    </dgm:pt>
    <dgm:pt modelId="{4A3B0E94-56A1-4C0D-9E7D-FDD97E7008FC}">
      <dgm:prSet/>
      <dgm:spPr/>
      <dgm:t>
        <a:bodyPr/>
        <a:lstStyle/>
        <a:p>
          <a:r>
            <a:rPr lang="en-US" b="0" i="0" baseline="0"/>
            <a:t>User trust</a:t>
          </a:r>
          <a:endParaRPr lang="en-US"/>
        </a:p>
      </dgm:t>
    </dgm:pt>
    <dgm:pt modelId="{5D3F95A5-0B61-49F5-A6B7-733AF5D01A9A}" type="parTrans" cxnId="{9152667C-42E8-4D86-B355-A042BC424DCB}">
      <dgm:prSet/>
      <dgm:spPr/>
      <dgm:t>
        <a:bodyPr/>
        <a:lstStyle/>
        <a:p>
          <a:endParaRPr lang="en-US"/>
        </a:p>
      </dgm:t>
    </dgm:pt>
    <dgm:pt modelId="{15171B82-176A-44F9-A386-B8C55E28DA33}" type="sibTrans" cxnId="{9152667C-42E8-4D86-B355-A042BC424DCB}">
      <dgm:prSet/>
      <dgm:spPr/>
      <dgm:t>
        <a:bodyPr/>
        <a:lstStyle/>
        <a:p>
          <a:endParaRPr lang="en-US"/>
        </a:p>
      </dgm:t>
    </dgm:pt>
    <dgm:pt modelId="{D018CBE4-1DDE-4FE6-AA15-208297C073E1}">
      <dgm:prSet/>
      <dgm:spPr/>
      <dgm:t>
        <a:bodyPr/>
        <a:lstStyle/>
        <a:p>
          <a:r>
            <a:rPr lang="en-US" b="0" i="0" baseline="0"/>
            <a:t>Example:</a:t>
          </a:r>
          <a:endParaRPr lang="en-US"/>
        </a:p>
      </dgm:t>
    </dgm:pt>
    <dgm:pt modelId="{7E19C56F-87AC-4038-84DA-23CCD39E2BEC}" type="parTrans" cxnId="{D7337965-A12F-4058-BEE9-FEB7A8F991C4}">
      <dgm:prSet/>
      <dgm:spPr/>
      <dgm:t>
        <a:bodyPr/>
        <a:lstStyle/>
        <a:p>
          <a:endParaRPr lang="en-US"/>
        </a:p>
      </dgm:t>
    </dgm:pt>
    <dgm:pt modelId="{5C225E42-9A6A-472E-9778-2A832928410A}" type="sibTrans" cxnId="{D7337965-A12F-4058-BEE9-FEB7A8F991C4}">
      <dgm:prSet/>
      <dgm:spPr/>
      <dgm:t>
        <a:bodyPr/>
        <a:lstStyle/>
        <a:p>
          <a:endParaRPr lang="en-US"/>
        </a:p>
      </dgm:t>
    </dgm:pt>
    <dgm:pt modelId="{B008E8E2-31BD-43BE-9270-E763BF945B52}">
      <dgm:prSet/>
      <dgm:spPr/>
      <dgm:t>
        <a:bodyPr/>
        <a:lstStyle/>
        <a:p>
          <a:r>
            <a:rPr lang="en-US" b="0" i="0" baseline="0"/>
            <a:t>Opal card improves convenience</a:t>
          </a:r>
          <a:endParaRPr lang="en-US"/>
        </a:p>
      </dgm:t>
    </dgm:pt>
    <dgm:pt modelId="{7606BADE-C41F-4A92-8336-E25F988C9543}" type="parTrans" cxnId="{1E19C102-D60D-4CF7-A541-FE4488D2B81E}">
      <dgm:prSet/>
      <dgm:spPr/>
      <dgm:t>
        <a:bodyPr/>
        <a:lstStyle/>
        <a:p>
          <a:endParaRPr lang="en-US"/>
        </a:p>
      </dgm:t>
    </dgm:pt>
    <dgm:pt modelId="{A29470CC-4D70-45B5-8279-9CA489616BBB}" type="sibTrans" cxnId="{1E19C102-D60D-4CF7-A541-FE4488D2B81E}">
      <dgm:prSet/>
      <dgm:spPr/>
      <dgm:t>
        <a:bodyPr/>
        <a:lstStyle/>
        <a:p>
          <a:endParaRPr lang="en-US"/>
        </a:p>
      </dgm:t>
    </dgm:pt>
    <dgm:pt modelId="{00E447FE-483E-46FF-9D34-2330C9CF9EB0}">
      <dgm:prSet/>
      <dgm:spPr/>
      <dgm:t>
        <a:bodyPr/>
        <a:lstStyle/>
        <a:p>
          <a:r>
            <a:rPr lang="en-US" b="0" i="0" baseline="0"/>
            <a:t>Anonymous cards reduce privacy concerns</a:t>
          </a:r>
          <a:endParaRPr lang="en-US"/>
        </a:p>
      </dgm:t>
    </dgm:pt>
    <dgm:pt modelId="{3E2EB462-8A06-4A26-B4D8-77E512657C7A}" type="parTrans" cxnId="{09A5D746-6942-4708-934A-8524F895A525}">
      <dgm:prSet/>
      <dgm:spPr/>
      <dgm:t>
        <a:bodyPr/>
        <a:lstStyle/>
        <a:p>
          <a:endParaRPr lang="en-US"/>
        </a:p>
      </dgm:t>
    </dgm:pt>
    <dgm:pt modelId="{DEAEE268-674F-4E55-8D3A-0BDE2323FDEA}" type="sibTrans" cxnId="{09A5D746-6942-4708-934A-8524F895A525}">
      <dgm:prSet/>
      <dgm:spPr/>
      <dgm:t>
        <a:bodyPr/>
        <a:lstStyle/>
        <a:p>
          <a:endParaRPr lang="en-US"/>
        </a:p>
      </dgm:t>
    </dgm:pt>
    <dgm:pt modelId="{F0084E5C-51AB-49E1-A4F6-05EA897B1649}" type="pres">
      <dgm:prSet presAssocID="{458BA097-3AF6-4535-89DC-DEE3BBB1B9AB}" presName="root" presStyleCnt="0">
        <dgm:presLayoutVars>
          <dgm:dir/>
          <dgm:resizeHandles val="exact"/>
        </dgm:presLayoutVars>
      </dgm:prSet>
      <dgm:spPr/>
    </dgm:pt>
    <dgm:pt modelId="{69DF82BB-E3DF-4EEB-AEFE-88713049E7AC}" type="pres">
      <dgm:prSet presAssocID="{E759484B-1F37-4AE8-A0D1-440A21A65890}" presName="compNode" presStyleCnt="0"/>
      <dgm:spPr/>
    </dgm:pt>
    <dgm:pt modelId="{6BF1DF0A-258D-4AB2-B81F-D12901FDC3DD}" type="pres">
      <dgm:prSet presAssocID="{E759484B-1F37-4AE8-A0D1-440A21A65890}" presName="bgRect" presStyleLbl="bgShp" presStyleIdx="0" presStyleCnt="3"/>
      <dgm:spPr/>
    </dgm:pt>
    <dgm:pt modelId="{03F283DC-D0BD-4904-B260-0A0B662C4F56}" type="pres">
      <dgm:prSet presAssocID="{E759484B-1F37-4AE8-A0D1-440A21A658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A15FAAD-9C15-4EF0-8C85-4855712F99B1}" type="pres">
      <dgm:prSet presAssocID="{E759484B-1F37-4AE8-A0D1-440A21A65890}" presName="spaceRect" presStyleCnt="0"/>
      <dgm:spPr/>
    </dgm:pt>
    <dgm:pt modelId="{A03FCDFB-F8A9-4E6B-9401-89CDE80FC310}" type="pres">
      <dgm:prSet presAssocID="{E759484B-1F37-4AE8-A0D1-440A21A65890}" presName="parTx" presStyleLbl="revTx" presStyleIdx="0" presStyleCnt="5">
        <dgm:presLayoutVars>
          <dgm:chMax val="0"/>
          <dgm:chPref val="0"/>
        </dgm:presLayoutVars>
      </dgm:prSet>
      <dgm:spPr/>
    </dgm:pt>
    <dgm:pt modelId="{CFA4406F-05C0-43FF-B216-ACA0ACA5869B}" type="pres">
      <dgm:prSet presAssocID="{E6443981-D216-4F4E-B03D-15B1248A1517}" presName="sibTrans" presStyleCnt="0"/>
      <dgm:spPr/>
    </dgm:pt>
    <dgm:pt modelId="{2A73B785-7367-49C1-B7F6-CBE0FE4390D4}" type="pres">
      <dgm:prSet presAssocID="{5F88AAC5-8B98-4BD9-A50D-8065B97D491C}" presName="compNode" presStyleCnt="0"/>
      <dgm:spPr/>
    </dgm:pt>
    <dgm:pt modelId="{568CED4D-1E0C-4A01-89B2-4E51A020B8FE}" type="pres">
      <dgm:prSet presAssocID="{5F88AAC5-8B98-4BD9-A50D-8065B97D491C}" presName="bgRect" presStyleLbl="bgShp" presStyleIdx="1" presStyleCnt="3"/>
      <dgm:spPr/>
    </dgm:pt>
    <dgm:pt modelId="{FE3EBA69-C38C-4B4D-8CB6-0B2A97B3682E}" type="pres">
      <dgm:prSet presAssocID="{5F88AAC5-8B98-4BD9-A50D-8065B97D49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DD0754D-088B-45B2-89F9-A2C50500E255}" type="pres">
      <dgm:prSet presAssocID="{5F88AAC5-8B98-4BD9-A50D-8065B97D491C}" presName="spaceRect" presStyleCnt="0"/>
      <dgm:spPr/>
    </dgm:pt>
    <dgm:pt modelId="{916C1233-CE7F-4992-A205-819289BD32FD}" type="pres">
      <dgm:prSet presAssocID="{5F88AAC5-8B98-4BD9-A50D-8065B97D491C}" presName="parTx" presStyleLbl="revTx" presStyleIdx="1" presStyleCnt="5">
        <dgm:presLayoutVars>
          <dgm:chMax val="0"/>
          <dgm:chPref val="0"/>
        </dgm:presLayoutVars>
      </dgm:prSet>
      <dgm:spPr/>
    </dgm:pt>
    <dgm:pt modelId="{C516C79A-3ADE-457F-8BB5-BF8A01D08074}" type="pres">
      <dgm:prSet presAssocID="{5F88AAC5-8B98-4BD9-A50D-8065B97D491C}" presName="desTx" presStyleLbl="revTx" presStyleIdx="2" presStyleCnt="5">
        <dgm:presLayoutVars/>
      </dgm:prSet>
      <dgm:spPr/>
    </dgm:pt>
    <dgm:pt modelId="{BE4EC74F-FCF7-43AB-8431-457EF586ABEB}" type="pres">
      <dgm:prSet presAssocID="{687E1FD8-CDF9-478D-A250-34A383FC23C2}" presName="sibTrans" presStyleCnt="0"/>
      <dgm:spPr/>
    </dgm:pt>
    <dgm:pt modelId="{BBE7F592-2F1E-416E-A507-E9582CA2D840}" type="pres">
      <dgm:prSet presAssocID="{D018CBE4-1DDE-4FE6-AA15-208297C073E1}" presName="compNode" presStyleCnt="0"/>
      <dgm:spPr/>
    </dgm:pt>
    <dgm:pt modelId="{6CF68EAE-CE4D-4A0B-A18C-93A329482FAA}" type="pres">
      <dgm:prSet presAssocID="{D018CBE4-1DDE-4FE6-AA15-208297C073E1}" presName="bgRect" presStyleLbl="bgShp" presStyleIdx="2" presStyleCnt="3"/>
      <dgm:spPr/>
    </dgm:pt>
    <dgm:pt modelId="{8B5D411F-1C3D-4812-8772-ECEF0935F72D}" type="pres">
      <dgm:prSet presAssocID="{D018CBE4-1DDE-4FE6-AA15-208297C073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8E87CEC-CA10-40E4-962B-6DD435C1589E}" type="pres">
      <dgm:prSet presAssocID="{D018CBE4-1DDE-4FE6-AA15-208297C073E1}" presName="spaceRect" presStyleCnt="0"/>
      <dgm:spPr/>
    </dgm:pt>
    <dgm:pt modelId="{A62A0C95-B9F0-48DF-BC35-0AFA8F72B499}" type="pres">
      <dgm:prSet presAssocID="{D018CBE4-1DDE-4FE6-AA15-208297C073E1}" presName="parTx" presStyleLbl="revTx" presStyleIdx="3" presStyleCnt="5">
        <dgm:presLayoutVars>
          <dgm:chMax val="0"/>
          <dgm:chPref val="0"/>
        </dgm:presLayoutVars>
      </dgm:prSet>
      <dgm:spPr/>
    </dgm:pt>
    <dgm:pt modelId="{0F9DC2BA-98A2-4EAC-AA2F-8575D0B368E5}" type="pres">
      <dgm:prSet presAssocID="{D018CBE4-1DDE-4FE6-AA15-208297C073E1}" presName="desTx" presStyleLbl="revTx" presStyleIdx="4" presStyleCnt="5">
        <dgm:presLayoutVars/>
      </dgm:prSet>
      <dgm:spPr/>
    </dgm:pt>
  </dgm:ptLst>
  <dgm:cxnLst>
    <dgm:cxn modelId="{1E19C102-D60D-4CF7-A541-FE4488D2B81E}" srcId="{D018CBE4-1DDE-4FE6-AA15-208297C073E1}" destId="{B008E8E2-31BD-43BE-9270-E763BF945B52}" srcOrd="0" destOrd="0" parTransId="{7606BADE-C41F-4A92-8336-E25F988C9543}" sibTransId="{A29470CC-4D70-45B5-8279-9CA489616BBB}"/>
    <dgm:cxn modelId="{51E0F90F-10FC-45B6-877F-DA53315D2B46}" type="presOf" srcId="{D018CBE4-1DDE-4FE6-AA15-208297C073E1}" destId="{A62A0C95-B9F0-48DF-BC35-0AFA8F72B499}" srcOrd="0" destOrd="0" presId="urn:microsoft.com/office/officeart/2018/2/layout/IconVerticalSolidList"/>
    <dgm:cxn modelId="{0DC4041F-CC3F-401A-BF51-5ECDEA9EE733}" srcId="{5F88AAC5-8B98-4BD9-A50D-8065B97D491C}" destId="{31FE2AE7-C5CE-4CD1-9378-6A87E039A19E}" srcOrd="1" destOrd="0" parTransId="{F8F805F8-2A11-4CF5-8FC3-ACF19209C2CB}" sibTransId="{C294626F-6501-4C01-B36A-F86E43667FE7}"/>
    <dgm:cxn modelId="{7B797638-32C5-4784-9AEF-8D2E37A97FB7}" type="presOf" srcId="{00E447FE-483E-46FF-9D34-2330C9CF9EB0}" destId="{0F9DC2BA-98A2-4EAC-AA2F-8575D0B368E5}" srcOrd="0" destOrd="1" presId="urn:microsoft.com/office/officeart/2018/2/layout/IconVerticalSolidList"/>
    <dgm:cxn modelId="{D7337965-A12F-4058-BEE9-FEB7A8F991C4}" srcId="{458BA097-3AF6-4535-89DC-DEE3BBB1B9AB}" destId="{D018CBE4-1DDE-4FE6-AA15-208297C073E1}" srcOrd="2" destOrd="0" parTransId="{7E19C56F-87AC-4038-84DA-23CCD39E2BEC}" sibTransId="{5C225E42-9A6A-472E-9778-2A832928410A}"/>
    <dgm:cxn modelId="{09A5D746-6942-4708-934A-8524F895A525}" srcId="{D018CBE4-1DDE-4FE6-AA15-208297C073E1}" destId="{00E447FE-483E-46FF-9D34-2330C9CF9EB0}" srcOrd="1" destOrd="0" parTransId="{3E2EB462-8A06-4A26-B4D8-77E512657C7A}" sibTransId="{DEAEE268-674F-4E55-8D3A-0BDE2323FDEA}"/>
    <dgm:cxn modelId="{0B997552-567F-4CE8-9989-79DA04666F3E}" type="presOf" srcId="{458BA097-3AF6-4535-89DC-DEE3BBB1B9AB}" destId="{F0084E5C-51AB-49E1-A4F6-05EA897B1649}" srcOrd="0" destOrd="0" presId="urn:microsoft.com/office/officeart/2018/2/layout/IconVerticalSolidList"/>
    <dgm:cxn modelId="{9152667C-42E8-4D86-B355-A042BC424DCB}" srcId="{5F88AAC5-8B98-4BD9-A50D-8065B97D491C}" destId="{4A3B0E94-56A1-4C0D-9E7D-FDD97E7008FC}" srcOrd="3" destOrd="0" parTransId="{5D3F95A5-0B61-49F5-A6B7-733AF5D01A9A}" sibTransId="{15171B82-176A-44F9-A386-B8C55E28DA33}"/>
    <dgm:cxn modelId="{3C3DB57F-B689-4D8C-9A81-2567C06C3043}" type="presOf" srcId="{5F88AAC5-8B98-4BD9-A50D-8065B97D491C}" destId="{916C1233-CE7F-4992-A205-819289BD32FD}" srcOrd="0" destOrd="0" presId="urn:microsoft.com/office/officeart/2018/2/layout/IconVerticalSolidList"/>
    <dgm:cxn modelId="{4A08A685-FE9B-44B3-98A7-DF5530812C69}" type="presOf" srcId="{31FE2AE7-C5CE-4CD1-9378-6A87E039A19E}" destId="{C516C79A-3ADE-457F-8BB5-BF8A01D08074}" srcOrd="0" destOrd="1" presId="urn:microsoft.com/office/officeart/2018/2/layout/IconVerticalSolidList"/>
    <dgm:cxn modelId="{0DE0818F-650F-42C5-9CF7-2F0049DB5948}" srcId="{5F88AAC5-8B98-4BD9-A50D-8065B97D491C}" destId="{EAB7F54D-A738-408A-95F2-FD653CA49417}" srcOrd="2" destOrd="0" parTransId="{26E0F468-D461-4FDC-8ADA-3181424CE248}" sibTransId="{47884C82-C780-4B58-BAD6-DAD66976E1A5}"/>
    <dgm:cxn modelId="{E5A796AA-73CE-439E-9AE1-78C87AD6FC25}" srcId="{5F88AAC5-8B98-4BD9-A50D-8065B97D491C}" destId="{9A7657E8-8B69-46FF-A066-1118E987EA0E}" srcOrd="0" destOrd="0" parTransId="{FD6077BD-E406-4C91-9734-61E1AB178C2B}" sibTransId="{2762D60E-3FCF-43EE-8B76-804A1BFAB9BA}"/>
    <dgm:cxn modelId="{F232C3B3-4821-42B4-BDCE-4A5DAF0F3ED6}" type="presOf" srcId="{9A7657E8-8B69-46FF-A066-1118E987EA0E}" destId="{C516C79A-3ADE-457F-8BB5-BF8A01D08074}" srcOrd="0" destOrd="0" presId="urn:microsoft.com/office/officeart/2018/2/layout/IconVerticalSolidList"/>
    <dgm:cxn modelId="{F74A62B6-5470-455A-8DEA-8FBDE28B366C}" srcId="{458BA097-3AF6-4535-89DC-DEE3BBB1B9AB}" destId="{E759484B-1F37-4AE8-A0D1-440A21A65890}" srcOrd="0" destOrd="0" parTransId="{935BD404-B147-48CE-928B-AC66AA64D85A}" sibTransId="{E6443981-D216-4F4E-B03D-15B1248A1517}"/>
    <dgm:cxn modelId="{9DA446C1-CFE7-4947-9B18-EB06981FA6AA}" type="presOf" srcId="{E759484B-1F37-4AE8-A0D1-440A21A65890}" destId="{A03FCDFB-F8A9-4E6B-9401-89CDE80FC310}" srcOrd="0" destOrd="0" presId="urn:microsoft.com/office/officeart/2018/2/layout/IconVerticalSolidList"/>
    <dgm:cxn modelId="{750DD1DD-A66B-447B-A43E-16E60BF4A698}" type="presOf" srcId="{EAB7F54D-A738-408A-95F2-FD653CA49417}" destId="{C516C79A-3ADE-457F-8BB5-BF8A01D08074}" srcOrd="0" destOrd="2" presId="urn:microsoft.com/office/officeart/2018/2/layout/IconVerticalSolidList"/>
    <dgm:cxn modelId="{3F9E62E3-3F33-4EFD-B402-5049828EB1DB}" type="presOf" srcId="{B008E8E2-31BD-43BE-9270-E763BF945B52}" destId="{0F9DC2BA-98A2-4EAC-AA2F-8575D0B368E5}" srcOrd="0" destOrd="0" presId="urn:microsoft.com/office/officeart/2018/2/layout/IconVerticalSolidList"/>
    <dgm:cxn modelId="{6295BAF7-DDF7-489B-BEEA-441BF3FEAF43}" type="presOf" srcId="{4A3B0E94-56A1-4C0D-9E7D-FDD97E7008FC}" destId="{C516C79A-3ADE-457F-8BB5-BF8A01D08074}" srcOrd="0" destOrd="3" presId="urn:microsoft.com/office/officeart/2018/2/layout/IconVerticalSolidList"/>
    <dgm:cxn modelId="{00F2BFFC-B84D-4BA2-A382-5396C88E813C}" srcId="{458BA097-3AF6-4535-89DC-DEE3BBB1B9AB}" destId="{5F88AAC5-8B98-4BD9-A50D-8065B97D491C}" srcOrd="1" destOrd="0" parTransId="{779BFD4D-3343-4B70-82D0-CE06BAA74568}" sibTransId="{687E1FD8-CDF9-478D-A250-34A383FC23C2}"/>
    <dgm:cxn modelId="{8281C43B-B287-49A4-8067-D746F3C4B0E0}" type="presParOf" srcId="{F0084E5C-51AB-49E1-A4F6-05EA897B1649}" destId="{69DF82BB-E3DF-4EEB-AEFE-88713049E7AC}" srcOrd="0" destOrd="0" presId="urn:microsoft.com/office/officeart/2018/2/layout/IconVerticalSolidList"/>
    <dgm:cxn modelId="{70D1F90C-D4B9-48BD-BEE1-DCCF28BFEBFB}" type="presParOf" srcId="{69DF82BB-E3DF-4EEB-AEFE-88713049E7AC}" destId="{6BF1DF0A-258D-4AB2-B81F-D12901FDC3DD}" srcOrd="0" destOrd="0" presId="urn:microsoft.com/office/officeart/2018/2/layout/IconVerticalSolidList"/>
    <dgm:cxn modelId="{A35373BD-65B6-4DAF-BCBF-1D1DE3895E6F}" type="presParOf" srcId="{69DF82BB-E3DF-4EEB-AEFE-88713049E7AC}" destId="{03F283DC-D0BD-4904-B260-0A0B662C4F56}" srcOrd="1" destOrd="0" presId="urn:microsoft.com/office/officeart/2018/2/layout/IconVerticalSolidList"/>
    <dgm:cxn modelId="{5D55168E-7EB1-4372-BDB7-37B95A2E9CC1}" type="presParOf" srcId="{69DF82BB-E3DF-4EEB-AEFE-88713049E7AC}" destId="{1A15FAAD-9C15-4EF0-8C85-4855712F99B1}" srcOrd="2" destOrd="0" presId="urn:microsoft.com/office/officeart/2018/2/layout/IconVerticalSolidList"/>
    <dgm:cxn modelId="{F5ACD473-97B9-4B19-8265-1510F94C779A}" type="presParOf" srcId="{69DF82BB-E3DF-4EEB-AEFE-88713049E7AC}" destId="{A03FCDFB-F8A9-4E6B-9401-89CDE80FC310}" srcOrd="3" destOrd="0" presId="urn:microsoft.com/office/officeart/2018/2/layout/IconVerticalSolidList"/>
    <dgm:cxn modelId="{94D09AC7-ACA2-434E-BF83-00BF85952E87}" type="presParOf" srcId="{F0084E5C-51AB-49E1-A4F6-05EA897B1649}" destId="{CFA4406F-05C0-43FF-B216-ACA0ACA5869B}" srcOrd="1" destOrd="0" presId="urn:microsoft.com/office/officeart/2018/2/layout/IconVerticalSolidList"/>
    <dgm:cxn modelId="{226FC8B4-F052-48C7-BE6F-C2A455576BC1}" type="presParOf" srcId="{F0084E5C-51AB-49E1-A4F6-05EA897B1649}" destId="{2A73B785-7367-49C1-B7F6-CBE0FE4390D4}" srcOrd="2" destOrd="0" presId="urn:microsoft.com/office/officeart/2018/2/layout/IconVerticalSolidList"/>
    <dgm:cxn modelId="{E8B36AE5-327F-409C-848A-D4376AEDF805}" type="presParOf" srcId="{2A73B785-7367-49C1-B7F6-CBE0FE4390D4}" destId="{568CED4D-1E0C-4A01-89B2-4E51A020B8FE}" srcOrd="0" destOrd="0" presId="urn:microsoft.com/office/officeart/2018/2/layout/IconVerticalSolidList"/>
    <dgm:cxn modelId="{0FCF98FE-0E73-4646-8A77-041F16908B06}" type="presParOf" srcId="{2A73B785-7367-49C1-B7F6-CBE0FE4390D4}" destId="{FE3EBA69-C38C-4B4D-8CB6-0B2A97B3682E}" srcOrd="1" destOrd="0" presId="urn:microsoft.com/office/officeart/2018/2/layout/IconVerticalSolidList"/>
    <dgm:cxn modelId="{BBB23230-38AD-47CC-B299-DD6F76981A71}" type="presParOf" srcId="{2A73B785-7367-49C1-B7F6-CBE0FE4390D4}" destId="{CDD0754D-088B-45B2-89F9-A2C50500E255}" srcOrd="2" destOrd="0" presId="urn:microsoft.com/office/officeart/2018/2/layout/IconVerticalSolidList"/>
    <dgm:cxn modelId="{463A3800-6F5C-4C8F-8CA4-C5406B7DFAD4}" type="presParOf" srcId="{2A73B785-7367-49C1-B7F6-CBE0FE4390D4}" destId="{916C1233-CE7F-4992-A205-819289BD32FD}" srcOrd="3" destOrd="0" presId="urn:microsoft.com/office/officeart/2018/2/layout/IconVerticalSolidList"/>
    <dgm:cxn modelId="{37117AFF-55DD-4DC9-8C60-D54F2D2D677E}" type="presParOf" srcId="{2A73B785-7367-49C1-B7F6-CBE0FE4390D4}" destId="{C516C79A-3ADE-457F-8BB5-BF8A01D08074}" srcOrd="4" destOrd="0" presId="urn:microsoft.com/office/officeart/2018/2/layout/IconVerticalSolidList"/>
    <dgm:cxn modelId="{7BE0FE1E-3125-4149-93E6-F6EEEF0C13F8}" type="presParOf" srcId="{F0084E5C-51AB-49E1-A4F6-05EA897B1649}" destId="{BE4EC74F-FCF7-43AB-8431-457EF586ABEB}" srcOrd="3" destOrd="0" presId="urn:microsoft.com/office/officeart/2018/2/layout/IconVerticalSolidList"/>
    <dgm:cxn modelId="{F723ABBC-0A6D-47D0-9416-BC29C099F04B}" type="presParOf" srcId="{F0084E5C-51AB-49E1-A4F6-05EA897B1649}" destId="{BBE7F592-2F1E-416E-A507-E9582CA2D840}" srcOrd="4" destOrd="0" presId="urn:microsoft.com/office/officeart/2018/2/layout/IconVerticalSolidList"/>
    <dgm:cxn modelId="{A05E4B3D-A0A7-4DA7-A9B1-7FD5C549E003}" type="presParOf" srcId="{BBE7F592-2F1E-416E-A507-E9582CA2D840}" destId="{6CF68EAE-CE4D-4A0B-A18C-93A329482FAA}" srcOrd="0" destOrd="0" presId="urn:microsoft.com/office/officeart/2018/2/layout/IconVerticalSolidList"/>
    <dgm:cxn modelId="{7F548E7F-04D9-4380-834D-CCAC24902991}" type="presParOf" srcId="{BBE7F592-2F1E-416E-A507-E9582CA2D840}" destId="{8B5D411F-1C3D-4812-8772-ECEF0935F72D}" srcOrd="1" destOrd="0" presId="urn:microsoft.com/office/officeart/2018/2/layout/IconVerticalSolidList"/>
    <dgm:cxn modelId="{CD3E341E-25B9-4483-B465-2F758F3C39C0}" type="presParOf" srcId="{BBE7F592-2F1E-416E-A507-E9582CA2D840}" destId="{48E87CEC-CA10-40E4-962B-6DD435C1589E}" srcOrd="2" destOrd="0" presId="urn:microsoft.com/office/officeart/2018/2/layout/IconVerticalSolidList"/>
    <dgm:cxn modelId="{7D9ADC7A-889A-464C-A620-438CA4CEAC6D}" type="presParOf" srcId="{BBE7F592-2F1E-416E-A507-E9582CA2D840}" destId="{A62A0C95-B9F0-48DF-BC35-0AFA8F72B499}" srcOrd="3" destOrd="0" presId="urn:microsoft.com/office/officeart/2018/2/layout/IconVerticalSolidList"/>
    <dgm:cxn modelId="{17E4FD79-F014-4EFF-90B2-61C97ABBEB64}" type="presParOf" srcId="{BBE7F592-2F1E-416E-A507-E9582CA2D840}" destId="{0F9DC2BA-98A2-4EAC-AA2F-8575D0B368E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922FE1-73A6-41D1-A122-A932073C47A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F5A032-7BAA-46B9-AF10-87CA732DAF07}">
      <dgm:prSet/>
      <dgm:spPr/>
      <dgm:t>
        <a:bodyPr/>
        <a:lstStyle/>
        <a:p>
          <a:r>
            <a:rPr lang="en-US" b="0" i="0" baseline="0"/>
            <a:t>Systems must consider diverse user groups:</a:t>
          </a:r>
          <a:endParaRPr lang="en-US"/>
        </a:p>
      </dgm:t>
    </dgm:pt>
    <dgm:pt modelId="{507C3553-FA41-4D3C-9308-DB43AA766429}" type="parTrans" cxnId="{3EE78F85-21EF-4885-831E-33C961D0BC32}">
      <dgm:prSet/>
      <dgm:spPr/>
      <dgm:t>
        <a:bodyPr/>
        <a:lstStyle/>
        <a:p>
          <a:endParaRPr lang="en-US"/>
        </a:p>
      </dgm:t>
    </dgm:pt>
    <dgm:pt modelId="{0AA511C7-A919-4E4A-B688-B56313507FBE}" type="sibTrans" cxnId="{3EE78F85-21EF-4885-831E-33C961D0BC32}">
      <dgm:prSet/>
      <dgm:spPr/>
      <dgm:t>
        <a:bodyPr/>
        <a:lstStyle/>
        <a:p>
          <a:endParaRPr lang="en-US"/>
        </a:p>
      </dgm:t>
    </dgm:pt>
    <dgm:pt modelId="{29B781BB-BFCC-4EBB-B69A-3ABA72A689E2}">
      <dgm:prSet/>
      <dgm:spPr/>
      <dgm:t>
        <a:bodyPr/>
        <a:lstStyle/>
        <a:p>
          <a:r>
            <a:rPr lang="en-US" b="0" i="0" baseline="0"/>
            <a:t>Aboriginal and Torres Strait Islander Peoples</a:t>
          </a:r>
          <a:endParaRPr lang="en-US"/>
        </a:p>
      </dgm:t>
    </dgm:pt>
    <dgm:pt modelId="{9FEEC999-1A34-4AED-825A-41E09998CD55}" type="parTrans" cxnId="{69C17004-FF84-4B32-9FF1-0720DC8FEBF2}">
      <dgm:prSet/>
      <dgm:spPr/>
      <dgm:t>
        <a:bodyPr/>
        <a:lstStyle/>
        <a:p>
          <a:endParaRPr lang="en-US"/>
        </a:p>
      </dgm:t>
    </dgm:pt>
    <dgm:pt modelId="{A2BA2655-A065-43E4-8C6E-832240C0DF84}" type="sibTrans" cxnId="{69C17004-FF84-4B32-9FF1-0720DC8FEBF2}">
      <dgm:prSet/>
      <dgm:spPr/>
      <dgm:t>
        <a:bodyPr/>
        <a:lstStyle/>
        <a:p>
          <a:endParaRPr lang="en-US"/>
        </a:p>
      </dgm:t>
    </dgm:pt>
    <dgm:pt modelId="{F445810B-08DB-4B47-BB09-59653F34D15A}">
      <dgm:prSet/>
      <dgm:spPr/>
      <dgm:t>
        <a:bodyPr/>
        <a:lstStyle/>
        <a:p>
          <a:r>
            <a:rPr lang="en-US" b="0" i="0" baseline="0"/>
            <a:t>Culturally and linguistically diverse communities</a:t>
          </a:r>
          <a:endParaRPr lang="en-US"/>
        </a:p>
      </dgm:t>
    </dgm:pt>
    <dgm:pt modelId="{DA7A5400-0723-49A9-93F1-C6DD7A05F29B}" type="parTrans" cxnId="{54FB8CB5-2BC8-4812-9529-78BC5CE81F55}">
      <dgm:prSet/>
      <dgm:spPr/>
      <dgm:t>
        <a:bodyPr/>
        <a:lstStyle/>
        <a:p>
          <a:endParaRPr lang="en-US"/>
        </a:p>
      </dgm:t>
    </dgm:pt>
    <dgm:pt modelId="{892578C6-336D-4AD0-993D-A98672201569}" type="sibTrans" cxnId="{54FB8CB5-2BC8-4812-9529-78BC5CE81F55}">
      <dgm:prSet/>
      <dgm:spPr/>
      <dgm:t>
        <a:bodyPr/>
        <a:lstStyle/>
        <a:p>
          <a:endParaRPr lang="en-US"/>
        </a:p>
      </dgm:t>
    </dgm:pt>
    <dgm:pt modelId="{26F29187-A80F-46F4-871A-AF2B0543AF04}">
      <dgm:prSet/>
      <dgm:spPr/>
      <dgm:t>
        <a:bodyPr/>
        <a:lstStyle/>
        <a:p>
          <a:r>
            <a:rPr lang="en-US" b="0" i="0" baseline="0"/>
            <a:t>People with disabilities</a:t>
          </a:r>
          <a:endParaRPr lang="en-US"/>
        </a:p>
      </dgm:t>
    </dgm:pt>
    <dgm:pt modelId="{EA934F60-0447-4E6D-9857-B2DD083306CC}" type="parTrans" cxnId="{47F121D4-9676-4020-A354-49893D170573}">
      <dgm:prSet/>
      <dgm:spPr/>
      <dgm:t>
        <a:bodyPr/>
        <a:lstStyle/>
        <a:p>
          <a:endParaRPr lang="en-US"/>
        </a:p>
      </dgm:t>
    </dgm:pt>
    <dgm:pt modelId="{D7E1960D-7194-4538-87EA-761E84F164FC}" type="sibTrans" cxnId="{47F121D4-9676-4020-A354-49893D170573}">
      <dgm:prSet/>
      <dgm:spPr/>
      <dgm:t>
        <a:bodyPr/>
        <a:lstStyle/>
        <a:p>
          <a:endParaRPr lang="en-US"/>
        </a:p>
      </dgm:t>
    </dgm:pt>
    <dgm:pt modelId="{A77A36E6-211D-490D-8A65-34479B70D873}">
      <dgm:prSet/>
      <dgm:spPr/>
      <dgm:t>
        <a:bodyPr/>
        <a:lstStyle/>
        <a:p>
          <a:r>
            <a:rPr lang="en-US" b="0" i="0" baseline="0"/>
            <a:t>Important considerations:</a:t>
          </a:r>
          <a:endParaRPr lang="en-US"/>
        </a:p>
      </dgm:t>
    </dgm:pt>
    <dgm:pt modelId="{19E46CA0-9811-4B85-B2D3-60751A958A8D}" type="parTrans" cxnId="{E002C99B-5C23-4F7F-9F58-D985730EB7E6}">
      <dgm:prSet/>
      <dgm:spPr/>
      <dgm:t>
        <a:bodyPr/>
        <a:lstStyle/>
        <a:p>
          <a:endParaRPr lang="en-US"/>
        </a:p>
      </dgm:t>
    </dgm:pt>
    <dgm:pt modelId="{3CBDBB70-3602-440D-AB76-203E6F6E94E2}" type="sibTrans" cxnId="{E002C99B-5C23-4F7F-9F58-D985730EB7E6}">
      <dgm:prSet/>
      <dgm:spPr/>
      <dgm:t>
        <a:bodyPr/>
        <a:lstStyle/>
        <a:p>
          <a:endParaRPr lang="en-US"/>
        </a:p>
      </dgm:t>
    </dgm:pt>
    <dgm:pt modelId="{F832BD26-62A1-40FF-A6E6-FC40AE68329D}">
      <dgm:prSet/>
      <dgm:spPr/>
      <dgm:t>
        <a:bodyPr/>
        <a:lstStyle/>
        <a:p>
          <a:r>
            <a:rPr lang="en-US" b="0" i="0" baseline="0"/>
            <a:t>Avoiding data bias</a:t>
          </a:r>
          <a:endParaRPr lang="en-US"/>
        </a:p>
      </dgm:t>
    </dgm:pt>
    <dgm:pt modelId="{D8457B16-E200-400C-B988-4DF9239303A2}" type="parTrans" cxnId="{7B7065F6-179F-4B89-AE78-AD10389966AF}">
      <dgm:prSet/>
      <dgm:spPr/>
      <dgm:t>
        <a:bodyPr/>
        <a:lstStyle/>
        <a:p>
          <a:endParaRPr lang="en-US"/>
        </a:p>
      </dgm:t>
    </dgm:pt>
    <dgm:pt modelId="{8BC6BB0E-6FBB-4766-A2D0-A76B26857E95}" type="sibTrans" cxnId="{7B7065F6-179F-4B89-AE78-AD10389966AF}">
      <dgm:prSet/>
      <dgm:spPr/>
      <dgm:t>
        <a:bodyPr/>
        <a:lstStyle/>
        <a:p>
          <a:endParaRPr lang="en-US"/>
        </a:p>
      </dgm:t>
    </dgm:pt>
    <dgm:pt modelId="{C11FA6AA-4B5E-4DC2-94D4-3838D60859AD}">
      <dgm:prSet/>
      <dgm:spPr/>
      <dgm:t>
        <a:bodyPr/>
        <a:lstStyle/>
        <a:p>
          <a:r>
            <a:rPr lang="en-US" b="0" i="0" baseline="0"/>
            <a:t>Accessible design (e.g. W3C standards)</a:t>
          </a:r>
          <a:endParaRPr lang="en-US"/>
        </a:p>
      </dgm:t>
    </dgm:pt>
    <dgm:pt modelId="{80E416AC-1E53-49CD-BC8C-C7AE029D868C}" type="parTrans" cxnId="{E94AB077-18BC-46B9-AC24-D3E7B01D2EFC}">
      <dgm:prSet/>
      <dgm:spPr/>
      <dgm:t>
        <a:bodyPr/>
        <a:lstStyle/>
        <a:p>
          <a:endParaRPr lang="en-US"/>
        </a:p>
      </dgm:t>
    </dgm:pt>
    <dgm:pt modelId="{F89F05F9-4A4E-453E-829C-D6952E8B62AC}" type="sibTrans" cxnId="{E94AB077-18BC-46B9-AC24-D3E7B01D2EFC}">
      <dgm:prSet/>
      <dgm:spPr/>
      <dgm:t>
        <a:bodyPr/>
        <a:lstStyle/>
        <a:p>
          <a:endParaRPr lang="en-US"/>
        </a:p>
      </dgm:t>
    </dgm:pt>
    <dgm:pt modelId="{5A2B76FD-B4FE-438B-918E-366CFF8F2A56}">
      <dgm:prSet/>
      <dgm:spPr/>
      <dgm:t>
        <a:bodyPr/>
        <a:lstStyle/>
        <a:p>
          <a:r>
            <a:rPr lang="en-US" b="0" i="0" baseline="0"/>
            <a:t>Respecting Indigenous Cultural and Intellectual Property (ICIP)</a:t>
          </a:r>
          <a:endParaRPr lang="en-US"/>
        </a:p>
      </dgm:t>
    </dgm:pt>
    <dgm:pt modelId="{311235C8-AE18-41AF-9AF5-472029FFF565}" type="parTrans" cxnId="{ECDE8E6B-CEEB-45B5-893E-9B98D90078F2}">
      <dgm:prSet/>
      <dgm:spPr/>
      <dgm:t>
        <a:bodyPr/>
        <a:lstStyle/>
        <a:p>
          <a:endParaRPr lang="en-US"/>
        </a:p>
      </dgm:t>
    </dgm:pt>
    <dgm:pt modelId="{BEC8597F-DC9E-4A2D-8033-C74089B74EF9}" type="sibTrans" cxnId="{ECDE8E6B-CEEB-45B5-893E-9B98D90078F2}">
      <dgm:prSet/>
      <dgm:spPr/>
      <dgm:t>
        <a:bodyPr/>
        <a:lstStyle/>
        <a:p>
          <a:endParaRPr lang="en-US"/>
        </a:p>
      </dgm:t>
    </dgm:pt>
    <dgm:pt modelId="{C02A8A15-F3BE-4000-89AB-88268A1A515D}" type="pres">
      <dgm:prSet presAssocID="{98922FE1-73A6-41D1-A122-A932073C47A5}" presName="linear" presStyleCnt="0">
        <dgm:presLayoutVars>
          <dgm:dir/>
          <dgm:animLvl val="lvl"/>
          <dgm:resizeHandles val="exact"/>
        </dgm:presLayoutVars>
      </dgm:prSet>
      <dgm:spPr/>
    </dgm:pt>
    <dgm:pt modelId="{4785835A-F033-4901-AC8C-7DA6ABF0E914}" type="pres">
      <dgm:prSet presAssocID="{F8F5A032-7BAA-46B9-AF10-87CA732DAF07}" presName="parentLin" presStyleCnt="0"/>
      <dgm:spPr/>
    </dgm:pt>
    <dgm:pt modelId="{198A9D4C-C2F6-47CB-B895-DFDFC79FDF2D}" type="pres">
      <dgm:prSet presAssocID="{F8F5A032-7BAA-46B9-AF10-87CA732DAF07}" presName="parentLeftMargin" presStyleLbl="node1" presStyleIdx="0" presStyleCnt="2"/>
      <dgm:spPr/>
    </dgm:pt>
    <dgm:pt modelId="{D51FF779-9805-4738-8F71-4955331DFA45}" type="pres">
      <dgm:prSet presAssocID="{F8F5A032-7BAA-46B9-AF10-87CA732DAF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B94968-C909-4F17-BA42-ABDF8429475B}" type="pres">
      <dgm:prSet presAssocID="{F8F5A032-7BAA-46B9-AF10-87CA732DAF07}" presName="negativeSpace" presStyleCnt="0"/>
      <dgm:spPr/>
    </dgm:pt>
    <dgm:pt modelId="{7611243F-1B45-49AA-9691-A8219D2C4569}" type="pres">
      <dgm:prSet presAssocID="{F8F5A032-7BAA-46B9-AF10-87CA732DAF07}" presName="childText" presStyleLbl="conFgAcc1" presStyleIdx="0" presStyleCnt="2">
        <dgm:presLayoutVars>
          <dgm:bulletEnabled val="1"/>
        </dgm:presLayoutVars>
      </dgm:prSet>
      <dgm:spPr/>
    </dgm:pt>
    <dgm:pt modelId="{E346277A-2482-4A2C-A393-BDD0416EEA79}" type="pres">
      <dgm:prSet presAssocID="{0AA511C7-A919-4E4A-B688-B56313507FBE}" presName="spaceBetweenRectangles" presStyleCnt="0"/>
      <dgm:spPr/>
    </dgm:pt>
    <dgm:pt modelId="{C08E9218-867C-4AB6-8753-00601F0B234E}" type="pres">
      <dgm:prSet presAssocID="{A77A36E6-211D-490D-8A65-34479B70D873}" presName="parentLin" presStyleCnt="0"/>
      <dgm:spPr/>
    </dgm:pt>
    <dgm:pt modelId="{3E82916D-3BE4-4A37-BE11-21F0E06CA264}" type="pres">
      <dgm:prSet presAssocID="{A77A36E6-211D-490D-8A65-34479B70D873}" presName="parentLeftMargin" presStyleLbl="node1" presStyleIdx="0" presStyleCnt="2"/>
      <dgm:spPr/>
    </dgm:pt>
    <dgm:pt modelId="{C920F1A5-A2D2-4CCB-BBC5-06CA0653126B}" type="pres">
      <dgm:prSet presAssocID="{A77A36E6-211D-490D-8A65-34479B70D87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D95877-CA83-4FDD-A4EA-A65EBF1AD9F3}" type="pres">
      <dgm:prSet presAssocID="{A77A36E6-211D-490D-8A65-34479B70D873}" presName="negativeSpace" presStyleCnt="0"/>
      <dgm:spPr/>
    </dgm:pt>
    <dgm:pt modelId="{6286290B-6190-4E0E-AD4F-33E4C5D70DC3}" type="pres">
      <dgm:prSet presAssocID="{A77A36E6-211D-490D-8A65-34479B70D87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9C17004-FF84-4B32-9FF1-0720DC8FEBF2}" srcId="{F8F5A032-7BAA-46B9-AF10-87CA732DAF07}" destId="{29B781BB-BFCC-4EBB-B69A-3ABA72A689E2}" srcOrd="0" destOrd="0" parTransId="{9FEEC999-1A34-4AED-825A-41E09998CD55}" sibTransId="{A2BA2655-A065-43E4-8C6E-832240C0DF84}"/>
    <dgm:cxn modelId="{103CA606-844D-460E-A782-9312AC195644}" type="presOf" srcId="{26F29187-A80F-46F4-871A-AF2B0543AF04}" destId="{7611243F-1B45-49AA-9691-A8219D2C4569}" srcOrd="0" destOrd="2" presId="urn:microsoft.com/office/officeart/2005/8/layout/list1"/>
    <dgm:cxn modelId="{7E3C950A-5EED-4DAD-A650-740E8313C0A6}" type="presOf" srcId="{F8F5A032-7BAA-46B9-AF10-87CA732DAF07}" destId="{198A9D4C-C2F6-47CB-B895-DFDFC79FDF2D}" srcOrd="0" destOrd="0" presId="urn:microsoft.com/office/officeart/2005/8/layout/list1"/>
    <dgm:cxn modelId="{2842E711-6369-4396-8C64-A0D17BD86936}" type="presOf" srcId="{A77A36E6-211D-490D-8A65-34479B70D873}" destId="{3E82916D-3BE4-4A37-BE11-21F0E06CA264}" srcOrd="0" destOrd="0" presId="urn:microsoft.com/office/officeart/2005/8/layout/list1"/>
    <dgm:cxn modelId="{3D6B7D2A-DB59-4E48-A8CA-EF11F0519C4F}" type="presOf" srcId="{98922FE1-73A6-41D1-A122-A932073C47A5}" destId="{C02A8A15-F3BE-4000-89AB-88268A1A515D}" srcOrd="0" destOrd="0" presId="urn:microsoft.com/office/officeart/2005/8/layout/list1"/>
    <dgm:cxn modelId="{BCE0313C-5CAE-4B99-BEC8-EF72DE2C4D01}" type="presOf" srcId="{F445810B-08DB-4B47-BB09-59653F34D15A}" destId="{7611243F-1B45-49AA-9691-A8219D2C4569}" srcOrd="0" destOrd="1" presId="urn:microsoft.com/office/officeart/2005/8/layout/list1"/>
    <dgm:cxn modelId="{4C9F7547-0DA2-4A0F-8CDA-8D70DD74A9E5}" type="presOf" srcId="{C11FA6AA-4B5E-4DC2-94D4-3838D60859AD}" destId="{6286290B-6190-4E0E-AD4F-33E4C5D70DC3}" srcOrd="0" destOrd="1" presId="urn:microsoft.com/office/officeart/2005/8/layout/list1"/>
    <dgm:cxn modelId="{ECDE8E6B-CEEB-45B5-893E-9B98D90078F2}" srcId="{A77A36E6-211D-490D-8A65-34479B70D873}" destId="{5A2B76FD-B4FE-438B-918E-366CFF8F2A56}" srcOrd="2" destOrd="0" parTransId="{311235C8-AE18-41AF-9AF5-472029FFF565}" sibTransId="{BEC8597F-DC9E-4A2D-8033-C74089B74EF9}"/>
    <dgm:cxn modelId="{E94AB077-18BC-46B9-AC24-D3E7B01D2EFC}" srcId="{A77A36E6-211D-490D-8A65-34479B70D873}" destId="{C11FA6AA-4B5E-4DC2-94D4-3838D60859AD}" srcOrd="1" destOrd="0" parTransId="{80E416AC-1E53-49CD-BC8C-C7AE029D868C}" sibTransId="{F89F05F9-4A4E-453E-829C-D6952E8B62AC}"/>
    <dgm:cxn modelId="{3EE78F85-21EF-4885-831E-33C961D0BC32}" srcId="{98922FE1-73A6-41D1-A122-A932073C47A5}" destId="{F8F5A032-7BAA-46B9-AF10-87CA732DAF07}" srcOrd="0" destOrd="0" parTransId="{507C3553-FA41-4D3C-9308-DB43AA766429}" sibTransId="{0AA511C7-A919-4E4A-B688-B56313507FBE}"/>
    <dgm:cxn modelId="{AA15FC94-074E-413D-B913-730469D54ADD}" type="presOf" srcId="{29B781BB-BFCC-4EBB-B69A-3ABA72A689E2}" destId="{7611243F-1B45-49AA-9691-A8219D2C4569}" srcOrd="0" destOrd="0" presId="urn:microsoft.com/office/officeart/2005/8/layout/list1"/>
    <dgm:cxn modelId="{E002C99B-5C23-4F7F-9F58-D985730EB7E6}" srcId="{98922FE1-73A6-41D1-A122-A932073C47A5}" destId="{A77A36E6-211D-490D-8A65-34479B70D873}" srcOrd="1" destOrd="0" parTransId="{19E46CA0-9811-4B85-B2D3-60751A958A8D}" sibTransId="{3CBDBB70-3602-440D-AB76-203E6F6E94E2}"/>
    <dgm:cxn modelId="{54FB8CB5-2BC8-4812-9529-78BC5CE81F55}" srcId="{F8F5A032-7BAA-46B9-AF10-87CA732DAF07}" destId="{F445810B-08DB-4B47-BB09-59653F34D15A}" srcOrd="1" destOrd="0" parTransId="{DA7A5400-0723-49A9-93F1-C6DD7A05F29B}" sibTransId="{892578C6-336D-4AD0-993D-A98672201569}"/>
    <dgm:cxn modelId="{076C9ACD-BD46-4D24-B02B-615FE19FD7A9}" type="presOf" srcId="{A77A36E6-211D-490D-8A65-34479B70D873}" destId="{C920F1A5-A2D2-4CCB-BBC5-06CA0653126B}" srcOrd="1" destOrd="0" presId="urn:microsoft.com/office/officeart/2005/8/layout/list1"/>
    <dgm:cxn modelId="{47F121D4-9676-4020-A354-49893D170573}" srcId="{F8F5A032-7BAA-46B9-AF10-87CA732DAF07}" destId="{26F29187-A80F-46F4-871A-AF2B0543AF04}" srcOrd="2" destOrd="0" parTransId="{EA934F60-0447-4E6D-9857-B2DD083306CC}" sibTransId="{D7E1960D-7194-4538-87EA-761E84F164FC}"/>
    <dgm:cxn modelId="{DD97EEE9-C4A8-46CC-AE64-55893124C9FF}" type="presOf" srcId="{F8F5A032-7BAA-46B9-AF10-87CA732DAF07}" destId="{D51FF779-9805-4738-8F71-4955331DFA45}" srcOrd="1" destOrd="0" presId="urn:microsoft.com/office/officeart/2005/8/layout/list1"/>
    <dgm:cxn modelId="{D5BB2BF4-8621-4D0F-A4ED-E67FCEBAB897}" type="presOf" srcId="{F832BD26-62A1-40FF-A6E6-FC40AE68329D}" destId="{6286290B-6190-4E0E-AD4F-33E4C5D70DC3}" srcOrd="0" destOrd="0" presId="urn:microsoft.com/office/officeart/2005/8/layout/list1"/>
    <dgm:cxn modelId="{7B7065F6-179F-4B89-AE78-AD10389966AF}" srcId="{A77A36E6-211D-490D-8A65-34479B70D873}" destId="{F832BD26-62A1-40FF-A6E6-FC40AE68329D}" srcOrd="0" destOrd="0" parTransId="{D8457B16-E200-400C-B988-4DF9239303A2}" sibTransId="{8BC6BB0E-6FBB-4766-A2D0-A76B26857E95}"/>
    <dgm:cxn modelId="{0EBE2FFC-C624-4F4C-96BC-AFB04E77573B}" type="presOf" srcId="{5A2B76FD-B4FE-438B-918E-366CFF8F2A56}" destId="{6286290B-6190-4E0E-AD4F-33E4C5D70DC3}" srcOrd="0" destOrd="2" presId="urn:microsoft.com/office/officeart/2005/8/layout/list1"/>
    <dgm:cxn modelId="{97826527-82D2-42A4-91B9-C215119F67E7}" type="presParOf" srcId="{C02A8A15-F3BE-4000-89AB-88268A1A515D}" destId="{4785835A-F033-4901-AC8C-7DA6ABF0E914}" srcOrd="0" destOrd="0" presId="urn:microsoft.com/office/officeart/2005/8/layout/list1"/>
    <dgm:cxn modelId="{B20B1C5F-54D2-45E9-828A-9C0603877CD1}" type="presParOf" srcId="{4785835A-F033-4901-AC8C-7DA6ABF0E914}" destId="{198A9D4C-C2F6-47CB-B895-DFDFC79FDF2D}" srcOrd="0" destOrd="0" presId="urn:microsoft.com/office/officeart/2005/8/layout/list1"/>
    <dgm:cxn modelId="{153E1437-1755-4ACC-A97F-B486D2EE9095}" type="presParOf" srcId="{4785835A-F033-4901-AC8C-7DA6ABF0E914}" destId="{D51FF779-9805-4738-8F71-4955331DFA45}" srcOrd="1" destOrd="0" presId="urn:microsoft.com/office/officeart/2005/8/layout/list1"/>
    <dgm:cxn modelId="{107D9AC6-5AD6-444C-83F1-FF222992CF85}" type="presParOf" srcId="{C02A8A15-F3BE-4000-89AB-88268A1A515D}" destId="{A2B94968-C909-4F17-BA42-ABDF8429475B}" srcOrd="1" destOrd="0" presId="urn:microsoft.com/office/officeart/2005/8/layout/list1"/>
    <dgm:cxn modelId="{2C1FA5FB-A4B0-44DC-BAD8-ABB81D73FEFF}" type="presParOf" srcId="{C02A8A15-F3BE-4000-89AB-88268A1A515D}" destId="{7611243F-1B45-49AA-9691-A8219D2C4569}" srcOrd="2" destOrd="0" presId="urn:microsoft.com/office/officeart/2005/8/layout/list1"/>
    <dgm:cxn modelId="{A77CCA36-949F-4653-BB6E-4956B4B360F8}" type="presParOf" srcId="{C02A8A15-F3BE-4000-89AB-88268A1A515D}" destId="{E346277A-2482-4A2C-A393-BDD0416EEA79}" srcOrd="3" destOrd="0" presId="urn:microsoft.com/office/officeart/2005/8/layout/list1"/>
    <dgm:cxn modelId="{34BD1F09-B2A9-4611-9B8F-D42E88908BD2}" type="presParOf" srcId="{C02A8A15-F3BE-4000-89AB-88268A1A515D}" destId="{C08E9218-867C-4AB6-8753-00601F0B234E}" srcOrd="4" destOrd="0" presId="urn:microsoft.com/office/officeart/2005/8/layout/list1"/>
    <dgm:cxn modelId="{89264D46-A1FC-460F-824E-486D7764CC38}" type="presParOf" srcId="{C08E9218-867C-4AB6-8753-00601F0B234E}" destId="{3E82916D-3BE4-4A37-BE11-21F0E06CA264}" srcOrd="0" destOrd="0" presId="urn:microsoft.com/office/officeart/2005/8/layout/list1"/>
    <dgm:cxn modelId="{DB16B299-4301-4360-A26D-B22B998C4FD5}" type="presParOf" srcId="{C08E9218-867C-4AB6-8753-00601F0B234E}" destId="{C920F1A5-A2D2-4CCB-BBC5-06CA0653126B}" srcOrd="1" destOrd="0" presId="urn:microsoft.com/office/officeart/2005/8/layout/list1"/>
    <dgm:cxn modelId="{A3F7DC0D-55FF-42ED-A04F-A4FE9404D849}" type="presParOf" srcId="{C02A8A15-F3BE-4000-89AB-88268A1A515D}" destId="{B4D95877-CA83-4FDD-A4EA-A65EBF1AD9F3}" srcOrd="5" destOrd="0" presId="urn:microsoft.com/office/officeart/2005/8/layout/list1"/>
    <dgm:cxn modelId="{CD8477FA-3FC3-404D-81D0-5E106FD53E61}" type="presParOf" srcId="{C02A8A15-F3BE-4000-89AB-88268A1A515D}" destId="{6286290B-6190-4E0E-AD4F-33E4C5D70D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13DD354-7D03-4034-9475-EA9280427BD9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AB0447-E409-43B8-9609-D826FD032A6B}">
      <dgm:prSet/>
      <dgm:spPr/>
      <dgm:t>
        <a:bodyPr/>
        <a:lstStyle/>
        <a:p>
          <a:r>
            <a:rPr lang="en-US" b="0" i="0" baseline="0"/>
            <a:t>Systems must integrate with:</a:t>
          </a:r>
          <a:endParaRPr lang="en-US"/>
        </a:p>
      </dgm:t>
    </dgm:pt>
    <dgm:pt modelId="{27B3EB98-8A64-4E06-B83F-E002C1B267E9}" type="parTrans" cxnId="{600FEC7C-00B5-4278-952B-537CDA92AC4F}">
      <dgm:prSet/>
      <dgm:spPr/>
      <dgm:t>
        <a:bodyPr/>
        <a:lstStyle/>
        <a:p>
          <a:endParaRPr lang="en-US"/>
        </a:p>
      </dgm:t>
    </dgm:pt>
    <dgm:pt modelId="{234921F0-5061-4621-8F83-40FAD5843A7F}" type="sibTrans" cxnId="{600FEC7C-00B5-4278-952B-537CDA92AC4F}">
      <dgm:prSet/>
      <dgm:spPr/>
      <dgm:t>
        <a:bodyPr/>
        <a:lstStyle/>
        <a:p>
          <a:endParaRPr lang="en-US"/>
        </a:p>
      </dgm:t>
    </dgm:pt>
    <dgm:pt modelId="{5EF1AECF-2805-4ED3-B353-71EFCBE824B4}">
      <dgm:prSet/>
      <dgm:spPr/>
      <dgm:t>
        <a:bodyPr/>
        <a:lstStyle/>
        <a:p>
          <a:r>
            <a:rPr lang="en-US" b="0" i="0" baseline="0"/>
            <a:t>Existing hardware</a:t>
          </a:r>
          <a:endParaRPr lang="en-US"/>
        </a:p>
      </dgm:t>
    </dgm:pt>
    <dgm:pt modelId="{E3D094D6-892E-4185-A25B-24F5F02A3D2A}" type="parTrans" cxnId="{A6DB5051-9D6C-4B5E-B505-9866904269BD}">
      <dgm:prSet/>
      <dgm:spPr/>
      <dgm:t>
        <a:bodyPr/>
        <a:lstStyle/>
        <a:p>
          <a:endParaRPr lang="en-US"/>
        </a:p>
      </dgm:t>
    </dgm:pt>
    <dgm:pt modelId="{757BAD4D-721E-4DF0-B613-3CC804A2F58E}" type="sibTrans" cxnId="{A6DB5051-9D6C-4B5E-B505-9866904269BD}">
      <dgm:prSet/>
      <dgm:spPr/>
      <dgm:t>
        <a:bodyPr/>
        <a:lstStyle/>
        <a:p>
          <a:endParaRPr lang="en-US"/>
        </a:p>
      </dgm:t>
    </dgm:pt>
    <dgm:pt modelId="{E5704A3B-0501-4EC8-9316-AAC7FBA473CD}">
      <dgm:prSet/>
      <dgm:spPr/>
      <dgm:t>
        <a:bodyPr/>
        <a:lstStyle/>
        <a:p>
          <a:r>
            <a:rPr lang="en-US" b="0" i="0" baseline="0"/>
            <a:t>Software</a:t>
          </a:r>
          <a:endParaRPr lang="en-US"/>
        </a:p>
      </dgm:t>
    </dgm:pt>
    <dgm:pt modelId="{0BED7C90-A2B8-4FF3-B160-3E87965D6178}" type="parTrans" cxnId="{22D128C7-350E-41D4-A701-46FD346F8409}">
      <dgm:prSet/>
      <dgm:spPr/>
      <dgm:t>
        <a:bodyPr/>
        <a:lstStyle/>
        <a:p>
          <a:endParaRPr lang="en-US"/>
        </a:p>
      </dgm:t>
    </dgm:pt>
    <dgm:pt modelId="{8663B8FC-1269-4DAB-9F63-2DBA1C8E76D8}" type="sibTrans" cxnId="{22D128C7-350E-41D4-A701-46FD346F8409}">
      <dgm:prSet/>
      <dgm:spPr/>
      <dgm:t>
        <a:bodyPr/>
        <a:lstStyle/>
        <a:p>
          <a:endParaRPr lang="en-US"/>
        </a:p>
      </dgm:t>
    </dgm:pt>
    <dgm:pt modelId="{5ADAA9DB-D0C5-48FD-9634-F538F2F8AE9D}">
      <dgm:prSet/>
      <dgm:spPr/>
      <dgm:t>
        <a:bodyPr/>
        <a:lstStyle/>
        <a:p>
          <a:r>
            <a:rPr lang="en-US" b="0" i="0" baseline="0"/>
            <a:t>Networks</a:t>
          </a:r>
          <a:endParaRPr lang="en-US"/>
        </a:p>
      </dgm:t>
    </dgm:pt>
    <dgm:pt modelId="{3BC878E4-C1AE-41AA-9FDC-732A3A0A1708}" type="parTrans" cxnId="{E44AF67C-FA26-4CF8-9213-68DE418830A4}">
      <dgm:prSet/>
      <dgm:spPr/>
      <dgm:t>
        <a:bodyPr/>
        <a:lstStyle/>
        <a:p>
          <a:endParaRPr lang="en-US"/>
        </a:p>
      </dgm:t>
    </dgm:pt>
    <dgm:pt modelId="{8EF1FF34-A5A2-46A7-A1F2-0FEFE6CBB647}" type="sibTrans" cxnId="{E44AF67C-FA26-4CF8-9213-68DE418830A4}">
      <dgm:prSet/>
      <dgm:spPr/>
      <dgm:t>
        <a:bodyPr/>
        <a:lstStyle/>
        <a:p>
          <a:endParaRPr lang="en-US"/>
        </a:p>
      </dgm:t>
    </dgm:pt>
    <dgm:pt modelId="{CA0C9614-F042-4C76-BCBD-793F7BE5E5A5}">
      <dgm:prSet/>
      <dgm:spPr/>
      <dgm:t>
        <a:bodyPr/>
        <a:lstStyle/>
        <a:p>
          <a:r>
            <a:rPr lang="en-US" b="0" i="0" baseline="0"/>
            <a:t>Data must be in compatible formats</a:t>
          </a:r>
          <a:endParaRPr lang="en-US"/>
        </a:p>
      </dgm:t>
    </dgm:pt>
    <dgm:pt modelId="{D2CB90CE-EE51-4728-AB3A-0DA78A8245B8}" type="parTrans" cxnId="{B8F8F502-71BA-4C5D-8E52-1CC65D0E6FF9}">
      <dgm:prSet/>
      <dgm:spPr/>
      <dgm:t>
        <a:bodyPr/>
        <a:lstStyle/>
        <a:p>
          <a:endParaRPr lang="en-US"/>
        </a:p>
      </dgm:t>
    </dgm:pt>
    <dgm:pt modelId="{173D0610-F25E-48EE-BDBF-19D10D7E83F9}" type="sibTrans" cxnId="{B8F8F502-71BA-4C5D-8E52-1CC65D0E6FF9}">
      <dgm:prSet/>
      <dgm:spPr/>
      <dgm:t>
        <a:bodyPr/>
        <a:lstStyle/>
        <a:p>
          <a:endParaRPr lang="en-US"/>
        </a:p>
      </dgm:t>
    </dgm:pt>
    <dgm:pt modelId="{33EA7678-E3CB-4974-8B8F-663515BDC225}">
      <dgm:prSet/>
      <dgm:spPr/>
      <dgm:t>
        <a:bodyPr/>
        <a:lstStyle/>
        <a:p>
          <a:r>
            <a:rPr lang="en-US" b="0" i="0" baseline="0"/>
            <a:t>Systems often interact with external services</a:t>
          </a:r>
          <a:endParaRPr lang="en-US"/>
        </a:p>
      </dgm:t>
    </dgm:pt>
    <dgm:pt modelId="{DF2F44A3-4514-4FAB-B837-800BAC3A28DE}" type="parTrans" cxnId="{4DD55054-27F9-4A30-B8B3-7538EB593701}">
      <dgm:prSet/>
      <dgm:spPr/>
      <dgm:t>
        <a:bodyPr/>
        <a:lstStyle/>
        <a:p>
          <a:endParaRPr lang="en-US"/>
        </a:p>
      </dgm:t>
    </dgm:pt>
    <dgm:pt modelId="{0547EA9A-D609-48DF-972D-2B181F3E5690}" type="sibTrans" cxnId="{4DD55054-27F9-4A30-B8B3-7538EB593701}">
      <dgm:prSet/>
      <dgm:spPr/>
      <dgm:t>
        <a:bodyPr/>
        <a:lstStyle/>
        <a:p>
          <a:endParaRPr lang="en-US"/>
        </a:p>
      </dgm:t>
    </dgm:pt>
    <dgm:pt modelId="{D9FBCAD5-A2D9-4159-9A4B-19A868810726}">
      <dgm:prSet/>
      <dgm:spPr/>
      <dgm:t>
        <a:bodyPr/>
        <a:lstStyle/>
        <a:p>
          <a:r>
            <a:rPr lang="en-US" b="1" i="0" baseline="0" dirty="0"/>
            <a:t>Example: </a:t>
          </a:r>
          <a:r>
            <a:rPr lang="en-US" b="0" i="0" baseline="0" dirty="0"/>
            <a:t>Online stores communicating securely with PayPal</a:t>
          </a:r>
          <a:endParaRPr lang="en-US" dirty="0"/>
        </a:p>
      </dgm:t>
    </dgm:pt>
    <dgm:pt modelId="{772D1C8F-56D2-4B74-A898-0139B3E0DD52}" type="parTrans" cxnId="{6DB5E14B-15BB-48CC-9F17-88A1744A3CB0}">
      <dgm:prSet/>
      <dgm:spPr/>
      <dgm:t>
        <a:bodyPr/>
        <a:lstStyle/>
        <a:p>
          <a:endParaRPr lang="en-US"/>
        </a:p>
      </dgm:t>
    </dgm:pt>
    <dgm:pt modelId="{E8BE0BBC-753F-495E-AA57-A47EA0D2812B}" type="sibTrans" cxnId="{6DB5E14B-15BB-48CC-9F17-88A1744A3CB0}">
      <dgm:prSet/>
      <dgm:spPr/>
      <dgm:t>
        <a:bodyPr/>
        <a:lstStyle/>
        <a:p>
          <a:endParaRPr lang="en-US"/>
        </a:p>
      </dgm:t>
    </dgm:pt>
    <dgm:pt modelId="{2EB9A5D9-F048-4F34-8ECF-416B1210E199}" type="pres">
      <dgm:prSet presAssocID="{313DD354-7D03-4034-9475-EA9280427BD9}" presName="matrix" presStyleCnt="0">
        <dgm:presLayoutVars>
          <dgm:chMax val="1"/>
          <dgm:dir/>
          <dgm:resizeHandles val="exact"/>
        </dgm:presLayoutVars>
      </dgm:prSet>
      <dgm:spPr/>
    </dgm:pt>
    <dgm:pt modelId="{52EA41B0-EE80-447E-8875-E7AC35DA7142}" type="pres">
      <dgm:prSet presAssocID="{313DD354-7D03-4034-9475-EA9280427BD9}" presName="diamond" presStyleLbl="bgShp" presStyleIdx="0" presStyleCnt="1"/>
      <dgm:spPr/>
    </dgm:pt>
    <dgm:pt modelId="{1D72405C-D7B6-4B00-AF8A-1E9CF8D08228}" type="pres">
      <dgm:prSet presAssocID="{313DD354-7D03-4034-9475-EA9280427BD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BBDE1C3-9615-4453-8776-384B6E48FFF8}" type="pres">
      <dgm:prSet presAssocID="{313DD354-7D03-4034-9475-EA9280427BD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DFF3BCB-DEC7-448D-8006-E3459692E47D}" type="pres">
      <dgm:prSet presAssocID="{313DD354-7D03-4034-9475-EA9280427BD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3014D23-F5BF-47D7-976C-E7EAE1162569}" type="pres">
      <dgm:prSet presAssocID="{313DD354-7D03-4034-9475-EA9280427BD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8F8F502-71BA-4C5D-8E52-1CC65D0E6FF9}" srcId="{313DD354-7D03-4034-9475-EA9280427BD9}" destId="{CA0C9614-F042-4C76-BCBD-793F7BE5E5A5}" srcOrd="1" destOrd="0" parTransId="{D2CB90CE-EE51-4728-AB3A-0DA78A8245B8}" sibTransId="{173D0610-F25E-48EE-BDBF-19D10D7E83F9}"/>
    <dgm:cxn modelId="{CD97FF17-53DA-4108-9FAD-B2C4B7CABF70}" type="presOf" srcId="{D9FBCAD5-A2D9-4159-9A4B-19A868810726}" destId="{E3014D23-F5BF-47D7-976C-E7EAE1162569}" srcOrd="0" destOrd="0" presId="urn:microsoft.com/office/officeart/2005/8/layout/matrix3"/>
    <dgm:cxn modelId="{AC3D541B-40F7-464B-8275-34E9A887BBCA}" type="presOf" srcId="{5EF1AECF-2805-4ED3-B353-71EFCBE824B4}" destId="{1D72405C-D7B6-4B00-AF8A-1E9CF8D08228}" srcOrd="0" destOrd="1" presId="urn:microsoft.com/office/officeart/2005/8/layout/matrix3"/>
    <dgm:cxn modelId="{DD901E48-BF1F-4865-B684-8BCD6AF15E72}" type="presOf" srcId="{5ADAA9DB-D0C5-48FD-9634-F538F2F8AE9D}" destId="{1D72405C-D7B6-4B00-AF8A-1E9CF8D08228}" srcOrd="0" destOrd="3" presId="urn:microsoft.com/office/officeart/2005/8/layout/matrix3"/>
    <dgm:cxn modelId="{6DB5E14B-15BB-48CC-9F17-88A1744A3CB0}" srcId="{313DD354-7D03-4034-9475-EA9280427BD9}" destId="{D9FBCAD5-A2D9-4159-9A4B-19A868810726}" srcOrd="3" destOrd="0" parTransId="{772D1C8F-56D2-4B74-A898-0139B3E0DD52}" sibTransId="{E8BE0BBC-753F-495E-AA57-A47EA0D2812B}"/>
    <dgm:cxn modelId="{A6DB5051-9D6C-4B5E-B505-9866904269BD}" srcId="{58AB0447-E409-43B8-9609-D826FD032A6B}" destId="{5EF1AECF-2805-4ED3-B353-71EFCBE824B4}" srcOrd="0" destOrd="0" parTransId="{E3D094D6-892E-4185-A25B-24F5F02A3D2A}" sibTransId="{757BAD4D-721E-4DF0-B613-3CC804A2F58E}"/>
    <dgm:cxn modelId="{4DD55054-27F9-4A30-B8B3-7538EB593701}" srcId="{313DD354-7D03-4034-9475-EA9280427BD9}" destId="{33EA7678-E3CB-4974-8B8F-663515BDC225}" srcOrd="2" destOrd="0" parTransId="{DF2F44A3-4514-4FAB-B837-800BAC3A28DE}" sibTransId="{0547EA9A-D609-48DF-972D-2B181F3E5690}"/>
    <dgm:cxn modelId="{600FEC7C-00B5-4278-952B-537CDA92AC4F}" srcId="{313DD354-7D03-4034-9475-EA9280427BD9}" destId="{58AB0447-E409-43B8-9609-D826FD032A6B}" srcOrd="0" destOrd="0" parTransId="{27B3EB98-8A64-4E06-B83F-E002C1B267E9}" sibTransId="{234921F0-5061-4621-8F83-40FAD5843A7F}"/>
    <dgm:cxn modelId="{E44AF67C-FA26-4CF8-9213-68DE418830A4}" srcId="{58AB0447-E409-43B8-9609-D826FD032A6B}" destId="{5ADAA9DB-D0C5-48FD-9634-F538F2F8AE9D}" srcOrd="2" destOrd="0" parTransId="{3BC878E4-C1AE-41AA-9FDC-732A3A0A1708}" sibTransId="{8EF1FF34-A5A2-46A7-A1F2-0FEFE6CBB647}"/>
    <dgm:cxn modelId="{23321780-6DD6-476B-90CE-6CA74C44C170}" type="presOf" srcId="{313DD354-7D03-4034-9475-EA9280427BD9}" destId="{2EB9A5D9-F048-4F34-8ECF-416B1210E199}" srcOrd="0" destOrd="0" presId="urn:microsoft.com/office/officeart/2005/8/layout/matrix3"/>
    <dgm:cxn modelId="{EF69359A-9C3A-4FC9-9EC7-B62C2A96E260}" type="presOf" srcId="{33EA7678-E3CB-4974-8B8F-663515BDC225}" destId="{EDFF3BCB-DEC7-448D-8006-E3459692E47D}" srcOrd="0" destOrd="0" presId="urn:microsoft.com/office/officeart/2005/8/layout/matrix3"/>
    <dgm:cxn modelId="{75C47EC1-058F-4756-9000-5F17B52749FE}" type="presOf" srcId="{58AB0447-E409-43B8-9609-D826FD032A6B}" destId="{1D72405C-D7B6-4B00-AF8A-1E9CF8D08228}" srcOrd="0" destOrd="0" presId="urn:microsoft.com/office/officeart/2005/8/layout/matrix3"/>
    <dgm:cxn modelId="{22D128C7-350E-41D4-A701-46FD346F8409}" srcId="{58AB0447-E409-43B8-9609-D826FD032A6B}" destId="{E5704A3B-0501-4EC8-9316-AAC7FBA473CD}" srcOrd="1" destOrd="0" parTransId="{0BED7C90-A2B8-4FF3-B160-3E87965D6178}" sibTransId="{8663B8FC-1269-4DAB-9F63-2DBA1C8E76D8}"/>
    <dgm:cxn modelId="{8DDBA4CE-2876-4ABA-BA94-E53DB318613D}" type="presOf" srcId="{CA0C9614-F042-4C76-BCBD-793F7BE5E5A5}" destId="{0BBDE1C3-9615-4453-8776-384B6E48FFF8}" srcOrd="0" destOrd="0" presId="urn:microsoft.com/office/officeart/2005/8/layout/matrix3"/>
    <dgm:cxn modelId="{F5580BFD-9148-46C4-99AE-20CAA2B86C73}" type="presOf" srcId="{E5704A3B-0501-4EC8-9316-AAC7FBA473CD}" destId="{1D72405C-D7B6-4B00-AF8A-1E9CF8D08228}" srcOrd="0" destOrd="2" presId="urn:microsoft.com/office/officeart/2005/8/layout/matrix3"/>
    <dgm:cxn modelId="{A17321E5-E6F1-4726-8DD6-54CF96439B3B}" type="presParOf" srcId="{2EB9A5D9-F048-4F34-8ECF-416B1210E199}" destId="{52EA41B0-EE80-447E-8875-E7AC35DA7142}" srcOrd="0" destOrd="0" presId="urn:microsoft.com/office/officeart/2005/8/layout/matrix3"/>
    <dgm:cxn modelId="{2D0466FB-368C-49C5-BFFE-39DECD87F119}" type="presParOf" srcId="{2EB9A5D9-F048-4F34-8ECF-416B1210E199}" destId="{1D72405C-D7B6-4B00-AF8A-1E9CF8D08228}" srcOrd="1" destOrd="0" presId="urn:microsoft.com/office/officeart/2005/8/layout/matrix3"/>
    <dgm:cxn modelId="{F40C630C-B34A-4EC2-8551-54AE2A6F889D}" type="presParOf" srcId="{2EB9A5D9-F048-4F34-8ECF-416B1210E199}" destId="{0BBDE1C3-9615-4453-8776-384B6E48FFF8}" srcOrd="2" destOrd="0" presId="urn:microsoft.com/office/officeart/2005/8/layout/matrix3"/>
    <dgm:cxn modelId="{18A99465-563E-44D3-8264-876B483C65BA}" type="presParOf" srcId="{2EB9A5D9-F048-4F34-8ECF-416B1210E199}" destId="{EDFF3BCB-DEC7-448D-8006-E3459692E47D}" srcOrd="3" destOrd="0" presId="urn:microsoft.com/office/officeart/2005/8/layout/matrix3"/>
    <dgm:cxn modelId="{2D861071-16BE-4363-823D-3863A12204CC}" type="presParOf" srcId="{2EB9A5D9-F048-4F34-8ECF-416B1210E199}" destId="{E3014D23-F5BF-47D7-976C-E7EAE116256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E419E0D-4597-4E71-B300-5E6BFC537E8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8CD0CD-9BD3-47D5-BC1A-745D61F67601}">
      <dgm:prSet/>
      <dgm:spPr/>
      <dgm:t>
        <a:bodyPr/>
        <a:lstStyle/>
        <a:p>
          <a:r>
            <a:rPr lang="en-GB"/>
            <a:t>Systems must comply with laws such as:</a:t>
          </a:r>
          <a:endParaRPr lang="en-US"/>
        </a:p>
      </dgm:t>
    </dgm:pt>
    <dgm:pt modelId="{CDDBC498-3AF6-4758-AF8A-6343156CA858}" type="parTrans" cxnId="{ECE9D1A4-B5A1-4FA8-82B2-1A02224A3412}">
      <dgm:prSet/>
      <dgm:spPr/>
      <dgm:t>
        <a:bodyPr/>
        <a:lstStyle/>
        <a:p>
          <a:endParaRPr lang="en-US"/>
        </a:p>
      </dgm:t>
    </dgm:pt>
    <dgm:pt modelId="{B14306E5-DE69-4C86-BEB0-CB8063C970BC}" type="sibTrans" cxnId="{ECE9D1A4-B5A1-4FA8-82B2-1A02224A341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D11D7B7-CEEB-4643-B18F-4FE873C37B66}">
      <dgm:prSet/>
      <dgm:spPr/>
      <dgm:t>
        <a:bodyPr/>
        <a:lstStyle/>
        <a:p>
          <a:r>
            <a:rPr lang="en-GB"/>
            <a:t>Privacy</a:t>
          </a:r>
          <a:endParaRPr lang="en-US"/>
        </a:p>
      </dgm:t>
    </dgm:pt>
    <dgm:pt modelId="{2A68D483-C4C6-41AF-BD45-8907FD967584}" type="parTrans" cxnId="{00F7A51E-81BE-4E84-BD70-4A5AC38A68BE}">
      <dgm:prSet/>
      <dgm:spPr/>
      <dgm:t>
        <a:bodyPr/>
        <a:lstStyle/>
        <a:p>
          <a:endParaRPr lang="en-US"/>
        </a:p>
      </dgm:t>
    </dgm:pt>
    <dgm:pt modelId="{4F26B8BA-8EE6-4A29-BED9-C5A0EEF185A4}" type="sibTrans" cxnId="{00F7A51E-81BE-4E84-BD70-4A5AC38A68BE}">
      <dgm:prSet/>
      <dgm:spPr/>
      <dgm:t>
        <a:bodyPr/>
        <a:lstStyle/>
        <a:p>
          <a:endParaRPr lang="en-US"/>
        </a:p>
      </dgm:t>
    </dgm:pt>
    <dgm:pt modelId="{04CD1261-ADB7-472E-A02A-4EB03783A1E8}">
      <dgm:prSet/>
      <dgm:spPr/>
      <dgm:t>
        <a:bodyPr/>
        <a:lstStyle/>
        <a:p>
          <a:r>
            <a:rPr lang="en-GB"/>
            <a:t>Copyright</a:t>
          </a:r>
          <a:endParaRPr lang="en-US"/>
        </a:p>
      </dgm:t>
    </dgm:pt>
    <dgm:pt modelId="{8F28180A-055E-46EB-85AF-F9C3A3CCC2C7}" type="parTrans" cxnId="{9974D292-51FE-475E-A63C-DE480D4F53B0}">
      <dgm:prSet/>
      <dgm:spPr/>
      <dgm:t>
        <a:bodyPr/>
        <a:lstStyle/>
        <a:p>
          <a:endParaRPr lang="en-US"/>
        </a:p>
      </dgm:t>
    </dgm:pt>
    <dgm:pt modelId="{9C677A61-6BC9-4642-94E1-FADA2663AAE4}" type="sibTrans" cxnId="{9974D292-51FE-475E-A63C-DE480D4F53B0}">
      <dgm:prSet/>
      <dgm:spPr/>
      <dgm:t>
        <a:bodyPr/>
        <a:lstStyle/>
        <a:p>
          <a:endParaRPr lang="en-US"/>
        </a:p>
      </dgm:t>
    </dgm:pt>
    <dgm:pt modelId="{77179ADC-5D5D-4C9A-BF63-5740A4680C0B}">
      <dgm:prSet/>
      <dgm:spPr/>
      <dgm:t>
        <a:bodyPr/>
        <a:lstStyle/>
        <a:p>
          <a:r>
            <a:rPr lang="en-GB"/>
            <a:t>Personal data must be protected using:</a:t>
          </a:r>
          <a:endParaRPr lang="en-US"/>
        </a:p>
      </dgm:t>
    </dgm:pt>
    <dgm:pt modelId="{9AD8AEFD-22CF-4234-8E6E-67971EAE22CA}" type="parTrans" cxnId="{DF62E47F-9166-4D9B-9D48-CFA95C849D1F}">
      <dgm:prSet/>
      <dgm:spPr/>
      <dgm:t>
        <a:bodyPr/>
        <a:lstStyle/>
        <a:p>
          <a:endParaRPr lang="en-US"/>
        </a:p>
      </dgm:t>
    </dgm:pt>
    <dgm:pt modelId="{6E986EA0-A351-4CAC-8B7F-B666930A1E8B}" type="sibTrans" cxnId="{DF62E47F-9166-4D9B-9D48-CFA95C849D1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DA0CBD2-176B-4605-BF49-7D5A17C44627}">
      <dgm:prSet/>
      <dgm:spPr/>
      <dgm:t>
        <a:bodyPr/>
        <a:lstStyle/>
        <a:p>
          <a:r>
            <a:rPr lang="en-GB"/>
            <a:t>Secure passwords</a:t>
          </a:r>
          <a:endParaRPr lang="en-US"/>
        </a:p>
      </dgm:t>
    </dgm:pt>
    <dgm:pt modelId="{D12021AE-9E8D-40B0-B39D-E5AAAE87CC8C}" type="parTrans" cxnId="{9D9C8B21-1E23-4E18-BA02-2E9F147F611B}">
      <dgm:prSet/>
      <dgm:spPr/>
      <dgm:t>
        <a:bodyPr/>
        <a:lstStyle/>
        <a:p>
          <a:endParaRPr lang="en-US"/>
        </a:p>
      </dgm:t>
    </dgm:pt>
    <dgm:pt modelId="{D97FC970-D8A9-467F-BB7B-FDE2394AE04D}" type="sibTrans" cxnId="{9D9C8B21-1E23-4E18-BA02-2E9F147F611B}">
      <dgm:prSet/>
      <dgm:spPr/>
      <dgm:t>
        <a:bodyPr/>
        <a:lstStyle/>
        <a:p>
          <a:endParaRPr lang="en-US"/>
        </a:p>
      </dgm:t>
    </dgm:pt>
    <dgm:pt modelId="{AE21153B-BC92-4294-96F7-8B0393A81599}">
      <dgm:prSet/>
      <dgm:spPr/>
      <dgm:t>
        <a:bodyPr/>
        <a:lstStyle/>
        <a:p>
          <a:r>
            <a:rPr lang="en-GB"/>
            <a:t>Encryption</a:t>
          </a:r>
          <a:endParaRPr lang="en-US"/>
        </a:p>
      </dgm:t>
    </dgm:pt>
    <dgm:pt modelId="{0EA978DE-F8B3-4BF0-BF95-A6FBD4FC3EEE}" type="parTrans" cxnId="{E1430EC0-E499-4158-BBDA-49C1118335B3}">
      <dgm:prSet/>
      <dgm:spPr/>
      <dgm:t>
        <a:bodyPr/>
        <a:lstStyle/>
        <a:p>
          <a:endParaRPr lang="en-US"/>
        </a:p>
      </dgm:t>
    </dgm:pt>
    <dgm:pt modelId="{79543A1F-DCED-4B1B-96AB-E4E0162937CC}" type="sibTrans" cxnId="{E1430EC0-E499-4158-BBDA-49C1118335B3}">
      <dgm:prSet/>
      <dgm:spPr/>
      <dgm:t>
        <a:bodyPr/>
        <a:lstStyle/>
        <a:p>
          <a:endParaRPr lang="en-US"/>
        </a:p>
      </dgm:t>
    </dgm:pt>
    <dgm:pt modelId="{01E17DC7-A967-43E5-BBD7-896FD27827B8}">
      <dgm:prSet/>
      <dgm:spPr/>
      <dgm:t>
        <a:bodyPr/>
        <a:lstStyle/>
        <a:p>
          <a:r>
            <a:rPr lang="en-GB"/>
            <a:t>Designers must consider whether systems could:</a:t>
          </a:r>
          <a:endParaRPr lang="en-US"/>
        </a:p>
      </dgm:t>
    </dgm:pt>
    <dgm:pt modelId="{1CA7C0C8-91AA-4665-841B-81832FFB6F0B}" type="parTrans" cxnId="{905D9A0D-0E5E-409B-A1D1-2330AF9D903B}">
      <dgm:prSet/>
      <dgm:spPr/>
      <dgm:t>
        <a:bodyPr/>
        <a:lstStyle/>
        <a:p>
          <a:endParaRPr lang="en-US"/>
        </a:p>
      </dgm:t>
    </dgm:pt>
    <dgm:pt modelId="{CEFE78D5-1423-47FC-B282-C39E2DC0A869}" type="sibTrans" cxnId="{905D9A0D-0E5E-409B-A1D1-2330AF9D903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466C946-B2DE-49E9-A55F-F1A69B0B396B}">
      <dgm:prSet/>
      <dgm:spPr/>
      <dgm:t>
        <a:bodyPr/>
        <a:lstStyle/>
        <a:p>
          <a:r>
            <a:rPr lang="en-GB"/>
            <a:t>Enable illegal actions</a:t>
          </a:r>
          <a:endParaRPr lang="en-US"/>
        </a:p>
      </dgm:t>
    </dgm:pt>
    <dgm:pt modelId="{014818BB-A269-4E23-A747-4AD752CA30A1}" type="parTrans" cxnId="{80FDC2F5-9258-4D5A-A06B-5A0CE36C0064}">
      <dgm:prSet/>
      <dgm:spPr/>
      <dgm:t>
        <a:bodyPr/>
        <a:lstStyle/>
        <a:p>
          <a:endParaRPr lang="en-US"/>
        </a:p>
      </dgm:t>
    </dgm:pt>
    <dgm:pt modelId="{15AC3232-56CD-47E0-AA7F-0DB94C67AFBC}" type="sibTrans" cxnId="{80FDC2F5-9258-4D5A-A06B-5A0CE36C0064}">
      <dgm:prSet/>
      <dgm:spPr/>
      <dgm:t>
        <a:bodyPr/>
        <a:lstStyle/>
        <a:p>
          <a:endParaRPr lang="en-US"/>
        </a:p>
      </dgm:t>
    </dgm:pt>
    <dgm:pt modelId="{9A51C00B-E4C6-4DDE-8AF0-D7E5E8E8F6C7}">
      <dgm:prSet/>
      <dgm:spPr/>
      <dgm:t>
        <a:bodyPr/>
        <a:lstStyle/>
        <a:p>
          <a:r>
            <a:rPr lang="en-GB"/>
            <a:t>Be misused by users</a:t>
          </a:r>
          <a:endParaRPr lang="en-US"/>
        </a:p>
      </dgm:t>
    </dgm:pt>
    <dgm:pt modelId="{2027C532-6552-4C99-AB42-D7F47D36E1E3}" type="parTrans" cxnId="{DFD8CEBD-92F8-4E7C-A692-75EEF69A2037}">
      <dgm:prSet/>
      <dgm:spPr/>
      <dgm:t>
        <a:bodyPr/>
        <a:lstStyle/>
        <a:p>
          <a:endParaRPr lang="en-US"/>
        </a:p>
      </dgm:t>
    </dgm:pt>
    <dgm:pt modelId="{563D4FCB-72BF-4D04-9FFB-2934C69736C5}" type="sibTrans" cxnId="{DFD8CEBD-92F8-4E7C-A692-75EEF69A2037}">
      <dgm:prSet/>
      <dgm:spPr/>
      <dgm:t>
        <a:bodyPr/>
        <a:lstStyle/>
        <a:p>
          <a:endParaRPr lang="en-US"/>
        </a:p>
      </dgm:t>
    </dgm:pt>
    <dgm:pt modelId="{0A813DAA-887C-4437-A93C-4FF33E2B02BC}" type="pres">
      <dgm:prSet presAssocID="{1E419E0D-4597-4E71-B300-5E6BFC537E8A}" presName="Name0" presStyleCnt="0">
        <dgm:presLayoutVars>
          <dgm:animLvl val="lvl"/>
          <dgm:resizeHandles val="exact"/>
        </dgm:presLayoutVars>
      </dgm:prSet>
      <dgm:spPr/>
    </dgm:pt>
    <dgm:pt modelId="{08667160-4447-4B1D-98A1-402EB4ABA495}" type="pres">
      <dgm:prSet presAssocID="{EB8CD0CD-9BD3-47D5-BC1A-745D61F67601}" presName="compositeNode" presStyleCnt="0">
        <dgm:presLayoutVars>
          <dgm:bulletEnabled val="1"/>
        </dgm:presLayoutVars>
      </dgm:prSet>
      <dgm:spPr/>
    </dgm:pt>
    <dgm:pt modelId="{4CF3B87E-280D-4622-8F33-B74FCEB6F91C}" type="pres">
      <dgm:prSet presAssocID="{EB8CD0CD-9BD3-47D5-BC1A-745D61F67601}" presName="bgRect" presStyleLbl="bgAccFollowNode1" presStyleIdx="0" presStyleCnt="3"/>
      <dgm:spPr/>
    </dgm:pt>
    <dgm:pt modelId="{D9CCAFEE-B323-4CF7-B6C2-EDCFB66EA2D1}" type="pres">
      <dgm:prSet presAssocID="{B14306E5-DE69-4C86-BEB0-CB8063C970B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D003809-2758-473B-8CE8-56D8D847E998}" type="pres">
      <dgm:prSet presAssocID="{EB8CD0CD-9BD3-47D5-BC1A-745D61F67601}" presName="bottomLine" presStyleLbl="alignNode1" presStyleIdx="1" presStyleCnt="6">
        <dgm:presLayoutVars/>
      </dgm:prSet>
      <dgm:spPr/>
    </dgm:pt>
    <dgm:pt modelId="{CCF76800-6CCF-4AA1-AD59-4777879031F4}" type="pres">
      <dgm:prSet presAssocID="{EB8CD0CD-9BD3-47D5-BC1A-745D61F67601}" presName="nodeText" presStyleLbl="bgAccFollowNode1" presStyleIdx="0" presStyleCnt="3">
        <dgm:presLayoutVars>
          <dgm:bulletEnabled val="1"/>
        </dgm:presLayoutVars>
      </dgm:prSet>
      <dgm:spPr/>
    </dgm:pt>
    <dgm:pt modelId="{6DAABBC7-EAF8-4B3E-874F-E04684721B0A}" type="pres">
      <dgm:prSet presAssocID="{B14306E5-DE69-4C86-BEB0-CB8063C970BC}" presName="sibTrans" presStyleCnt="0"/>
      <dgm:spPr/>
    </dgm:pt>
    <dgm:pt modelId="{432D6637-9629-4B07-B93D-753CA8B52B98}" type="pres">
      <dgm:prSet presAssocID="{77179ADC-5D5D-4C9A-BF63-5740A4680C0B}" presName="compositeNode" presStyleCnt="0">
        <dgm:presLayoutVars>
          <dgm:bulletEnabled val="1"/>
        </dgm:presLayoutVars>
      </dgm:prSet>
      <dgm:spPr/>
    </dgm:pt>
    <dgm:pt modelId="{A6ABE3E2-A498-4FA7-9FFC-71F9C09604DC}" type="pres">
      <dgm:prSet presAssocID="{77179ADC-5D5D-4C9A-BF63-5740A4680C0B}" presName="bgRect" presStyleLbl="bgAccFollowNode1" presStyleIdx="1" presStyleCnt="3"/>
      <dgm:spPr/>
    </dgm:pt>
    <dgm:pt modelId="{E5B646D3-69F0-4205-A81C-E18D1CACA533}" type="pres">
      <dgm:prSet presAssocID="{6E986EA0-A351-4CAC-8B7F-B666930A1E8B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8E530D5-7A07-4865-9213-0305C2A33F07}" type="pres">
      <dgm:prSet presAssocID="{77179ADC-5D5D-4C9A-BF63-5740A4680C0B}" presName="bottomLine" presStyleLbl="alignNode1" presStyleIdx="3" presStyleCnt="6">
        <dgm:presLayoutVars/>
      </dgm:prSet>
      <dgm:spPr/>
    </dgm:pt>
    <dgm:pt modelId="{0E9BEEAB-91FC-4D39-83E9-153F4FCE7012}" type="pres">
      <dgm:prSet presAssocID="{77179ADC-5D5D-4C9A-BF63-5740A4680C0B}" presName="nodeText" presStyleLbl="bgAccFollowNode1" presStyleIdx="1" presStyleCnt="3">
        <dgm:presLayoutVars>
          <dgm:bulletEnabled val="1"/>
        </dgm:presLayoutVars>
      </dgm:prSet>
      <dgm:spPr/>
    </dgm:pt>
    <dgm:pt modelId="{422F5B7F-C83E-426A-A95C-8AAE38F3CFFA}" type="pres">
      <dgm:prSet presAssocID="{6E986EA0-A351-4CAC-8B7F-B666930A1E8B}" presName="sibTrans" presStyleCnt="0"/>
      <dgm:spPr/>
    </dgm:pt>
    <dgm:pt modelId="{540F935E-A114-413D-BF34-C3050FF8883D}" type="pres">
      <dgm:prSet presAssocID="{01E17DC7-A967-43E5-BBD7-896FD27827B8}" presName="compositeNode" presStyleCnt="0">
        <dgm:presLayoutVars>
          <dgm:bulletEnabled val="1"/>
        </dgm:presLayoutVars>
      </dgm:prSet>
      <dgm:spPr/>
    </dgm:pt>
    <dgm:pt modelId="{9254A7F5-873E-4113-9209-806DC0AE4EB9}" type="pres">
      <dgm:prSet presAssocID="{01E17DC7-A967-43E5-BBD7-896FD27827B8}" presName="bgRect" presStyleLbl="bgAccFollowNode1" presStyleIdx="2" presStyleCnt="3"/>
      <dgm:spPr/>
    </dgm:pt>
    <dgm:pt modelId="{B4110BE8-6EC6-4C37-B7A2-D81DD5A36DD1}" type="pres">
      <dgm:prSet presAssocID="{CEFE78D5-1423-47FC-B282-C39E2DC0A86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398498F-9307-48B9-94A2-8220E626E297}" type="pres">
      <dgm:prSet presAssocID="{01E17DC7-A967-43E5-BBD7-896FD27827B8}" presName="bottomLine" presStyleLbl="alignNode1" presStyleIdx="5" presStyleCnt="6">
        <dgm:presLayoutVars/>
      </dgm:prSet>
      <dgm:spPr/>
    </dgm:pt>
    <dgm:pt modelId="{5E5D52A3-D31C-4E00-AED4-553D9BC55A60}" type="pres">
      <dgm:prSet presAssocID="{01E17DC7-A967-43E5-BBD7-896FD27827B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9217A02-94FA-4D37-894B-CF940F96B74D}" type="presOf" srcId="{EB8CD0CD-9BD3-47D5-BC1A-745D61F67601}" destId="{4CF3B87E-280D-4622-8F33-B74FCEB6F91C}" srcOrd="0" destOrd="0" presId="urn:microsoft.com/office/officeart/2016/7/layout/BasicLinearProcessNumbered"/>
    <dgm:cxn modelId="{1793B003-5C08-48B7-8E70-9B372AAC61E3}" type="presOf" srcId="{6E986EA0-A351-4CAC-8B7F-B666930A1E8B}" destId="{E5B646D3-69F0-4205-A81C-E18D1CACA533}" srcOrd="0" destOrd="0" presId="urn:microsoft.com/office/officeart/2016/7/layout/BasicLinearProcessNumbered"/>
    <dgm:cxn modelId="{905D9A0D-0E5E-409B-A1D1-2330AF9D903B}" srcId="{1E419E0D-4597-4E71-B300-5E6BFC537E8A}" destId="{01E17DC7-A967-43E5-BBD7-896FD27827B8}" srcOrd="2" destOrd="0" parTransId="{1CA7C0C8-91AA-4665-841B-81832FFB6F0B}" sibTransId="{CEFE78D5-1423-47FC-B282-C39E2DC0A869}"/>
    <dgm:cxn modelId="{00F7A51E-81BE-4E84-BD70-4A5AC38A68BE}" srcId="{EB8CD0CD-9BD3-47D5-BC1A-745D61F67601}" destId="{DD11D7B7-CEEB-4643-B18F-4FE873C37B66}" srcOrd="0" destOrd="0" parTransId="{2A68D483-C4C6-41AF-BD45-8907FD967584}" sibTransId="{4F26B8BA-8EE6-4A29-BED9-C5A0EEF185A4}"/>
    <dgm:cxn modelId="{9D9C8B21-1E23-4E18-BA02-2E9F147F611B}" srcId="{77179ADC-5D5D-4C9A-BF63-5740A4680C0B}" destId="{6DA0CBD2-176B-4605-BF49-7D5A17C44627}" srcOrd="0" destOrd="0" parTransId="{D12021AE-9E8D-40B0-B39D-E5AAAE87CC8C}" sibTransId="{D97FC970-D8A9-467F-BB7B-FDE2394AE04D}"/>
    <dgm:cxn modelId="{AEA39038-E53F-4D67-92D6-36C929D1B729}" type="presOf" srcId="{1E419E0D-4597-4E71-B300-5E6BFC537E8A}" destId="{0A813DAA-887C-4437-A93C-4FF33E2B02BC}" srcOrd="0" destOrd="0" presId="urn:microsoft.com/office/officeart/2016/7/layout/BasicLinearProcessNumbered"/>
    <dgm:cxn modelId="{8626765F-AA7F-4772-A9B1-DEA6558598F0}" type="presOf" srcId="{01E17DC7-A967-43E5-BBD7-896FD27827B8}" destId="{5E5D52A3-D31C-4E00-AED4-553D9BC55A60}" srcOrd="1" destOrd="0" presId="urn:microsoft.com/office/officeart/2016/7/layout/BasicLinearProcessNumbered"/>
    <dgm:cxn modelId="{75A97B63-8FC1-40A9-9068-CF0EB382A5DC}" type="presOf" srcId="{EB8CD0CD-9BD3-47D5-BC1A-745D61F67601}" destId="{CCF76800-6CCF-4AA1-AD59-4777879031F4}" srcOrd="1" destOrd="0" presId="urn:microsoft.com/office/officeart/2016/7/layout/BasicLinearProcessNumbered"/>
    <dgm:cxn modelId="{1A36B076-0797-4669-9014-D44D9EB5E894}" type="presOf" srcId="{77179ADC-5D5D-4C9A-BF63-5740A4680C0B}" destId="{A6ABE3E2-A498-4FA7-9FFC-71F9C09604DC}" srcOrd="0" destOrd="0" presId="urn:microsoft.com/office/officeart/2016/7/layout/BasicLinearProcessNumbered"/>
    <dgm:cxn modelId="{DF62E47F-9166-4D9B-9D48-CFA95C849D1F}" srcId="{1E419E0D-4597-4E71-B300-5E6BFC537E8A}" destId="{77179ADC-5D5D-4C9A-BF63-5740A4680C0B}" srcOrd="1" destOrd="0" parTransId="{9AD8AEFD-22CF-4234-8E6E-67971EAE22CA}" sibTransId="{6E986EA0-A351-4CAC-8B7F-B666930A1E8B}"/>
    <dgm:cxn modelId="{9974D292-51FE-475E-A63C-DE480D4F53B0}" srcId="{EB8CD0CD-9BD3-47D5-BC1A-745D61F67601}" destId="{04CD1261-ADB7-472E-A02A-4EB03783A1E8}" srcOrd="1" destOrd="0" parTransId="{8F28180A-055E-46EB-85AF-F9C3A3CCC2C7}" sibTransId="{9C677A61-6BC9-4642-94E1-FADA2663AAE4}"/>
    <dgm:cxn modelId="{275A1096-F3EB-4298-817C-64B0734269FB}" type="presOf" srcId="{DD11D7B7-CEEB-4643-B18F-4FE873C37B66}" destId="{CCF76800-6CCF-4AA1-AD59-4777879031F4}" srcOrd="0" destOrd="1" presId="urn:microsoft.com/office/officeart/2016/7/layout/BasicLinearProcessNumbered"/>
    <dgm:cxn modelId="{2EB81CA0-B2E6-4A9D-9112-FBED6593FBFF}" type="presOf" srcId="{AE21153B-BC92-4294-96F7-8B0393A81599}" destId="{0E9BEEAB-91FC-4D39-83E9-153F4FCE7012}" srcOrd="0" destOrd="2" presId="urn:microsoft.com/office/officeart/2016/7/layout/BasicLinearProcessNumbered"/>
    <dgm:cxn modelId="{ECE9D1A4-B5A1-4FA8-82B2-1A02224A3412}" srcId="{1E419E0D-4597-4E71-B300-5E6BFC537E8A}" destId="{EB8CD0CD-9BD3-47D5-BC1A-745D61F67601}" srcOrd="0" destOrd="0" parTransId="{CDDBC498-3AF6-4758-AF8A-6343156CA858}" sibTransId="{B14306E5-DE69-4C86-BEB0-CB8063C970BC}"/>
    <dgm:cxn modelId="{28EB78A5-9E3B-499B-AC1F-2EDEAE8BC9BE}" type="presOf" srcId="{9A51C00B-E4C6-4DDE-8AF0-D7E5E8E8F6C7}" destId="{5E5D52A3-D31C-4E00-AED4-553D9BC55A60}" srcOrd="0" destOrd="2" presId="urn:microsoft.com/office/officeart/2016/7/layout/BasicLinearProcessNumbered"/>
    <dgm:cxn modelId="{9AF2C0A7-DDDF-4831-938B-70B61DE9F471}" type="presOf" srcId="{04CD1261-ADB7-472E-A02A-4EB03783A1E8}" destId="{CCF76800-6CCF-4AA1-AD59-4777879031F4}" srcOrd="0" destOrd="2" presId="urn:microsoft.com/office/officeart/2016/7/layout/BasicLinearProcessNumbered"/>
    <dgm:cxn modelId="{DFD8CEBD-92F8-4E7C-A692-75EEF69A2037}" srcId="{01E17DC7-A967-43E5-BBD7-896FD27827B8}" destId="{9A51C00B-E4C6-4DDE-8AF0-D7E5E8E8F6C7}" srcOrd="1" destOrd="0" parTransId="{2027C532-6552-4C99-AB42-D7F47D36E1E3}" sibTransId="{563D4FCB-72BF-4D04-9FFB-2934C69736C5}"/>
    <dgm:cxn modelId="{E1430EC0-E499-4158-BBDA-49C1118335B3}" srcId="{77179ADC-5D5D-4C9A-BF63-5740A4680C0B}" destId="{AE21153B-BC92-4294-96F7-8B0393A81599}" srcOrd="1" destOrd="0" parTransId="{0EA978DE-F8B3-4BF0-BF95-A6FBD4FC3EEE}" sibTransId="{79543A1F-DCED-4B1B-96AB-E4E0162937CC}"/>
    <dgm:cxn modelId="{075CDBCC-A205-45C3-B40A-836A406068DC}" type="presOf" srcId="{B14306E5-DE69-4C86-BEB0-CB8063C970BC}" destId="{D9CCAFEE-B323-4CF7-B6C2-EDCFB66EA2D1}" srcOrd="0" destOrd="0" presId="urn:microsoft.com/office/officeart/2016/7/layout/BasicLinearProcessNumbered"/>
    <dgm:cxn modelId="{776D21DC-3D9B-47F8-91EE-3F87BACBBFB4}" type="presOf" srcId="{6DA0CBD2-176B-4605-BF49-7D5A17C44627}" destId="{0E9BEEAB-91FC-4D39-83E9-153F4FCE7012}" srcOrd="0" destOrd="1" presId="urn:microsoft.com/office/officeart/2016/7/layout/BasicLinearProcessNumbered"/>
    <dgm:cxn modelId="{952D43E6-558D-47FE-BDA3-C480C78E8865}" type="presOf" srcId="{77179ADC-5D5D-4C9A-BF63-5740A4680C0B}" destId="{0E9BEEAB-91FC-4D39-83E9-153F4FCE7012}" srcOrd="1" destOrd="0" presId="urn:microsoft.com/office/officeart/2016/7/layout/BasicLinearProcessNumbered"/>
    <dgm:cxn modelId="{3BEAD5E6-7650-4323-A673-FA986D733083}" type="presOf" srcId="{E466C946-B2DE-49E9-A55F-F1A69B0B396B}" destId="{5E5D52A3-D31C-4E00-AED4-553D9BC55A60}" srcOrd="0" destOrd="1" presId="urn:microsoft.com/office/officeart/2016/7/layout/BasicLinearProcessNumbered"/>
    <dgm:cxn modelId="{5E98AEEA-9820-47DF-9634-8AAFC9332ED1}" type="presOf" srcId="{CEFE78D5-1423-47FC-B282-C39E2DC0A869}" destId="{B4110BE8-6EC6-4C37-B7A2-D81DD5A36DD1}" srcOrd="0" destOrd="0" presId="urn:microsoft.com/office/officeart/2016/7/layout/BasicLinearProcessNumbered"/>
    <dgm:cxn modelId="{80FDC2F5-9258-4D5A-A06B-5A0CE36C0064}" srcId="{01E17DC7-A967-43E5-BBD7-896FD27827B8}" destId="{E466C946-B2DE-49E9-A55F-F1A69B0B396B}" srcOrd="0" destOrd="0" parTransId="{014818BB-A269-4E23-A747-4AD752CA30A1}" sibTransId="{15AC3232-56CD-47E0-AA7F-0DB94C67AFBC}"/>
    <dgm:cxn modelId="{5C893DFE-F9F0-43D6-BEDC-BC3DC0CD9B33}" type="presOf" srcId="{01E17DC7-A967-43E5-BBD7-896FD27827B8}" destId="{9254A7F5-873E-4113-9209-806DC0AE4EB9}" srcOrd="0" destOrd="0" presId="urn:microsoft.com/office/officeart/2016/7/layout/BasicLinearProcessNumbered"/>
    <dgm:cxn modelId="{0E89F225-64F8-4AB2-A3C6-C367F64D8A0B}" type="presParOf" srcId="{0A813DAA-887C-4437-A93C-4FF33E2B02BC}" destId="{08667160-4447-4B1D-98A1-402EB4ABA495}" srcOrd="0" destOrd="0" presId="urn:microsoft.com/office/officeart/2016/7/layout/BasicLinearProcessNumbered"/>
    <dgm:cxn modelId="{309B5457-741B-4855-91C0-E0FAD28DD897}" type="presParOf" srcId="{08667160-4447-4B1D-98A1-402EB4ABA495}" destId="{4CF3B87E-280D-4622-8F33-B74FCEB6F91C}" srcOrd="0" destOrd="0" presId="urn:microsoft.com/office/officeart/2016/7/layout/BasicLinearProcessNumbered"/>
    <dgm:cxn modelId="{56C660ED-CB56-41A9-8633-B268D02774E0}" type="presParOf" srcId="{08667160-4447-4B1D-98A1-402EB4ABA495}" destId="{D9CCAFEE-B323-4CF7-B6C2-EDCFB66EA2D1}" srcOrd="1" destOrd="0" presId="urn:microsoft.com/office/officeart/2016/7/layout/BasicLinearProcessNumbered"/>
    <dgm:cxn modelId="{89194712-AF9F-450C-856E-4647F944D8A7}" type="presParOf" srcId="{08667160-4447-4B1D-98A1-402EB4ABA495}" destId="{BD003809-2758-473B-8CE8-56D8D847E998}" srcOrd="2" destOrd="0" presId="urn:microsoft.com/office/officeart/2016/7/layout/BasicLinearProcessNumbered"/>
    <dgm:cxn modelId="{C2C85218-1B26-4313-94F5-8C332590A3DB}" type="presParOf" srcId="{08667160-4447-4B1D-98A1-402EB4ABA495}" destId="{CCF76800-6CCF-4AA1-AD59-4777879031F4}" srcOrd="3" destOrd="0" presId="urn:microsoft.com/office/officeart/2016/7/layout/BasicLinearProcessNumbered"/>
    <dgm:cxn modelId="{F9B7F6C3-348F-4CCA-A05D-2F733224F7E6}" type="presParOf" srcId="{0A813DAA-887C-4437-A93C-4FF33E2B02BC}" destId="{6DAABBC7-EAF8-4B3E-874F-E04684721B0A}" srcOrd="1" destOrd="0" presId="urn:microsoft.com/office/officeart/2016/7/layout/BasicLinearProcessNumbered"/>
    <dgm:cxn modelId="{6450F376-6C08-4627-93BA-6BEC5F75AEDD}" type="presParOf" srcId="{0A813DAA-887C-4437-A93C-4FF33E2B02BC}" destId="{432D6637-9629-4B07-B93D-753CA8B52B98}" srcOrd="2" destOrd="0" presId="urn:microsoft.com/office/officeart/2016/7/layout/BasicLinearProcessNumbered"/>
    <dgm:cxn modelId="{0DBAC641-36E0-4E02-9196-4579E215EC91}" type="presParOf" srcId="{432D6637-9629-4B07-B93D-753CA8B52B98}" destId="{A6ABE3E2-A498-4FA7-9FFC-71F9C09604DC}" srcOrd="0" destOrd="0" presId="urn:microsoft.com/office/officeart/2016/7/layout/BasicLinearProcessNumbered"/>
    <dgm:cxn modelId="{5D557870-5701-46B4-8D60-2A5E81A0A113}" type="presParOf" srcId="{432D6637-9629-4B07-B93D-753CA8B52B98}" destId="{E5B646D3-69F0-4205-A81C-E18D1CACA533}" srcOrd="1" destOrd="0" presId="urn:microsoft.com/office/officeart/2016/7/layout/BasicLinearProcessNumbered"/>
    <dgm:cxn modelId="{D91ACB87-E6C3-4F40-9630-783F67CDF6F4}" type="presParOf" srcId="{432D6637-9629-4B07-B93D-753CA8B52B98}" destId="{28E530D5-7A07-4865-9213-0305C2A33F07}" srcOrd="2" destOrd="0" presId="urn:microsoft.com/office/officeart/2016/7/layout/BasicLinearProcessNumbered"/>
    <dgm:cxn modelId="{A27B5345-DADF-41BA-9FEB-B3106B14B7F7}" type="presParOf" srcId="{432D6637-9629-4B07-B93D-753CA8B52B98}" destId="{0E9BEEAB-91FC-4D39-83E9-153F4FCE7012}" srcOrd="3" destOrd="0" presId="urn:microsoft.com/office/officeart/2016/7/layout/BasicLinearProcessNumbered"/>
    <dgm:cxn modelId="{CDA4E3B4-6EA1-4A64-AA74-C72CF65C9BA0}" type="presParOf" srcId="{0A813DAA-887C-4437-A93C-4FF33E2B02BC}" destId="{422F5B7F-C83E-426A-A95C-8AAE38F3CFFA}" srcOrd="3" destOrd="0" presId="urn:microsoft.com/office/officeart/2016/7/layout/BasicLinearProcessNumbered"/>
    <dgm:cxn modelId="{0A7AA922-E413-4932-A290-2BD2BF432447}" type="presParOf" srcId="{0A813DAA-887C-4437-A93C-4FF33E2B02BC}" destId="{540F935E-A114-413D-BF34-C3050FF8883D}" srcOrd="4" destOrd="0" presId="urn:microsoft.com/office/officeart/2016/7/layout/BasicLinearProcessNumbered"/>
    <dgm:cxn modelId="{37721AED-7103-45D9-A61D-719451B9C515}" type="presParOf" srcId="{540F935E-A114-413D-BF34-C3050FF8883D}" destId="{9254A7F5-873E-4113-9209-806DC0AE4EB9}" srcOrd="0" destOrd="0" presId="urn:microsoft.com/office/officeart/2016/7/layout/BasicLinearProcessNumbered"/>
    <dgm:cxn modelId="{B43D3AC1-EB30-440A-AB6A-496617A6DA25}" type="presParOf" srcId="{540F935E-A114-413D-BF34-C3050FF8883D}" destId="{B4110BE8-6EC6-4C37-B7A2-D81DD5A36DD1}" srcOrd="1" destOrd="0" presId="urn:microsoft.com/office/officeart/2016/7/layout/BasicLinearProcessNumbered"/>
    <dgm:cxn modelId="{95B2D414-1408-40BC-BCC4-77F75577EA46}" type="presParOf" srcId="{540F935E-A114-413D-BF34-C3050FF8883D}" destId="{0398498F-9307-48B9-94A2-8220E626E297}" srcOrd="2" destOrd="0" presId="urn:microsoft.com/office/officeart/2016/7/layout/BasicLinearProcessNumbered"/>
    <dgm:cxn modelId="{5594F7F1-7F05-4377-995A-94EAFE1C10BB}" type="presParOf" srcId="{540F935E-A114-413D-BF34-C3050FF8883D}" destId="{5E5D52A3-D31C-4E00-AED4-553D9BC55A6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419E0D-4597-4E71-B300-5E6BFC537E8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8CD0CD-9BD3-47D5-BC1A-745D61F67601}">
      <dgm:prSet/>
      <dgm:spPr/>
      <dgm:t>
        <a:bodyPr/>
        <a:lstStyle/>
        <a:p>
          <a:r>
            <a:rPr lang="en-GB"/>
            <a:t>Systems must comply with laws such as:</a:t>
          </a:r>
          <a:endParaRPr lang="en-US"/>
        </a:p>
      </dgm:t>
    </dgm:pt>
    <dgm:pt modelId="{CDDBC498-3AF6-4758-AF8A-6343156CA858}" type="parTrans" cxnId="{ECE9D1A4-B5A1-4FA8-82B2-1A02224A3412}">
      <dgm:prSet/>
      <dgm:spPr/>
      <dgm:t>
        <a:bodyPr/>
        <a:lstStyle/>
        <a:p>
          <a:endParaRPr lang="en-US"/>
        </a:p>
      </dgm:t>
    </dgm:pt>
    <dgm:pt modelId="{B14306E5-DE69-4C86-BEB0-CB8063C970BC}" type="sibTrans" cxnId="{ECE9D1A4-B5A1-4FA8-82B2-1A02224A341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D11D7B7-CEEB-4643-B18F-4FE873C37B66}">
      <dgm:prSet/>
      <dgm:spPr/>
      <dgm:t>
        <a:bodyPr/>
        <a:lstStyle/>
        <a:p>
          <a:r>
            <a:rPr lang="en-GB"/>
            <a:t>Privacy</a:t>
          </a:r>
          <a:endParaRPr lang="en-US"/>
        </a:p>
      </dgm:t>
    </dgm:pt>
    <dgm:pt modelId="{2A68D483-C4C6-41AF-BD45-8907FD967584}" type="parTrans" cxnId="{00F7A51E-81BE-4E84-BD70-4A5AC38A68BE}">
      <dgm:prSet/>
      <dgm:spPr/>
      <dgm:t>
        <a:bodyPr/>
        <a:lstStyle/>
        <a:p>
          <a:endParaRPr lang="en-US"/>
        </a:p>
      </dgm:t>
    </dgm:pt>
    <dgm:pt modelId="{4F26B8BA-8EE6-4A29-BED9-C5A0EEF185A4}" type="sibTrans" cxnId="{00F7A51E-81BE-4E84-BD70-4A5AC38A68BE}">
      <dgm:prSet/>
      <dgm:spPr/>
      <dgm:t>
        <a:bodyPr/>
        <a:lstStyle/>
        <a:p>
          <a:endParaRPr lang="en-US"/>
        </a:p>
      </dgm:t>
    </dgm:pt>
    <dgm:pt modelId="{04CD1261-ADB7-472E-A02A-4EB03783A1E8}">
      <dgm:prSet/>
      <dgm:spPr/>
      <dgm:t>
        <a:bodyPr/>
        <a:lstStyle/>
        <a:p>
          <a:r>
            <a:rPr lang="en-GB"/>
            <a:t>Copyright</a:t>
          </a:r>
          <a:endParaRPr lang="en-US"/>
        </a:p>
      </dgm:t>
    </dgm:pt>
    <dgm:pt modelId="{8F28180A-055E-46EB-85AF-F9C3A3CCC2C7}" type="parTrans" cxnId="{9974D292-51FE-475E-A63C-DE480D4F53B0}">
      <dgm:prSet/>
      <dgm:spPr/>
      <dgm:t>
        <a:bodyPr/>
        <a:lstStyle/>
        <a:p>
          <a:endParaRPr lang="en-US"/>
        </a:p>
      </dgm:t>
    </dgm:pt>
    <dgm:pt modelId="{9C677A61-6BC9-4642-94E1-FADA2663AAE4}" type="sibTrans" cxnId="{9974D292-51FE-475E-A63C-DE480D4F53B0}">
      <dgm:prSet/>
      <dgm:spPr/>
      <dgm:t>
        <a:bodyPr/>
        <a:lstStyle/>
        <a:p>
          <a:endParaRPr lang="en-US"/>
        </a:p>
      </dgm:t>
    </dgm:pt>
    <dgm:pt modelId="{77179ADC-5D5D-4C9A-BF63-5740A4680C0B}">
      <dgm:prSet/>
      <dgm:spPr/>
      <dgm:t>
        <a:bodyPr/>
        <a:lstStyle/>
        <a:p>
          <a:r>
            <a:rPr lang="en-GB"/>
            <a:t>Personal data must be protected using:</a:t>
          </a:r>
          <a:endParaRPr lang="en-US"/>
        </a:p>
      </dgm:t>
    </dgm:pt>
    <dgm:pt modelId="{9AD8AEFD-22CF-4234-8E6E-67971EAE22CA}" type="parTrans" cxnId="{DF62E47F-9166-4D9B-9D48-CFA95C849D1F}">
      <dgm:prSet/>
      <dgm:spPr/>
      <dgm:t>
        <a:bodyPr/>
        <a:lstStyle/>
        <a:p>
          <a:endParaRPr lang="en-US"/>
        </a:p>
      </dgm:t>
    </dgm:pt>
    <dgm:pt modelId="{6E986EA0-A351-4CAC-8B7F-B666930A1E8B}" type="sibTrans" cxnId="{DF62E47F-9166-4D9B-9D48-CFA95C849D1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DA0CBD2-176B-4605-BF49-7D5A17C44627}">
      <dgm:prSet/>
      <dgm:spPr/>
      <dgm:t>
        <a:bodyPr/>
        <a:lstStyle/>
        <a:p>
          <a:r>
            <a:rPr lang="en-GB"/>
            <a:t>Secure passwords</a:t>
          </a:r>
          <a:endParaRPr lang="en-US"/>
        </a:p>
      </dgm:t>
    </dgm:pt>
    <dgm:pt modelId="{D12021AE-9E8D-40B0-B39D-E5AAAE87CC8C}" type="parTrans" cxnId="{9D9C8B21-1E23-4E18-BA02-2E9F147F611B}">
      <dgm:prSet/>
      <dgm:spPr/>
      <dgm:t>
        <a:bodyPr/>
        <a:lstStyle/>
        <a:p>
          <a:endParaRPr lang="en-US"/>
        </a:p>
      </dgm:t>
    </dgm:pt>
    <dgm:pt modelId="{D97FC970-D8A9-467F-BB7B-FDE2394AE04D}" type="sibTrans" cxnId="{9D9C8B21-1E23-4E18-BA02-2E9F147F611B}">
      <dgm:prSet/>
      <dgm:spPr/>
      <dgm:t>
        <a:bodyPr/>
        <a:lstStyle/>
        <a:p>
          <a:endParaRPr lang="en-US"/>
        </a:p>
      </dgm:t>
    </dgm:pt>
    <dgm:pt modelId="{AE21153B-BC92-4294-96F7-8B0393A81599}">
      <dgm:prSet/>
      <dgm:spPr/>
      <dgm:t>
        <a:bodyPr/>
        <a:lstStyle/>
        <a:p>
          <a:r>
            <a:rPr lang="en-GB"/>
            <a:t>Encryption</a:t>
          </a:r>
          <a:endParaRPr lang="en-US"/>
        </a:p>
      </dgm:t>
    </dgm:pt>
    <dgm:pt modelId="{0EA978DE-F8B3-4BF0-BF95-A6FBD4FC3EEE}" type="parTrans" cxnId="{E1430EC0-E499-4158-BBDA-49C1118335B3}">
      <dgm:prSet/>
      <dgm:spPr/>
      <dgm:t>
        <a:bodyPr/>
        <a:lstStyle/>
        <a:p>
          <a:endParaRPr lang="en-US"/>
        </a:p>
      </dgm:t>
    </dgm:pt>
    <dgm:pt modelId="{79543A1F-DCED-4B1B-96AB-E4E0162937CC}" type="sibTrans" cxnId="{E1430EC0-E499-4158-BBDA-49C1118335B3}">
      <dgm:prSet/>
      <dgm:spPr/>
      <dgm:t>
        <a:bodyPr/>
        <a:lstStyle/>
        <a:p>
          <a:endParaRPr lang="en-US"/>
        </a:p>
      </dgm:t>
    </dgm:pt>
    <dgm:pt modelId="{01E17DC7-A967-43E5-BBD7-896FD27827B8}">
      <dgm:prSet/>
      <dgm:spPr/>
      <dgm:t>
        <a:bodyPr/>
        <a:lstStyle/>
        <a:p>
          <a:r>
            <a:rPr lang="en-GB"/>
            <a:t>Designers must consider whether systems could:</a:t>
          </a:r>
          <a:endParaRPr lang="en-US"/>
        </a:p>
      </dgm:t>
    </dgm:pt>
    <dgm:pt modelId="{1CA7C0C8-91AA-4665-841B-81832FFB6F0B}" type="parTrans" cxnId="{905D9A0D-0E5E-409B-A1D1-2330AF9D903B}">
      <dgm:prSet/>
      <dgm:spPr/>
      <dgm:t>
        <a:bodyPr/>
        <a:lstStyle/>
        <a:p>
          <a:endParaRPr lang="en-US"/>
        </a:p>
      </dgm:t>
    </dgm:pt>
    <dgm:pt modelId="{CEFE78D5-1423-47FC-B282-C39E2DC0A869}" type="sibTrans" cxnId="{905D9A0D-0E5E-409B-A1D1-2330AF9D903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466C946-B2DE-49E9-A55F-F1A69B0B396B}">
      <dgm:prSet/>
      <dgm:spPr/>
      <dgm:t>
        <a:bodyPr/>
        <a:lstStyle/>
        <a:p>
          <a:r>
            <a:rPr lang="en-GB"/>
            <a:t>Enable illegal actions</a:t>
          </a:r>
          <a:endParaRPr lang="en-US"/>
        </a:p>
      </dgm:t>
    </dgm:pt>
    <dgm:pt modelId="{014818BB-A269-4E23-A747-4AD752CA30A1}" type="parTrans" cxnId="{80FDC2F5-9258-4D5A-A06B-5A0CE36C0064}">
      <dgm:prSet/>
      <dgm:spPr/>
      <dgm:t>
        <a:bodyPr/>
        <a:lstStyle/>
        <a:p>
          <a:endParaRPr lang="en-US"/>
        </a:p>
      </dgm:t>
    </dgm:pt>
    <dgm:pt modelId="{15AC3232-56CD-47E0-AA7F-0DB94C67AFBC}" type="sibTrans" cxnId="{80FDC2F5-9258-4D5A-A06B-5A0CE36C0064}">
      <dgm:prSet/>
      <dgm:spPr/>
      <dgm:t>
        <a:bodyPr/>
        <a:lstStyle/>
        <a:p>
          <a:endParaRPr lang="en-US"/>
        </a:p>
      </dgm:t>
    </dgm:pt>
    <dgm:pt modelId="{9A51C00B-E4C6-4DDE-8AF0-D7E5E8E8F6C7}">
      <dgm:prSet/>
      <dgm:spPr/>
      <dgm:t>
        <a:bodyPr/>
        <a:lstStyle/>
        <a:p>
          <a:r>
            <a:rPr lang="en-GB"/>
            <a:t>Be misused by users</a:t>
          </a:r>
          <a:endParaRPr lang="en-US"/>
        </a:p>
      </dgm:t>
    </dgm:pt>
    <dgm:pt modelId="{2027C532-6552-4C99-AB42-D7F47D36E1E3}" type="parTrans" cxnId="{DFD8CEBD-92F8-4E7C-A692-75EEF69A2037}">
      <dgm:prSet/>
      <dgm:spPr/>
      <dgm:t>
        <a:bodyPr/>
        <a:lstStyle/>
        <a:p>
          <a:endParaRPr lang="en-US"/>
        </a:p>
      </dgm:t>
    </dgm:pt>
    <dgm:pt modelId="{563D4FCB-72BF-4D04-9FFB-2934C69736C5}" type="sibTrans" cxnId="{DFD8CEBD-92F8-4E7C-A692-75EEF69A2037}">
      <dgm:prSet/>
      <dgm:spPr/>
      <dgm:t>
        <a:bodyPr/>
        <a:lstStyle/>
        <a:p>
          <a:endParaRPr lang="en-US"/>
        </a:p>
      </dgm:t>
    </dgm:pt>
    <dgm:pt modelId="{0A813DAA-887C-4437-A93C-4FF33E2B02BC}" type="pres">
      <dgm:prSet presAssocID="{1E419E0D-4597-4E71-B300-5E6BFC537E8A}" presName="Name0" presStyleCnt="0">
        <dgm:presLayoutVars>
          <dgm:animLvl val="lvl"/>
          <dgm:resizeHandles val="exact"/>
        </dgm:presLayoutVars>
      </dgm:prSet>
      <dgm:spPr/>
    </dgm:pt>
    <dgm:pt modelId="{08667160-4447-4B1D-98A1-402EB4ABA495}" type="pres">
      <dgm:prSet presAssocID="{EB8CD0CD-9BD3-47D5-BC1A-745D61F67601}" presName="compositeNode" presStyleCnt="0">
        <dgm:presLayoutVars>
          <dgm:bulletEnabled val="1"/>
        </dgm:presLayoutVars>
      </dgm:prSet>
      <dgm:spPr/>
    </dgm:pt>
    <dgm:pt modelId="{4CF3B87E-280D-4622-8F33-B74FCEB6F91C}" type="pres">
      <dgm:prSet presAssocID="{EB8CD0CD-9BD3-47D5-BC1A-745D61F67601}" presName="bgRect" presStyleLbl="bgAccFollowNode1" presStyleIdx="0" presStyleCnt="3"/>
      <dgm:spPr/>
    </dgm:pt>
    <dgm:pt modelId="{D9CCAFEE-B323-4CF7-B6C2-EDCFB66EA2D1}" type="pres">
      <dgm:prSet presAssocID="{B14306E5-DE69-4C86-BEB0-CB8063C970B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D003809-2758-473B-8CE8-56D8D847E998}" type="pres">
      <dgm:prSet presAssocID="{EB8CD0CD-9BD3-47D5-BC1A-745D61F67601}" presName="bottomLine" presStyleLbl="alignNode1" presStyleIdx="1" presStyleCnt="6">
        <dgm:presLayoutVars/>
      </dgm:prSet>
      <dgm:spPr/>
    </dgm:pt>
    <dgm:pt modelId="{CCF76800-6CCF-4AA1-AD59-4777879031F4}" type="pres">
      <dgm:prSet presAssocID="{EB8CD0CD-9BD3-47D5-BC1A-745D61F67601}" presName="nodeText" presStyleLbl="bgAccFollowNode1" presStyleIdx="0" presStyleCnt="3">
        <dgm:presLayoutVars>
          <dgm:bulletEnabled val="1"/>
        </dgm:presLayoutVars>
      </dgm:prSet>
      <dgm:spPr/>
    </dgm:pt>
    <dgm:pt modelId="{6DAABBC7-EAF8-4B3E-874F-E04684721B0A}" type="pres">
      <dgm:prSet presAssocID="{B14306E5-DE69-4C86-BEB0-CB8063C970BC}" presName="sibTrans" presStyleCnt="0"/>
      <dgm:spPr/>
    </dgm:pt>
    <dgm:pt modelId="{432D6637-9629-4B07-B93D-753CA8B52B98}" type="pres">
      <dgm:prSet presAssocID="{77179ADC-5D5D-4C9A-BF63-5740A4680C0B}" presName="compositeNode" presStyleCnt="0">
        <dgm:presLayoutVars>
          <dgm:bulletEnabled val="1"/>
        </dgm:presLayoutVars>
      </dgm:prSet>
      <dgm:spPr/>
    </dgm:pt>
    <dgm:pt modelId="{A6ABE3E2-A498-4FA7-9FFC-71F9C09604DC}" type="pres">
      <dgm:prSet presAssocID="{77179ADC-5D5D-4C9A-BF63-5740A4680C0B}" presName="bgRect" presStyleLbl="bgAccFollowNode1" presStyleIdx="1" presStyleCnt="3"/>
      <dgm:spPr/>
    </dgm:pt>
    <dgm:pt modelId="{E5B646D3-69F0-4205-A81C-E18D1CACA533}" type="pres">
      <dgm:prSet presAssocID="{6E986EA0-A351-4CAC-8B7F-B666930A1E8B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8E530D5-7A07-4865-9213-0305C2A33F07}" type="pres">
      <dgm:prSet presAssocID="{77179ADC-5D5D-4C9A-BF63-5740A4680C0B}" presName="bottomLine" presStyleLbl="alignNode1" presStyleIdx="3" presStyleCnt="6">
        <dgm:presLayoutVars/>
      </dgm:prSet>
      <dgm:spPr/>
    </dgm:pt>
    <dgm:pt modelId="{0E9BEEAB-91FC-4D39-83E9-153F4FCE7012}" type="pres">
      <dgm:prSet presAssocID="{77179ADC-5D5D-4C9A-BF63-5740A4680C0B}" presName="nodeText" presStyleLbl="bgAccFollowNode1" presStyleIdx="1" presStyleCnt="3">
        <dgm:presLayoutVars>
          <dgm:bulletEnabled val="1"/>
        </dgm:presLayoutVars>
      </dgm:prSet>
      <dgm:spPr/>
    </dgm:pt>
    <dgm:pt modelId="{422F5B7F-C83E-426A-A95C-8AAE38F3CFFA}" type="pres">
      <dgm:prSet presAssocID="{6E986EA0-A351-4CAC-8B7F-B666930A1E8B}" presName="sibTrans" presStyleCnt="0"/>
      <dgm:spPr/>
    </dgm:pt>
    <dgm:pt modelId="{540F935E-A114-413D-BF34-C3050FF8883D}" type="pres">
      <dgm:prSet presAssocID="{01E17DC7-A967-43E5-BBD7-896FD27827B8}" presName="compositeNode" presStyleCnt="0">
        <dgm:presLayoutVars>
          <dgm:bulletEnabled val="1"/>
        </dgm:presLayoutVars>
      </dgm:prSet>
      <dgm:spPr/>
    </dgm:pt>
    <dgm:pt modelId="{9254A7F5-873E-4113-9209-806DC0AE4EB9}" type="pres">
      <dgm:prSet presAssocID="{01E17DC7-A967-43E5-BBD7-896FD27827B8}" presName="bgRect" presStyleLbl="bgAccFollowNode1" presStyleIdx="2" presStyleCnt="3"/>
      <dgm:spPr/>
    </dgm:pt>
    <dgm:pt modelId="{B4110BE8-6EC6-4C37-B7A2-D81DD5A36DD1}" type="pres">
      <dgm:prSet presAssocID="{CEFE78D5-1423-47FC-B282-C39E2DC0A86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398498F-9307-48B9-94A2-8220E626E297}" type="pres">
      <dgm:prSet presAssocID="{01E17DC7-A967-43E5-BBD7-896FD27827B8}" presName="bottomLine" presStyleLbl="alignNode1" presStyleIdx="5" presStyleCnt="6">
        <dgm:presLayoutVars/>
      </dgm:prSet>
      <dgm:spPr/>
    </dgm:pt>
    <dgm:pt modelId="{5E5D52A3-D31C-4E00-AED4-553D9BC55A60}" type="pres">
      <dgm:prSet presAssocID="{01E17DC7-A967-43E5-BBD7-896FD27827B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9217A02-94FA-4D37-894B-CF940F96B74D}" type="presOf" srcId="{EB8CD0CD-9BD3-47D5-BC1A-745D61F67601}" destId="{4CF3B87E-280D-4622-8F33-B74FCEB6F91C}" srcOrd="0" destOrd="0" presId="urn:microsoft.com/office/officeart/2016/7/layout/BasicLinearProcessNumbered"/>
    <dgm:cxn modelId="{1793B003-5C08-48B7-8E70-9B372AAC61E3}" type="presOf" srcId="{6E986EA0-A351-4CAC-8B7F-B666930A1E8B}" destId="{E5B646D3-69F0-4205-A81C-E18D1CACA533}" srcOrd="0" destOrd="0" presId="urn:microsoft.com/office/officeart/2016/7/layout/BasicLinearProcessNumbered"/>
    <dgm:cxn modelId="{905D9A0D-0E5E-409B-A1D1-2330AF9D903B}" srcId="{1E419E0D-4597-4E71-B300-5E6BFC537E8A}" destId="{01E17DC7-A967-43E5-BBD7-896FD27827B8}" srcOrd="2" destOrd="0" parTransId="{1CA7C0C8-91AA-4665-841B-81832FFB6F0B}" sibTransId="{CEFE78D5-1423-47FC-B282-C39E2DC0A869}"/>
    <dgm:cxn modelId="{00F7A51E-81BE-4E84-BD70-4A5AC38A68BE}" srcId="{EB8CD0CD-9BD3-47D5-BC1A-745D61F67601}" destId="{DD11D7B7-CEEB-4643-B18F-4FE873C37B66}" srcOrd="0" destOrd="0" parTransId="{2A68D483-C4C6-41AF-BD45-8907FD967584}" sibTransId="{4F26B8BA-8EE6-4A29-BED9-C5A0EEF185A4}"/>
    <dgm:cxn modelId="{9D9C8B21-1E23-4E18-BA02-2E9F147F611B}" srcId="{77179ADC-5D5D-4C9A-BF63-5740A4680C0B}" destId="{6DA0CBD2-176B-4605-BF49-7D5A17C44627}" srcOrd="0" destOrd="0" parTransId="{D12021AE-9E8D-40B0-B39D-E5AAAE87CC8C}" sibTransId="{D97FC970-D8A9-467F-BB7B-FDE2394AE04D}"/>
    <dgm:cxn modelId="{AEA39038-E53F-4D67-92D6-36C929D1B729}" type="presOf" srcId="{1E419E0D-4597-4E71-B300-5E6BFC537E8A}" destId="{0A813DAA-887C-4437-A93C-4FF33E2B02BC}" srcOrd="0" destOrd="0" presId="urn:microsoft.com/office/officeart/2016/7/layout/BasicLinearProcessNumbered"/>
    <dgm:cxn modelId="{8626765F-AA7F-4772-A9B1-DEA6558598F0}" type="presOf" srcId="{01E17DC7-A967-43E5-BBD7-896FD27827B8}" destId="{5E5D52A3-D31C-4E00-AED4-553D9BC55A60}" srcOrd="1" destOrd="0" presId="urn:microsoft.com/office/officeart/2016/7/layout/BasicLinearProcessNumbered"/>
    <dgm:cxn modelId="{75A97B63-8FC1-40A9-9068-CF0EB382A5DC}" type="presOf" srcId="{EB8CD0CD-9BD3-47D5-BC1A-745D61F67601}" destId="{CCF76800-6CCF-4AA1-AD59-4777879031F4}" srcOrd="1" destOrd="0" presId="urn:microsoft.com/office/officeart/2016/7/layout/BasicLinearProcessNumbered"/>
    <dgm:cxn modelId="{1A36B076-0797-4669-9014-D44D9EB5E894}" type="presOf" srcId="{77179ADC-5D5D-4C9A-BF63-5740A4680C0B}" destId="{A6ABE3E2-A498-4FA7-9FFC-71F9C09604DC}" srcOrd="0" destOrd="0" presId="urn:microsoft.com/office/officeart/2016/7/layout/BasicLinearProcessNumbered"/>
    <dgm:cxn modelId="{DF62E47F-9166-4D9B-9D48-CFA95C849D1F}" srcId="{1E419E0D-4597-4E71-B300-5E6BFC537E8A}" destId="{77179ADC-5D5D-4C9A-BF63-5740A4680C0B}" srcOrd="1" destOrd="0" parTransId="{9AD8AEFD-22CF-4234-8E6E-67971EAE22CA}" sibTransId="{6E986EA0-A351-4CAC-8B7F-B666930A1E8B}"/>
    <dgm:cxn modelId="{9974D292-51FE-475E-A63C-DE480D4F53B0}" srcId="{EB8CD0CD-9BD3-47D5-BC1A-745D61F67601}" destId="{04CD1261-ADB7-472E-A02A-4EB03783A1E8}" srcOrd="1" destOrd="0" parTransId="{8F28180A-055E-46EB-85AF-F9C3A3CCC2C7}" sibTransId="{9C677A61-6BC9-4642-94E1-FADA2663AAE4}"/>
    <dgm:cxn modelId="{275A1096-F3EB-4298-817C-64B0734269FB}" type="presOf" srcId="{DD11D7B7-CEEB-4643-B18F-4FE873C37B66}" destId="{CCF76800-6CCF-4AA1-AD59-4777879031F4}" srcOrd="0" destOrd="1" presId="urn:microsoft.com/office/officeart/2016/7/layout/BasicLinearProcessNumbered"/>
    <dgm:cxn modelId="{2EB81CA0-B2E6-4A9D-9112-FBED6593FBFF}" type="presOf" srcId="{AE21153B-BC92-4294-96F7-8B0393A81599}" destId="{0E9BEEAB-91FC-4D39-83E9-153F4FCE7012}" srcOrd="0" destOrd="2" presId="urn:microsoft.com/office/officeart/2016/7/layout/BasicLinearProcessNumbered"/>
    <dgm:cxn modelId="{ECE9D1A4-B5A1-4FA8-82B2-1A02224A3412}" srcId="{1E419E0D-4597-4E71-B300-5E6BFC537E8A}" destId="{EB8CD0CD-9BD3-47D5-BC1A-745D61F67601}" srcOrd="0" destOrd="0" parTransId="{CDDBC498-3AF6-4758-AF8A-6343156CA858}" sibTransId="{B14306E5-DE69-4C86-BEB0-CB8063C970BC}"/>
    <dgm:cxn modelId="{28EB78A5-9E3B-499B-AC1F-2EDEAE8BC9BE}" type="presOf" srcId="{9A51C00B-E4C6-4DDE-8AF0-D7E5E8E8F6C7}" destId="{5E5D52A3-D31C-4E00-AED4-553D9BC55A60}" srcOrd="0" destOrd="2" presId="urn:microsoft.com/office/officeart/2016/7/layout/BasicLinearProcessNumbered"/>
    <dgm:cxn modelId="{9AF2C0A7-DDDF-4831-938B-70B61DE9F471}" type="presOf" srcId="{04CD1261-ADB7-472E-A02A-4EB03783A1E8}" destId="{CCF76800-6CCF-4AA1-AD59-4777879031F4}" srcOrd="0" destOrd="2" presId="urn:microsoft.com/office/officeart/2016/7/layout/BasicLinearProcessNumbered"/>
    <dgm:cxn modelId="{DFD8CEBD-92F8-4E7C-A692-75EEF69A2037}" srcId="{01E17DC7-A967-43E5-BBD7-896FD27827B8}" destId="{9A51C00B-E4C6-4DDE-8AF0-D7E5E8E8F6C7}" srcOrd="1" destOrd="0" parTransId="{2027C532-6552-4C99-AB42-D7F47D36E1E3}" sibTransId="{563D4FCB-72BF-4D04-9FFB-2934C69736C5}"/>
    <dgm:cxn modelId="{E1430EC0-E499-4158-BBDA-49C1118335B3}" srcId="{77179ADC-5D5D-4C9A-BF63-5740A4680C0B}" destId="{AE21153B-BC92-4294-96F7-8B0393A81599}" srcOrd="1" destOrd="0" parTransId="{0EA978DE-F8B3-4BF0-BF95-A6FBD4FC3EEE}" sibTransId="{79543A1F-DCED-4B1B-96AB-E4E0162937CC}"/>
    <dgm:cxn modelId="{075CDBCC-A205-45C3-B40A-836A406068DC}" type="presOf" srcId="{B14306E5-DE69-4C86-BEB0-CB8063C970BC}" destId="{D9CCAFEE-B323-4CF7-B6C2-EDCFB66EA2D1}" srcOrd="0" destOrd="0" presId="urn:microsoft.com/office/officeart/2016/7/layout/BasicLinearProcessNumbered"/>
    <dgm:cxn modelId="{776D21DC-3D9B-47F8-91EE-3F87BACBBFB4}" type="presOf" srcId="{6DA0CBD2-176B-4605-BF49-7D5A17C44627}" destId="{0E9BEEAB-91FC-4D39-83E9-153F4FCE7012}" srcOrd="0" destOrd="1" presId="urn:microsoft.com/office/officeart/2016/7/layout/BasicLinearProcessNumbered"/>
    <dgm:cxn modelId="{952D43E6-558D-47FE-BDA3-C480C78E8865}" type="presOf" srcId="{77179ADC-5D5D-4C9A-BF63-5740A4680C0B}" destId="{0E9BEEAB-91FC-4D39-83E9-153F4FCE7012}" srcOrd="1" destOrd="0" presId="urn:microsoft.com/office/officeart/2016/7/layout/BasicLinearProcessNumbered"/>
    <dgm:cxn modelId="{3BEAD5E6-7650-4323-A673-FA986D733083}" type="presOf" srcId="{E466C946-B2DE-49E9-A55F-F1A69B0B396B}" destId="{5E5D52A3-D31C-4E00-AED4-553D9BC55A60}" srcOrd="0" destOrd="1" presId="urn:microsoft.com/office/officeart/2016/7/layout/BasicLinearProcessNumbered"/>
    <dgm:cxn modelId="{5E98AEEA-9820-47DF-9634-8AAFC9332ED1}" type="presOf" srcId="{CEFE78D5-1423-47FC-B282-C39E2DC0A869}" destId="{B4110BE8-6EC6-4C37-B7A2-D81DD5A36DD1}" srcOrd="0" destOrd="0" presId="urn:microsoft.com/office/officeart/2016/7/layout/BasicLinearProcessNumbered"/>
    <dgm:cxn modelId="{80FDC2F5-9258-4D5A-A06B-5A0CE36C0064}" srcId="{01E17DC7-A967-43E5-BBD7-896FD27827B8}" destId="{E466C946-B2DE-49E9-A55F-F1A69B0B396B}" srcOrd="0" destOrd="0" parTransId="{014818BB-A269-4E23-A747-4AD752CA30A1}" sibTransId="{15AC3232-56CD-47E0-AA7F-0DB94C67AFBC}"/>
    <dgm:cxn modelId="{5C893DFE-F9F0-43D6-BEDC-BC3DC0CD9B33}" type="presOf" srcId="{01E17DC7-A967-43E5-BBD7-896FD27827B8}" destId="{9254A7F5-873E-4113-9209-806DC0AE4EB9}" srcOrd="0" destOrd="0" presId="urn:microsoft.com/office/officeart/2016/7/layout/BasicLinearProcessNumbered"/>
    <dgm:cxn modelId="{0E89F225-64F8-4AB2-A3C6-C367F64D8A0B}" type="presParOf" srcId="{0A813DAA-887C-4437-A93C-4FF33E2B02BC}" destId="{08667160-4447-4B1D-98A1-402EB4ABA495}" srcOrd="0" destOrd="0" presId="urn:microsoft.com/office/officeart/2016/7/layout/BasicLinearProcessNumbered"/>
    <dgm:cxn modelId="{309B5457-741B-4855-91C0-E0FAD28DD897}" type="presParOf" srcId="{08667160-4447-4B1D-98A1-402EB4ABA495}" destId="{4CF3B87E-280D-4622-8F33-B74FCEB6F91C}" srcOrd="0" destOrd="0" presId="urn:microsoft.com/office/officeart/2016/7/layout/BasicLinearProcessNumbered"/>
    <dgm:cxn modelId="{56C660ED-CB56-41A9-8633-B268D02774E0}" type="presParOf" srcId="{08667160-4447-4B1D-98A1-402EB4ABA495}" destId="{D9CCAFEE-B323-4CF7-B6C2-EDCFB66EA2D1}" srcOrd="1" destOrd="0" presId="urn:microsoft.com/office/officeart/2016/7/layout/BasicLinearProcessNumbered"/>
    <dgm:cxn modelId="{89194712-AF9F-450C-856E-4647F944D8A7}" type="presParOf" srcId="{08667160-4447-4B1D-98A1-402EB4ABA495}" destId="{BD003809-2758-473B-8CE8-56D8D847E998}" srcOrd="2" destOrd="0" presId="urn:microsoft.com/office/officeart/2016/7/layout/BasicLinearProcessNumbered"/>
    <dgm:cxn modelId="{C2C85218-1B26-4313-94F5-8C332590A3DB}" type="presParOf" srcId="{08667160-4447-4B1D-98A1-402EB4ABA495}" destId="{CCF76800-6CCF-4AA1-AD59-4777879031F4}" srcOrd="3" destOrd="0" presId="urn:microsoft.com/office/officeart/2016/7/layout/BasicLinearProcessNumbered"/>
    <dgm:cxn modelId="{F9B7F6C3-348F-4CCA-A05D-2F733224F7E6}" type="presParOf" srcId="{0A813DAA-887C-4437-A93C-4FF33E2B02BC}" destId="{6DAABBC7-EAF8-4B3E-874F-E04684721B0A}" srcOrd="1" destOrd="0" presId="urn:microsoft.com/office/officeart/2016/7/layout/BasicLinearProcessNumbered"/>
    <dgm:cxn modelId="{6450F376-6C08-4627-93BA-6BEC5F75AEDD}" type="presParOf" srcId="{0A813DAA-887C-4437-A93C-4FF33E2B02BC}" destId="{432D6637-9629-4B07-B93D-753CA8B52B98}" srcOrd="2" destOrd="0" presId="urn:microsoft.com/office/officeart/2016/7/layout/BasicLinearProcessNumbered"/>
    <dgm:cxn modelId="{0DBAC641-36E0-4E02-9196-4579E215EC91}" type="presParOf" srcId="{432D6637-9629-4B07-B93D-753CA8B52B98}" destId="{A6ABE3E2-A498-4FA7-9FFC-71F9C09604DC}" srcOrd="0" destOrd="0" presId="urn:microsoft.com/office/officeart/2016/7/layout/BasicLinearProcessNumbered"/>
    <dgm:cxn modelId="{5D557870-5701-46B4-8D60-2A5E81A0A113}" type="presParOf" srcId="{432D6637-9629-4B07-B93D-753CA8B52B98}" destId="{E5B646D3-69F0-4205-A81C-E18D1CACA533}" srcOrd="1" destOrd="0" presId="urn:microsoft.com/office/officeart/2016/7/layout/BasicLinearProcessNumbered"/>
    <dgm:cxn modelId="{D91ACB87-E6C3-4F40-9630-783F67CDF6F4}" type="presParOf" srcId="{432D6637-9629-4B07-B93D-753CA8B52B98}" destId="{28E530D5-7A07-4865-9213-0305C2A33F07}" srcOrd="2" destOrd="0" presId="urn:microsoft.com/office/officeart/2016/7/layout/BasicLinearProcessNumbered"/>
    <dgm:cxn modelId="{A27B5345-DADF-41BA-9FEB-B3106B14B7F7}" type="presParOf" srcId="{432D6637-9629-4B07-B93D-753CA8B52B98}" destId="{0E9BEEAB-91FC-4D39-83E9-153F4FCE7012}" srcOrd="3" destOrd="0" presId="urn:microsoft.com/office/officeart/2016/7/layout/BasicLinearProcessNumbered"/>
    <dgm:cxn modelId="{CDA4E3B4-6EA1-4A64-AA74-C72CF65C9BA0}" type="presParOf" srcId="{0A813DAA-887C-4437-A93C-4FF33E2B02BC}" destId="{422F5B7F-C83E-426A-A95C-8AAE38F3CFFA}" srcOrd="3" destOrd="0" presId="urn:microsoft.com/office/officeart/2016/7/layout/BasicLinearProcessNumbered"/>
    <dgm:cxn modelId="{0A7AA922-E413-4932-A290-2BD2BF432447}" type="presParOf" srcId="{0A813DAA-887C-4437-A93C-4FF33E2B02BC}" destId="{540F935E-A114-413D-BF34-C3050FF8883D}" srcOrd="4" destOrd="0" presId="urn:microsoft.com/office/officeart/2016/7/layout/BasicLinearProcessNumbered"/>
    <dgm:cxn modelId="{37721AED-7103-45D9-A61D-719451B9C515}" type="presParOf" srcId="{540F935E-A114-413D-BF34-C3050FF8883D}" destId="{9254A7F5-873E-4113-9209-806DC0AE4EB9}" srcOrd="0" destOrd="0" presId="urn:microsoft.com/office/officeart/2016/7/layout/BasicLinearProcessNumbered"/>
    <dgm:cxn modelId="{B43D3AC1-EB30-440A-AB6A-496617A6DA25}" type="presParOf" srcId="{540F935E-A114-413D-BF34-C3050FF8883D}" destId="{B4110BE8-6EC6-4C37-B7A2-D81DD5A36DD1}" srcOrd="1" destOrd="0" presId="urn:microsoft.com/office/officeart/2016/7/layout/BasicLinearProcessNumbered"/>
    <dgm:cxn modelId="{95B2D414-1408-40BC-BCC4-77F75577EA46}" type="presParOf" srcId="{540F935E-A114-413D-BF34-C3050FF8883D}" destId="{0398498F-9307-48B9-94A2-8220E626E297}" srcOrd="2" destOrd="0" presId="urn:microsoft.com/office/officeart/2016/7/layout/BasicLinearProcessNumbered"/>
    <dgm:cxn modelId="{5594F7F1-7F05-4377-995A-94EAFE1C10BB}" type="presParOf" srcId="{540F935E-A114-413D-BF34-C3050FF8883D}" destId="{5E5D52A3-D31C-4E00-AED4-553D9BC55A6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7C34D16-2734-43AC-A85E-108551332C9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A52B67-5C5A-4146-AA92-BD43D3ABD883}">
      <dgm:prSet/>
      <dgm:spPr/>
      <dgm:t>
        <a:bodyPr/>
        <a:lstStyle/>
        <a:p>
          <a:r>
            <a:rPr lang="en-US" b="1" i="0" baseline="0"/>
            <a:t>Confidentiality</a:t>
          </a:r>
          <a:r>
            <a:rPr lang="en-US" b="0" i="0" baseline="0"/>
            <a:t>: protect sensitive data</a:t>
          </a:r>
          <a:endParaRPr lang="en-US"/>
        </a:p>
      </dgm:t>
    </dgm:pt>
    <dgm:pt modelId="{EEF71CF6-D2A2-4825-BE87-217208EFA274}" type="parTrans" cxnId="{B4684685-83F7-4668-ADD4-1EB7496639D5}">
      <dgm:prSet/>
      <dgm:spPr/>
      <dgm:t>
        <a:bodyPr/>
        <a:lstStyle/>
        <a:p>
          <a:endParaRPr lang="en-US"/>
        </a:p>
      </dgm:t>
    </dgm:pt>
    <dgm:pt modelId="{BFED5198-4BBC-4FA5-99FA-5015F3E40FE7}" type="sibTrans" cxnId="{B4684685-83F7-4668-ADD4-1EB7496639D5}">
      <dgm:prSet/>
      <dgm:spPr/>
      <dgm:t>
        <a:bodyPr/>
        <a:lstStyle/>
        <a:p>
          <a:endParaRPr lang="en-US"/>
        </a:p>
      </dgm:t>
    </dgm:pt>
    <dgm:pt modelId="{59E0C8C1-C70D-4E03-9C32-645EBCB9CD4E}">
      <dgm:prSet/>
      <dgm:spPr/>
      <dgm:t>
        <a:bodyPr/>
        <a:lstStyle/>
        <a:p>
          <a:r>
            <a:rPr lang="en-US" b="1" i="0" baseline="0"/>
            <a:t>Integrity</a:t>
          </a:r>
          <a:r>
            <a:rPr lang="en-US" b="0" i="0" baseline="0"/>
            <a:t>: ensure data is accurate and not altered</a:t>
          </a:r>
          <a:endParaRPr lang="en-US"/>
        </a:p>
      </dgm:t>
    </dgm:pt>
    <dgm:pt modelId="{F4B94018-7753-48B5-AD52-8292DF1E5D85}" type="parTrans" cxnId="{2D36B407-0946-4B2D-9DAC-105739D33DC3}">
      <dgm:prSet/>
      <dgm:spPr/>
      <dgm:t>
        <a:bodyPr/>
        <a:lstStyle/>
        <a:p>
          <a:endParaRPr lang="en-US"/>
        </a:p>
      </dgm:t>
    </dgm:pt>
    <dgm:pt modelId="{1D595447-1EFD-4F22-8459-FD2B7B95EDFA}" type="sibTrans" cxnId="{2D36B407-0946-4B2D-9DAC-105739D33DC3}">
      <dgm:prSet/>
      <dgm:spPr/>
      <dgm:t>
        <a:bodyPr/>
        <a:lstStyle/>
        <a:p>
          <a:endParaRPr lang="en-US"/>
        </a:p>
      </dgm:t>
    </dgm:pt>
    <dgm:pt modelId="{7C2FF493-68FE-4BA5-B963-3195FD511B9B}">
      <dgm:prSet/>
      <dgm:spPr/>
      <dgm:t>
        <a:bodyPr/>
        <a:lstStyle/>
        <a:p>
          <a:r>
            <a:rPr lang="en-US" b="1" i="0" baseline="0"/>
            <a:t>Availability</a:t>
          </a:r>
          <a:r>
            <a:rPr lang="en-US" b="0" i="0" baseline="0"/>
            <a:t>: systems accessible when needed</a:t>
          </a:r>
          <a:endParaRPr lang="en-US"/>
        </a:p>
      </dgm:t>
    </dgm:pt>
    <dgm:pt modelId="{2BDD858B-1D33-4F07-A44D-9428C479DAD3}" type="parTrans" cxnId="{98DE355E-5AF0-408D-8662-FF637EBA1871}">
      <dgm:prSet/>
      <dgm:spPr/>
      <dgm:t>
        <a:bodyPr/>
        <a:lstStyle/>
        <a:p>
          <a:endParaRPr lang="en-US"/>
        </a:p>
      </dgm:t>
    </dgm:pt>
    <dgm:pt modelId="{9AC44D31-2807-43F3-807B-FBB4857A1CBE}" type="sibTrans" cxnId="{98DE355E-5AF0-408D-8662-FF637EBA1871}">
      <dgm:prSet/>
      <dgm:spPr/>
      <dgm:t>
        <a:bodyPr/>
        <a:lstStyle/>
        <a:p>
          <a:endParaRPr lang="en-US"/>
        </a:p>
      </dgm:t>
    </dgm:pt>
    <dgm:pt modelId="{C560035E-CF0A-4299-BA8A-42FBF20645C8}">
      <dgm:prSet/>
      <dgm:spPr/>
      <dgm:t>
        <a:bodyPr/>
        <a:lstStyle/>
        <a:p>
          <a:r>
            <a:rPr lang="en-US" b="0" i="0" baseline="0"/>
            <a:t>These principles form the foundation of cybersecurity</a:t>
          </a:r>
          <a:endParaRPr lang="en-US"/>
        </a:p>
      </dgm:t>
    </dgm:pt>
    <dgm:pt modelId="{97BA3ECE-5276-4C32-A724-2CB99817B397}" type="parTrans" cxnId="{A60E5368-464B-49CC-8E91-D50F52390A5B}">
      <dgm:prSet/>
      <dgm:spPr/>
      <dgm:t>
        <a:bodyPr/>
        <a:lstStyle/>
        <a:p>
          <a:endParaRPr lang="en-US"/>
        </a:p>
      </dgm:t>
    </dgm:pt>
    <dgm:pt modelId="{432ABEC1-B2E0-4DE6-8678-2FE35847A838}" type="sibTrans" cxnId="{A60E5368-464B-49CC-8E91-D50F52390A5B}">
      <dgm:prSet/>
      <dgm:spPr/>
      <dgm:t>
        <a:bodyPr/>
        <a:lstStyle/>
        <a:p>
          <a:endParaRPr lang="en-US"/>
        </a:p>
      </dgm:t>
    </dgm:pt>
    <dgm:pt modelId="{C20E34CA-E303-418F-97B0-2081244D6FE5}" type="pres">
      <dgm:prSet presAssocID="{27C34D16-2734-43AC-A85E-108551332C9F}" presName="outerComposite" presStyleCnt="0">
        <dgm:presLayoutVars>
          <dgm:chMax val="5"/>
          <dgm:dir/>
          <dgm:resizeHandles val="exact"/>
        </dgm:presLayoutVars>
      </dgm:prSet>
      <dgm:spPr/>
    </dgm:pt>
    <dgm:pt modelId="{88F1CCA5-6450-41F2-A99C-AA96A4087E45}" type="pres">
      <dgm:prSet presAssocID="{27C34D16-2734-43AC-A85E-108551332C9F}" presName="dummyMaxCanvas" presStyleCnt="0">
        <dgm:presLayoutVars/>
      </dgm:prSet>
      <dgm:spPr/>
    </dgm:pt>
    <dgm:pt modelId="{313532CD-4A03-41F6-B561-BA47DADE0094}" type="pres">
      <dgm:prSet presAssocID="{27C34D16-2734-43AC-A85E-108551332C9F}" presName="FourNodes_1" presStyleLbl="node1" presStyleIdx="0" presStyleCnt="4">
        <dgm:presLayoutVars>
          <dgm:bulletEnabled val="1"/>
        </dgm:presLayoutVars>
      </dgm:prSet>
      <dgm:spPr/>
    </dgm:pt>
    <dgm:pt modelId="{910BCA9F-847B-45A9-8583-FCCA9D1BC13D}" type="pres">
      <dgm:prSet presAssocID="{27C34D16-2734-43AC-A85E-108551332C9F}" presName="FourNodes_2" presStyleLbl="node1" presStyleIdx="1" presStyleCnt="4">
        <dgm:presLayoutVars>
          <dgm:bulletEnabled val="1"/>
        </dgm:presLayoutVars>
      </dgm:prSet>
      <dgm:spPr/>
    </dgm:pt>
    <dgm:pt modelId="{23379320-4B76-42EF-B146-DB5AC1595ABA}" type="pres">
      <dgm:prSet presAssocID="{27C34D16-2734-43AC-A85E-108551332C9F}" presName="FourNodes_3" presStyleLbl="node1" presStyleIdx="2" presStyleCnt="4">
        <dgm:presLayoutVars>
          <dgm:bulletEnabled val="1"/>
        </dgm:presLayoutVars>
      </dgm:prSet>
      <dgm:spPr/>
    </dgm:pt>
    <dgm:pt modelId="{D8439AA2-33E0-46D6-B62B-A52DC32D9535}" type="pres">
      <dgm:prSet presAssocID="{27C34D16-2734-43AC-A85E-108551332C9F}" presName="FourNodes_4" presStyleLbl="node1" presStyleIdx="3" presStyleCnt="4">
        <dgm:presLayoutVars>
          <dgm:bulletEnabled val="1"/>
        </dgm:presLayoutVars>
      </dgm:prSet>
      <dgm:spPr/>
    </dgm:pt>
    <dgm:pt modelId="{9ED205EB-F8EF-4BAC-813C-85870896DFC1}" type="pres">
      <dgm:prSet presAssocID="{27C34D16-2734-43AC-A85E-108551332C9F}" presName="FourConn_1-2" presStyleLbl="fgAccFollowNode1" presStyleIdx="0" presStyleCnt="3">
        <dgm:presLayoutVars>
          <dgm:bulletEnabled val="1"/>
        </dgm:presLayoutVars>
      </dgm:prSet>
      <dgm:spPr/>
    </dgm:pt>
    <dgm:pt modelId="{9F0499B2-633B-44F8-BF8B-B77977A3BBF2}" type="pres">
      <dgm:prSet presAssocID="{27C34D16-2734-43AC-A85E-108551332C9F}" presName="FourConn_2-3" presStyleLbl="fgAccFollowNode1" presStyleIdx="1" presStyleCnt="3">
        <dgm:presLayoutVars>
          <dgm:bulletEnabled val="1"/>
        </dgm:presLayoutVars>
      </dgm:prSet>
      <dgm:spPr/>
    </dgm:pt>
    <dgm:pt modelId="{4B2E6ED0-CA60-41BF-A9AB-B5F74D74830B}" type="pres">
      <dgm:prSet presAssocID="{27C34D16-2734-43AC-A85E-108551332C9F}" presName="FourConn_3-4" presStyleLbl="fgAccFollowNode1" presStyleIdx="2" presStyleCnt="3">
        <dgm:presLayoutVars>
          <dgm:bulletEnabled val="1"/>
        </dgm:presLayoutVars>
      </dgm:prSet>
      <dgm:spPr/>
    </dgm:pt>
    <dgm:pt modelId="{5DB0E81B-36AC-44FB-9006-D928D07B355C}" type="pres">
      <dgm:prSet presAssocID="{27C34D16-2734-43AC-A85E-108551332C9F}" presName="FourNodes_1_text" presStyleLbl="node1" presStyleIdx="3" presStyleCnt="4">
        <dgm:presLayoutVars>
          <dgm:bulletEnabled val="1"/>
        </dgm:presLayoutVars>
      </dgm:prSet>
      <dgm:spPr/>
    </dgm:pt>
    <dgm:pt modelId="{D2C8EC6D-D265-4F61-8DD9-D4CE65EEF569}" type="pres">
      <dgm:prSet presAssocID="{27C34D16-2734-43AC-A85E-108551332C9F}" presName="FourNodes_2_text" presStyleLbl="node1" presStyleIdx="3" presStyleCnt="4">
        <dgm:presLayoutVars>
          <dgm:bulletEnabled val="1"/>
        </dgm:presLayoutVars>
      </dgm:prSet>
      <dgm:spPr/>
    </dgm:pt>
    <dgm:pt modelId="{283CCACE-62CC-49FF-B707-0D362EB8C851}" type="pres">
      <dgm:prSet presAssocID="{27C34D16-2734-43AC-A85E-108551332C9F}" presName="FourNodes_3_text" presStyleLbl="node1" presStyleIdx="3" presStyleCnt="4">
        <dgm:presLayoutVars>
          <dgm:bulletEnabled val="1"/>
        </dgm:presLayoutVars>
      </dgm:prSet>
      <dgm:spPr/>
    </dgm:pt>
    <dgm:pt modelId="{EA8310F9-6F98-4E5F-9EC8-2989E866F0D9}" type="pres">
      <dgm:prSet presAssocID="{27C34D16-2734-43AC-A85E-108551332C9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D36B407-0946-4B2D-9DAC-105739D33DC3}" srcId="{27C34D16-2734-43AC-A85E-108551332C9F}" destId="{59E0C8C1-C70D-4E03-9C32-645EBCB9CD4E}" srcOrd="1" destOrd="0" parTransId="{F4B94018-7753-48B5-AD52-8292DF1E5D85}" sibTransId="{1D595447-1EFD-4F22-8459-FD2B7B95EDFA}"/>
    <dgm:cxn modelId="{34CAB808-7100-4E2F-8D8B-A1EBDB7D3268}" type="presOf" srcId="{A2A52B67-5C5A-4146-AA92-BD43D3ABD883}" destId="{5DB0E81B-36AC-44FB-9006-D928D07B355C}" srcOrd="1" destOrd="0" presId="urn:microsoft.com/office/officeart/2005/8/layout/vProcess5"/>
    <dgm:cxn modelId="{F9EC7B2E-AEA6-4E9C-882D-D963BB9CF902}" type="presOf" srcId="{9AC44D31-2807-43F3-807B-FBB4857A1CBE}" destId="{4B2E6ED0-CA60-41BF-A9AB-B5F74D74830B}" srcOrd="0" destOrd="0" presId="urn:microsoft.com/office/officeart/2005/8/layout/vProcess5"/>
    <dgm:cxn modelId="{CA8D363E-CFD5-4671-9476-63850317C1B9}" type="presOf" srcId="{C560035E-CF0A-4299-BA8A-42FBF20645C8}" destId="{D8439AA2-33E0-46D6-B62B-A52DC32D9535}" srcOrd="0" destOrd="0" presId="urn:microsoft.com/office/officeart/2005/8/layout/vProcess5"/>
    <dgm:cxn modelId="{98DE355E-5AF0-408D-8662-FF637EBA1871}" srcId="{27C34D16-2734-43AC-A85E-108551332C9F}" destId="{7C2FF493-68FE-4BA5-B963-3195FD511B9B}" srcOrd="2" destOrd="0" parTransId="{2BDD858B-1D33-4F07-A44D-9428C479DAD3}" sibTransId="{9AC44D31-2807-43F3-807B-FBB4857A1CBE}"/>
    <dgm:cxn modelId="{D000915E-DB65-4CE9-A9A0-F00A5F53D650}" type="presOf" srcId="{BFED5198-4BBC-4FA5-99FA-5015F3E40FE7}" destId="{9ED205EB-F8EF-4BAC-813C-85870896DFC1}" srcOrd="0" destOrd="0" presId="urn:microsoft.com/office/officeart/2005/8/layout/vProcess5"/>
    <dgm:cxn modelId="{405FD962-2EF7-4A02-A973-1FF0B2CBB597}" type="presOf" srcId="{7C2FF493-68FE-4BA5-B963-3195FD511B9B}" destId="{23379320-4B76-42EF-B146-DB5AC1595ABA}" srcOrd="0" destOrd="0" presId="urn:microsoft.com/office/officeart/2005/8/layout/vProcess5"/>
    <dgm:cxn modelId="{A60E5368-464B-49CC-8E91-D50F52390A5B}" srcId="{27C34D16-2734-43AC-A85E-108551332C9F}" destId="{C560035E-CF0A-4299-BA8A-42FBF20645C8}" srcOrd="3" destOrd="0" parTransId="{97BA3ECE-5276-4C32-A724-2CB99817B397}" sibTransId="{432ABEC1-B2E0-4DE6-8678-2FE35847A838}"/>
    <dgm:cxn modelId="{C1A09A6A-B1C4-450A-96AC-81B3288E9121}" type="presOf" srcId="{59E0C8C1-C70D-4E03-9C32-645EBCB9CD4E}" destId="{910BCA9F-847B-45A9-8583-FCCA9D1BC13D}" srcOrd="0" destOrd="0" presId="urn:microsoft.com/office/officeart/2005/8/layout/vProcess5"/>
    <dgm:cxn modelId="{C182B96B-6889-479D-84E7-A95C2229820F}" type="presOf" srcId="{27C34D16-2734-43AC-A85E-108551332C9F}" destId="{C20E34CA-E303-418F-97B0-2081244D6FE5}" srcOrd="0" destOrd="0" presId="urn:microsoft.com/office/officeart/2005/8/layout/vProcess5"/>
    <dgm:cxn modelId="{39F2404E-6CF0-4379-A862-644B136AFA56}" type="presOf" srcId="{1D595447-1EFD-4F22-8459-FD2B7B95EDFA}" destId="{9F0499B2-633B-44F8-BF8B-B77977A3BBF2}" srcOrd="0" destOrd="0" presId="urn:microsoft.com/office/officeart/2005/8/layout/vProcess5"/>
    <dgm:cxn modelId="{B4684685-83F7-4668-ADD4-1EB7496639D5}" srcId="{27C34D16-2734-43AC-A85E-108551332C9F}" destId="{A2A52B67-5C5A-4146-AA92-BD43D3ABD883}" srcOrd="0" destOrd="0" parTransId="{EEF71CF6-D2A2-4825-BE87-217208EFA274}" sibTransId="{BFED5198-4BBC-4FA5-99FA-5015F3E40FE7}"/>
    <dgm:cxn modelId="{58C718A2-F38E-4C9D-A7D1-7AC2ADE9DE74}" type="presOf" srcId="{59E0C8C1-C70D-4E03-9C32-645EBCB9CD4E}" destId="{D2C8EC6D-D265-4F61-8DD9-D4CE65EEF569}" srcOrd="1" destOrd="0" presId="urn:microsoft.com/office/officeart/2005/8/layout/vProcess5"/>
    <dgm:cxn modelId="{648DD2A6-FBA9-40E8-ACE2-9B2DF0160518}" type="presOf" srcId="{7C2FF493-68FE-4BA5-B963-3195FD511B9B}" destId="{283CCACE-62CC-49FF-B707-0D362EB8C851}" srcOrd="1" destOrd="0" presId="urn:microsoft.com/office/officeart/2005/8/layout/vProcess5"/>
    <dgm:cxn modelId="{CE997BD9-9371-487B-B3CC-2A40AD432CCF}" type="presOf" srcId="{C560035E-CF0A-4299-BA8A-42FBF20645C8}" destId="{EA8310F9-6F98-4E5F-9EC8-2989E866F0D9}" srcOrd="1" destOrd="0" presId="urn:microsoft.com/office/officeart/2005/8/layout/vProcess5"/>
    <dgm:cxn modelId="{C63E23E1-8764-4941-AFD7-A6D4F3863980}" type="presOf" srcId="{A2A52B67-5C5A-4146-AA92-BD43D3ABD883}" destId="{313532CD-4A03-41F6-B561-BA47DADE0094}" srcOrd="0" destOrd="0" presId="urn:microsoft.com/office/officeart/2005/8/layout/vProcess5"/>
    <dgm:cxn modelId="{6F6C6A79-0920-4505-9DF6-7636A75C7B58}" type="presParOf" srcId="{C20E34CA-E303-418F-97B0-2081244D6FE5}" destId="{88F1CCA5-6450-41F2-A99C-AA96A4087E45}" srcOrd="0" destOrd="0" presId="urn:microsoft.com/office/officeart/2005/8/layout/vProcess5"/>
    <dgm:cxn modelId="{B7330C30-928C-4861-844C-8A2096939D54}" type="presParOf" srcId="{C20E34CA-E303-418F-97B0-2081244D6FE5}" destId="{313532CD-4A03-41F6-B561-BA47DADE0094}" srcOrd="1" destOrd="0" presId="urn:microsoft.com/office/officeart/2005/8/layout/vProcess5"/>
    <dgm:cxn modelId="{FB25DA55-5A4D-4F03-B7CB-F19515B9AE67}" type="presParOf" srcId="{C20E34CA-E303-418F-97B0-2081244D6FE5}" destId="{910BCA9F-847B-45A9-8583-FCCA9D1BC13D}" srcOrd="2" destOrd="0" presId="urn:microsoft.com/office/officeart/2005/8/layout/vProcess5"/>
    <dgm:cxn modelId="{217F9A9D-BD05-45B6-BA2E-F5E4CF1AD069}" type="presParOf" srcId="{C20E34CA-E303-418F-97B0-2081244D6FE5}" destId="{23379320-4B76-42EF-B146-DB5AC1595ABA}" srcOrd="3" destOrd="0" presId="urn:microsoft.com/office/officeart/2005/8/layout/vProcess5"/>
    <dgm:cxn modelId="{0A73AE96-2773-4489-997F-C1AAACA11D56}" type="presParOf" srcId="{C20E34CA-E303-418F-97B0-2081244D6FE5}" destId="{D8439AA2-33E0-46D6-B62B-A52DC32D9535}" srcOrd="4" destOrd="0" presId="urn:microsoft.com/office/officeart/2005/8/layout/vProcess5"/>
    <dgm:cxn modelId="{D8C46A03-063E-41BB-9EF6-D5ADEADF6B60}" type="presParOf" srcId="{C20E34CA-E303-418F-97B0-2081244D6FE5}" destId="{9ED205EB-F8EF-4BAC-813C-85870896DFC1}" srcOrd="5" destOrd="0" presId="urn:microsoft.com/office/officeart/2005/8/layout/vProcess5"/>
    <dgm:cxn modelId="{D6F96950-0B92-44F1-B90C-B12E759D6B2F}" type="presParOf" srcId="{C20E34CA-E303-418F-97B0-2081244D6FE5}" destId="{9F0499B2-633B-44F8-BF8B-B77977A3BBF2}" srcOrd="6" destOrd="0" presId="urn:microsoft.com/office/officeart/2005/8/layout/vProcess5"/>
    <dgm:cxn modelId="{EEF637DF-DD56-4C93-869F-9445628BD68F}" type="presParOf" srcId="{C20E34CA-E303-418F-97B0-2081244D6FE5}" destId="{4B2E6ED0-CA60-41BF-A9AB-B5F74D74830B}" srcOrd="7" destOrd="0" presId="urn:microsoft.com/office/officeart/2005/8/layout/vProcess5"/>
    <dgm:cxn modelId="{F9473CEF-FE4B-490A-9C5F-1385C35F2AF5}" type="presParOf" srcId="{C20E34CA-E303-418F-97B0-2081244D6FE5}" destId="{5DB0E81B-36AC-44FB-9006-D928D07B355C}" srcOrd="8" destOrd="0" presId="urn:microsoft.com/office/officeart/2005/8/layout/vProcess5"/>
    <dgm:cxn modelId="{5D7B3EB6-0968-433D-B751-3E709EC737F7}" type="presParOf" srcId="{C20E34CA-E303-418F-97B0-2081244D6FE5}" destId="{D2C8EC6D-D265-4F61-8DD9-D4CE65EEF569}" srcOrd="9" destOrd="0" presId="urn:microsoft.com/office/officeart/2005/8/layout/vProcess5"/>
    <dgm:cxn modelId="{E6791C0E-8D32-475C-974F-AF27BEA29A56}" type="presParOf" srcId="{C20E34CA-E303-418F-97B0-2081244D6FE5}" destId="{283CCACE-62CC-49FF-B707-0D362EB8C851}" srcOrd="10" destOrd="0" presId="urn:microsoft.com/office/officeart/2005/8/layout/vProcess5"/>
    <dgm:cxn modelId="{0B63CDB7-AB81-4B63-9A70-E3933BF881F3}" type="presParOf" srcId="{C20E34CA-E303-418F-97B0-2081244D6FE5}" destId="{EA8310F9-6F98-4E5F-9EC8-2989E866F0D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3886886-1BA1-465A-AE49-E7D9DBCDAA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ABCBF8-FD05-45A4-AADC-AE8D8AABD42E}">
      <dgm:prSet/>
      <dgm:spPr/>
      <dgm:t>
        <a:bodyPr/>
        <a:lstStyle/>
        <a:p>
          <a:r>
            <a:rPr lang="en-US" b="1" i="0" baseline="0"/>
            <a:t>Authentication</a:t>
          </a:r>
          <a:r>
            <a:rPr lang="en-US" b="0" i="0" baseline="0"/>
            <a:t>: verifies who the user is</a:t>
          </a:r>
          <a:endParaRPr lang="en-US"/>
        </a:p>
      </dgm:t>
    </dgm:pt>
    <dgm:pt modelId="{F20D9944-4714-41D2-8A18-D67A00A37188}" type="parTrans" cxnId="{AD3119E4-0F51-4478-BA7A-ABE7C9F94BB7}">
      <dgm:prSet/>
      <dgm:spPr/>
      <dgm:t>
        <a:bodyPr/>
        <a:lstStyle/>
        <a:p>
          <a:endParaRPr lang="en-US"/>
        </a:p>
      </dgm:t>
    </dgm:pt>
    <dgm:pt modelId="{23C24905-88DA-4053-877B-3316C1088254}" type="sibTrans" cxnId="{AD3119E4-0F51-4478-BA7A-ABE7C9F94BB7}">
      <dgm:prSet/>
      <dgm:spPr/>
      <dgm:t>
        <a:bodyPr/>
        <a:lstStyle/>
        <a:p>
          <a:endParaRPr lang="en-US"/>
        </a:p>
      </dgm:t>
    </dgm:pt>
    <dgm:pt modelId="{ADF1B636-FCE9-4E9C-BF99-D8740C936577}">
      <dgm:prSet/>
      <dgm:spPr/>
      <dgm:t>
        <a:bodyPr/>
        <a:lstStyle/>
        <a:p>
          <a:r>
            <a:rPr lang="en-US" b="1" i="0" baseline="0"/>
            <a:t>Authorisation</a:t>
          </a:r>
          <a:r>
            <a:rPr lang="en-US" b="0" i="0" baseline="0"/>
            <a:t>: controls what users can access</a:t>
          </a:r>
          <a:endParaRPr lang="en-US"/>
        </a:p>
      </dgm:t>
    </dgm:pt>
    <dgm:pt modelId="{F2D7DE82-6538-4773-9903-8296DBFDDAEE}" type="parTrans" cxnId="{A5208420-7C2E-4D38-90A6-55AB7E6E0537}">
      <dgm:prSet/>
      <dgm:spPr/>
      <dgm:t>
        <a:bodyPr/>
        <a:lstStyle/>
        <a:p>
          <a:endParaRPr lang="en-US"/>
        </a:p>
      </dgm:t>
    </dgm:pt>
    <dgm:pt modelId="{5D7A5CCA-6CD3-45EC-9F3E-E986AED9E2A2}" type="sibTrans" cxnId="{A5208420-7C2E-4D38-90A6-55AB7E6E0537}">
      <dgm:prSet/>
      <dgm:spPr/>
      <dgm:t>
        <a:bodyPr/>
        <a:lstStyle/>
        <a:p>
          <a:endParaRPr lang="en-US"/>
        </a:p>
      </dgm:t>
    </dgm:pt>
    <dgm:pt modelId="{45C232AB-CA93-4C1E-90F5-CD4F597C09BE}">
      <dgm:prSet/>
      <dgm:spPr/>
      <dgm:t>
        <a:bodyPr/>
        <a:lstStyle/>
        <a:p>
          <a:r>
            <a:rPr lang="en-US" b="1" i="0" baseline="0"/>
            <a:t>Accountability</a:t>
          </a:r>
          <a:r>
            <a:rPr lang="en-US" b="0" i="0" baseline="0"/>
            <a:t>: records user actions</a:t>
          </a:r>
          <a:endParaRPr lang="en-US"/>
        </a:p>
      </dgm:t>
    </dgm:pt>
    <dgm:pt modelId="{161E37A4-765F-4D1D-ABF2-1AA83B34807E}" type="parTrans" cxnId="{406EB999-F121-4698-A0EB-66579B15C59A}">
      <dgm:prSet/>
      <dgm:spPr/>
      <dgm:t>
        <a:bodyPr/>
        <a:lstStyle/>
        <a:p>
          <a:endParaRPr lang="en-US"/>
        </a:p>
      </dgm:t>
    </dgm:pt>
    <dgm:pt modelId="{B8F75868-B58E-4ABD-B932-0F2F118CADD8}" type="sibTrans" cxnId="{406EB999-F121-4698-A0EB-66579B15C59A}">
      <dgm:prSet/>
      <dgm:spPr/>
      <dgm:t>
        <a:bodyPr/>
        <a:lstStyle/>
        <a:p>
          <a:endParaRPr lang="en-US"/>
        </a:p>
      </dgm:t>
    </dgm:pt>
    <dgm:pt modelId="{84C1C6B1-8D9F-4968-83DB-873B6E304E8F}">
      <dgm:prSet/>
      <dgm:spPr/>
      <dgm:t>
        <a:bodyPr/>
        <a:lstStyle/>
        <a:p>
          <a:r>
            <a:rPr lang="en-US" b="0" i="0" baseline="0"/>
            <a:t>Implemented using:</a:t>
          </a:r>
          <a:endParaRPr lang="en-US"/>
        </a:p>
      </dgm:t>
    </dgm:pt>
    <dgm:pt modelId="{7A71D7C8-8471-495B-96A8-17876FB087C3}" type="parTrans" cxnId="{2BF89986-7D0B-4F7D-8B76-22846665D461}">
      <dgm:prSet/>
      <dgm:spPr/>
      <dgm:t>
        <a:bodyPr/>
        <a:lstStyle/>
        <a:p>
          <a:endParaRPr lang="en-US"/>
        </a:p>
      </dgm:t>
    </dgm:pt>
    <dgm:pt modelId="{175C28FC-9811-40A7-8526-2EC5FC68B6BF}" type="sibTrans" cxnId="{2BF89986-7D0B-4F7D-8B76-22846665D461}">
      <dgm:prSet/>
      <dgm:spPr/>
      <dgm:t>
        <a:bodyPr/>
        <a:lstStyle/>
        <a:p>
          <a:endParaRPr lang="en-US"/>
        </a:p>
      </dgm:t>
    </dgm:pt>
    <dgm:pt modelId="{88B0B70B-A48C-47F6-B21C-6AC7159AF5FE}">
      <dgm:prSet/>
      <dgm:spPr/>
      <dgm:t>
        <a:bodyPr/>
        <a:lstStyle/>
        <a:p>
          <a:r>
            <a:rPr lang="en-US" b="0" i="0" baseline="0"/>
            <a:t>Passwords and biometrics</a:t>
          </a:r>
          <a:endParaRPr lang="en-US"/>
        </a:p>
      </dgm:t>
    </dgm:pt>
    <dgm:pt modelId="{53413E9F-3264-469D-B136-8AA5D9FC8841}" type="parTrans" cxnId="{3E62979C-C8E2-4596-A93A-E15FF3C4ED88}">
      <dgm:prSet/>
      <dgm:spPr/>
      <dgm:t>
        <a:bodyPr/>
        <a:lstStyle/>
        <a:p>
          <a:endParaRPr lang="en-US"/>
        </a:p>
      </dgm:t>
    </dgm:pt>
    <dgm:pt modelId="{395877AA-FE43-46CC-8D96-C880588CAD82}" type="sibTrans" cxnId="{3E62979C-C8E2-4596-A93A-E15FF3C4ED88}">
      <dgm:prSet/>
      <dgm:spPr/>
      <dgm:t>
        <a:bodyPr/>
        <a:lstStyle/>
        <a:p>
          <a:endParaRPr lang="en-US"/>
        </a:p>
      </dgm:t>
    </dgm:pt>
    <dgm:pt modelId="{D9695DBC-8048-4623-92D0-416C1E7CB8C6}">
      <dgm:prSet/>
      <dgm:spPr/>
      <dgm:t>
        <a:bodyPr/>
        <a:lstStyle/>
        <a:p>
          <a:r>
            <a:rPr lang="en-US" b="0" i="0" baseline="0"/>
            <a:t>Permissions and roles</a:t>
          </a:r>
          <a:endParaRPr lang="en-US"/>
        </a:p>
      </dgm:t>
    </dgm:pt>
    <dgm:pt modelId="{7AE96FF4-C236-4A9E-A6B8-B5E7A8D53B05}" type="parTrans" cxnId="{2C6987BE-3771-4D1E-8A3A-A21DBEB623BB}">
      <dgm:prSet/>
      <dgm:spPr/>
      <dgm:t>
        <a:bodyPr/>
        <a:lstStyle/>
        <a:p>
          <a:endParaRPr lang="en-US"/>
        </a:p>
      </dgm:t>
    </dgm:pt>
    <dgm:pt modelId="{B7CBC6D4-C3E0-4047-923C-316BEEADDBA6}" type="sibTrans" cxnId="{2C6987BE-3771-4D1E-8A3A-A21DBEB623BB}">
      <dgm:prSet/>
      <dgm:spPr/>
      <dgm:t>
        <a:bodyPr/>
        <a:lstStyle/>
        <a:p>
          <a:endParaRPr lang="en-US"/>
        </a:p>
      </dgm:t>
    </dgm:pt>
    <dgm:pt modelId="{2CCF127A-6692-4956-8376-F5FBEBAB64EE}">
      <dgm:prSet/>
      <dgm:spPr/>
      <dgm:t>
        <a:bodyPr/>
        <a:lstStyle/>
        <a:p>
          <a:r>
            <a:rPr lang="en-US" b="0" i="0" baseline="0"/>
            <a:t>Logs and monitoring</a:t>
          </a:r>
          <a:endParaRPr lang="en-US"/>
        </a:p>
      </dgm:t>
    </dgm:pt>
    <dgm:pt modelId="{1D816D72-429C-4A09-9A6B-C2B9ABE9D2F1}" type="parTrans" cxnId="{415526BC-823E-4A95-8F7D-87D6B713B0A3}">
      <dgm:prSet/>
      <dgm:spPr/>
      <dgm:t>
        <a:bodyPr/>
        <a:lstStyle/>
        <a:p>
          <a:endParaRPr lang="en-US"/>
        </a:p>
      </dgm:t>
    </dgm:pt>
    <dgm:pt modelId="{5DE30B42-255C-4B92-9425-0AAA54504D50}" type="sibTrans" cxnId="{415526BC-823E-4A95-8F7D-87D6B713B0A3}">
      <dgm:prSet/>
      <dgm:spPr/>
      <dgm:t>
        <a:bodyPr/>
        <a:lstStyle/>
        <a:p>
          <a:endParaRPr lang="en-US"/>
        </a:p>
      </dgm:t>
    </dgm:pt>
    <dgm:pt modelId="{6F4F074B-DC23-4CE1-AD7D-7130209EA118}" type="pres">
      <dgm:prSet presAssocID="{B3886886-1BA1-465A-AE49-E7D9DBCDAA82}" presName="root" presStyleCnt="0">
        <dgm:presLayoutVars>
          <dgm:dir/>
          <dgm:resizeHandles val="exact"/>
        </dgm:presLayoutVars>
      </dgm:prSet>
      <dgm:spPr/>
    </dgm:pt>
    <dgm:pt modelId="{6FD99D9E-6EDF-42D1-B59C-79DF085EFEFF}" type="pres">
      <dgm:prSet presAssocID="{EEABCBF8-FD05-45A4-AADC-AE8D8AABD42E}" presName="compNode" presStyleCnt="0"/>
      <dgm:spPr/>
    </dgm:pt>
    <dgm:pt modelId="{F1FA1277-7D9A-48FC-901E-06C7C5F4F599}" type="pres">
      <dgm:prSet presAssocID="{EEABCBF8-FD05-45A4-AADC-AE8D8AABD42E}" presName="bgRect" presStyleLbl="bgShp" presStyleIdx="0" presStyleCnt="4"/>
      <dgm:spPr/>
    </dgm:pt>
    <dgm:pt modelId="{2DF737CF-05F9-450F-9F4D-7E5A1CD12898}" type="pres">
      <dgm:prSet presAssocID="{EEABCBF8-FD05-45A4-AADC-AE8D8AABD4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E816B94-5B1A-46E3-9488-CF6D2D2CFE75}" type="pres">
      <dgm:prSet presAssocID="{EEABCBF8-FD05-45A4-AADC-AE8D8AABD42E}" presName="spaceRect" presStyleCnt="0"/>
      <dgm:spPr/>
    </dgm:pt>
    <dgm:pt modelId="{373BED56-547B-4DFA-AEC3-C48CDC59A868}" type="pres">
      <dgm:prSet presAssocID="{EEABCBF8-FD05-45A4-AADC-AE8D8AABD42E}" presName="parTx" presStyleLbl="revTx" presStyleIdx="0" presStyleCnt="5">
        <dgm:presLayoutVars>
          <dgm:chMax val="0"/>
          <dgm:chPref val="0"/>
        </dgm:presLayoutVars>
      </dgm:prSet>
      <dgm:spPr/>
    </dgm:pt>
    <dgm:pt modelId="{C8EB5C62-DA0D-4AD9-A770-B93AC419522F}" type="pres">
      <dgm:prSet presAssocID="{23C24905-88DA-4053-877B-3316C1088254}" presName="sibTrans" presStyleCnt="0"/>
      <dgm:spPr/>
    </dgm:pt>
    <dgm:pt modelId="{705D5499-E02A-4913-9D0C-A58B3B0FDAB1}" type="pres">
      <dgm:prSet presAssocID="{ADF1B636-FCE9-4E9C-BF99-D8740C936577}" presName="compNode" presStyleCnt="0"/>
      <dgm:spPr/>
    </dgm:pt>
    <dgm:pt modelId="{E26E75FB-CBE8-4504-9A10-1166B07D5E88}" type="pres">
      <dgm:prSet presAssocID="{ADF1B636-FCE9-4E9C-BF99-D8740C936577}" presName="bgRect" presStyleLbl="bgShp" presStyleIdx="1" presStyleCnt="4"/>
      <dgm:spPr/>
    </dgm:pt>
    <dgm:pt modelId="{1527438A-61E7-4D21-BD93-706339D50544}" type="pres">
      <dgm:prSet presAssocID="{ADF1B636-FCE9-4E9C-BF99-D8740C9365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58FED9E-4797-4AEA-A47C-9E63407F07BB}" type="pres">
      <dgm:prSet presAssocID="{ADF1B636-FCE9-4E9C-BF99-D8740C936577}" presName="spaceRect" presStyleCnt="0"/>
      <dgm:spPr/>
    </dgm:pt>
    <dgm:pt modelId="{7BBC23C2-9E52-4D7B-9257-23BB62AE422B}" type="pres">
      <dgm:prSet presAssocID="{ADF1B636-FCE9-4E9C-BF99-D8740C936577}" presName="parTx" presStyleLbl="revTx" presStyleIdx="1" presStyleCnt="5">
        <dgm:presLayoutVars>
          <dgm:chMax val="0"/>
          <dgm:chPref val="0"/>
        </dgm:presLayoutVars>
      </dgm:prSet>
      <dgm:spPr/>
    </dgm:pt>
    <dgm:pt modelId="{149208CB-390B-4FD3-9FFA-7DCF69EF9FC0}" type="pres">
      <dgm:prSet presAssocID="{5D7A5CCA-6CD3-45EC-9F3E-E986AED9E2A2}" presName="sibTrans" presStyleCnt="0"/>
      <dgm:spPr/>
    </dgm:pt>
    <dgm:pt modelId="{C4FB0722-A11F-4638-AA99-44ACF4405E42}" type="pres">
      <dgm:prSet presAssocID="{45C232AB-CA93-4C1E-90F5-CD4F597C09BE}" presName="compNode" presStyleCnt="0"/>
      <dgm:spPr/>
    </dgm:pt>
    <dgm:pt modelId="{0C5D1C7C-05EE-4908-8C76-B067007B2347}" type="pres">
      <dgm:prSet presAssocID="{45C232AB-CA93-4C1E-90F5-CD4F597C09BE}" presName="bgRect" presStyleLbl="bgShp" presStyleIdx="2" presStyleCnt="4"/>
      <dgm:spPr/>
    </dgm:pt>
    <dgm:pt modelId="{44320DE7-5424-4E1C-8859-79270C8313BC}" type="pres">
      <dgm:prSet presAssocID="{45C232AB-CA93-4C1E-90F5-CD4F597C09B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DFDD901-413C-44F7-8CDB-C3EA7BDD08D6}" type="pres">
      <dgm:prSet presAssocID="{45C232AB-CA93-4C1E-90F5-CD4F597C09BE}" presName="spaceRect" presStyleCnt="0"/>
      <dgm:spPr/>
    </dgm:pt>
    <dgm:pt modelId="{613A88A6-7307-4451-9115-00FD5E2F8475}" type="pres">
      <dgm:prSet presAssocID="{45C232AB-CA93-4C1E-90F5-CD4F597C09BE}" presName="parTx" presStyleLbl="revTx" presStyleIdx="2" presStyleCnt="5">
        <dgm:presLayoutVars>
          <dgm:chMax val="0"/>
          <dgm:chPref val="0"/>
        </dgm:presLayoutVars>
      </dgm:prSet>
      <dgm:spPr/>
    </dgm:pt>
    <dgm:pt modelId="{A86A26CE-6FD2-449E-B0BD-DF0071884E31}" type="pres">
      <dgm:prSet presAssocID="{B8F75868-B58E-4ABD-B932-0F2F118CADD8}" presName="sibTrans" presStyleCnt="0"/>
      <dgm:spPr/>
    </dgm:pt>
    <dgm:pt modelId="{EDE064EF-76DD-4304-A692-C25936E579B3}" type="pres">
      <dgm:prSet presAssocID="{84C1C6B1-8D9F-4968-83DB-873B6E304E8F}" presName="compNode" presStyleCnt="0"/>
      <dgm:spPr/>
    </dgm:pt>
    <dgm:pt modelId="{3B475A0B-947B-4F17-9F2C-88FAF3291552}" type="pres">
      <dgm:prSet presAssocID="{84C1C6B1-8D9F-4968-83DB-873B6E304E8F}" presName="bgRect" presStyleLbl="bgShp" presStyleIdx="3" presStyleCnt="4"/>
      <dgm:spPr/>
    </dgm:pt>
    <dgm:pt modelId="{06C04AC1-3DA7-455F-8FD8-870AE6330766}" type="pres">
      <dgm:prSet presAssocID="{84C1C6B1-8D9F-4968-83DB-873B6E304E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C77BE7B-AC38-49F5-8B92-C5A8820364FF}" type="pres">
      <dgm:prSet presAssocID="{84C1C6B1-8D9F-4968-83DB-873B6E304E8F}" presName="spaceRect" presStyleCnt="0"/>
      <dgm:spPr/>
    </dgm:pt>
    <dgm:pt modelId="{068CCD67-86F9-43AD-9797-BBB53C608AE2}" type="pres">
      <dgm:prSet presAssocID="{84C1C6B1-8D9F-4968-83DB-873B6E304E8F}" presName="parTx" presStyleLbl="revTx" presStyleIdx="3" presStyleCnt="5">
        <dgm:presLayoutVars>
          <dgm:chMax val="0"/>
          <dgm:chPref val="0"/>
        </dgm:presLayoutVars>
      </dgm:prSet>
      <dgm:spPr/>
    </dgm:pt>
    <dgm:pt modelId="{030E79B6-4F46-4A3A-9CBF-187AD7477B1B}" type="pres">
      <dgm:prSet presAssocID="{84C1C6B1-8D9F-4968-83DB-873B6E304E8F}" presName="desTx" presStyleLbl="revTx" presStyleIdx="4" presStyleCnt="5">
        <dgm:presLayoutVars/>
      </dgm:prSet>
      <dgm:spPr/>
    </dgm:pt>
  </dgm:ptLst>
  <dgm:cxnLst>
    <dgm:cxn modelId="{83A0E202-6A3C-4A49-9257-13CE09C597B9}" type="presOf" srcId="{88B0B70B-A48C-47F6-B21C-6AC7159AF5FE}" destId="{030E79B6-4F46-4A3A-9CBF-187AD7477B1B}" srcOrd="0" destOrd="0" presId="urn:microsoft.com/office/officeart/2018/2/layout/IconVerticalSolidList"/>
    <dgm:cxn modelId="{FBEC6110-F212-49AE-A128-BECB801E9C54}" type="presOf" srcId="{D9695DBC-8048-4623-92D0-416C1E7CB8C6}" destId="{030E79B6-4F46-4A3A-9CBF-187AD7477B1B}" srcOrd="0" destOrd="1" presId="urn:microsoft.com/office/officeart/2018/2/layout/IconVerticalSolidList"/>
    <dgm:cxn modelId="{E4FD5220-869B-4D76-8B73-89C136523893}" type="presOf" srcId="{ADF1B636-FCE9-4E9C-BF99-D8740C936577}" destId="{7BBC23C2-9E52-4D7B-9257-23BB62AE422B}" srcOrd="0" destOrd="0" presId="urn:microsoft.com/office/officeart/2018/2/layout/IconVerticalSolidList"/>
    <dgm:cxn modelId="{A5208420-7C2E-4D38-90A6-55AB7E6E0537}" srcId="{B3886886-1BA1-465A-AE49-E7D9DBCDAA82}" destId="{ADF1B636-FCE9-4E9C-BF99-D8740C936577}" srcOrd="1" destOrd="0" parTransId="{F2D7DE82-6538-4773-9903-8296DBFDDAEE}" sibTransId="{5D7A5CCA-6CD3-45EC-9F3E-E986AED9E2A2}"/>
    <dgm:cxn modelId="{88D58341-EA88-478C-A15C-F64262A1761C}" type="presOf" srcId="{84C1C6B1-8D9F-4968-83DB-873B6E304E8F}" destId="{068CCD67-86F9-43AD-9797-BBB53C608AE2}" srcOrd="0" destOrd="0" presId="urn:microsoft.com/office/officeart/2018/2/layout/IconVerticalSolidList"/>
    <dgm:cxn modelId="{84EF557F-F5E8-4A7A-829F-B6C282CA7868}" type="presOf" srcId="{B3886886-1BA1-465A-AE49-E7D9DBCDAA82}" destId="{6F4F074B-DC23-4CE1-AD7D-7130209EA118}" srcOrd="0" destOrd="0" presId="urn:microsoft.com/office/officeart/2018/2/layout/IconVerticalSolidList"/>
    <dgm:cxn modelId="{2BF89986-7D0B-4F7D-8B76-22846665D461}" srcId="{B3886886-1BA1-465A-AE49-E7D9DBCDAA82}" destId="{84C1C6B1-8D9F-4968-83DB-873B6E304E8F}" srcOrd="3" destOrd="0" parTransId="{7A71D7C8-8471-495B-96A8-17876FB087C3}" sibTransId="{175C28FC-9811-40A7-8526-2EC5FC68B6BF}"/>
    <dgm:cxn modelId="{406EB999-F121-4698-A0EB-66579B15C59A}" srcId="{B3886886-1BA1-465A-AE49-E7D9DBCDAA82}" destId="{45C232AB-CA93-4C1E-90F5-CD4F597C09BE}" srcOrd="2" destOrd="0" parTransId="{161E37A4-765F-4D1D-ABF2-1AA83B34807E}" sibTransId="{B8F75868-B58E-4ABD-B932-0F2F118CADD8}"/>
    <dgm:cxn modelId="{3E62979C-C8E2-4596-A93A-E15FF3C4ED88}" srcId="{84C1C6B1-8D9F-4968-83DB-873B6E304E8F}" destId="{88B0B70B-A48C-47F6-B21C-6AC7159AF5FE}" srcOrd="0" destOrd="0" parTransId="{53413E9F-3264-469D-B136-8AA5D9FC8841}" sibTransId="{395877AA-FE43-46CC-8D96-C880588CAD82}"/>
    <dgm:cxn modelId="{331167AA-EFC4-4ABE-81F8-33566D23517F}" type="presOf" srcId="{45C232AB-CA93-4C1E-90F5-CD4F597C09BE}" destId="{613A88A6-7307-4451-9115-00FD5E2F8475}" srcOrd="0" destOrd="0" presId="urn:microsoft.com/office/officeart/2018/2/layout/IconVerticalSolidList"/>
    <dgm:cxn modelId="{415526BC-823E-4A95-8F7D-87D6B713B0A3}" srcId="{84C1C6B1-8D9F-4968-83DB-873B6E304E8F}" destId="{2CCF127A-6692-4956-8376-F5FBEBAB64EE}" srcOrd="2" destOrd="0" parTransId="{1D816D72-429C-4A09-9A6B-C2B9ABE9D2F1}" sibTransId="{5DE30B42-255C-4B92-9425-0AAA54504D50}"/>
    <dgm:cxn modelId="{2C6987BE-3771-4D1E-8A3A-A21DBEB623BB}" srcId="{84C1C6B1-8D9F-4968-83DB-873B6E304E8F}" destId="{D9695DBC-8048-4623-92D0-416C1E7CB8C6}" srcOrd="1" destOrd="0" parTransId="{7AE96FF4-C236-4A9E-A6B8-B5E7A8D53B05}" sibTransId="{B7CBC6D4-C3E0-4047-923C-316BEEADDBA6}"/>
    <dgm:cxn modelId="{DC057DDF-9EE9-4F56-A6BB-0BA2447ED80B}" type="presOf" srcId="{EEABCBF8-FD05-45A4-AADC-AE8D8AABD42E}" destId="{373BED56-547B-4DFA-AEC3-C48CDC59A868}" srcOrd="0" destOrd="0" presId="urn:microsoft.com/office/officeart/2018/2/layout/IconVerticalSolidList"/>
    <dgm:cxn modelId="{AD3119E4-0F51-4478-BA7A-ABE7C9F94BB7}" srcId="{B3886886-1BA1-465A-AE49-E7D9DBCDAA82}" destId="{EEABCBF8-FD05-45A4-AADC-AE8D8AABD42E}" srcOrd="0" destOrd="0" parTransId="{F20D9944-4714-41D2-8A18-D67A00A37188}" sibTransId="{23C24905-88DA-4053-877B-3316C1088254}"/>
    <dgm:cxn modelId="{1E0684EF-F495-4DF8-AE24-F3B0C47F5DA4}" type="presOf" srcId="{2CCF127A-6692-4956-8376-F5FBEBAB64EE}" destId="{030E79B6-4F46-4A3A-9CBF-187AD7477B1B}" srcOrd="0" destOrd="2" presId="urn:microsoft.com/office/officeart/2018/2/layout/IconVerticalSolidList"/>
    <dgm:cxn modelId="{1BFDF2D0-2C7E-48FE-9248-ED3D08FAC1A3}" type="presParOf" srcId="{6F4F074B-DC23-4CE1-AD7D-7130209EA118}" destId="{6FD99D9E-6EDF-42D1-B59C-79DF085EFEFF}" srcOrd="0" destOrd="0" presId="urn:microsoft.com/office/officeart/2018/2/layout/IconVerticalSolidList"/>
    <dgm:cxn modelId="{224CA230-AF90-4760-A4B8-786E50BDAB99}" type="presParOf" srcId="{6FD99D9E-6EDF-42D1-B59C-79DF085EFEFF}" destId="{F1FA1277-7D9A-48FC-901E-06C7C5F4F599}" srcOrd="0" destOrd="0" presId="urn:microsoft.com/office/officeart/2018/2/layout/IconVerticalSolidList"/>
    <dgm:cxn modelId="{0BA8B762-AFFE-48FE-A05D-995846D01353}" type="presParOf" srcId="{6FD99D9E-6EDF-42D1-B59C-79DF085EFEFF}" destId="{2DF737CF-05F9-450F-9F4D-7E5A1CD12898}" srcOrd="1" destOrd="0" presId="urn:microsoft.com/office/officeart/2018/2/layout/IconVerticalSolidList"/>
    <dgm:cxn modelId="{B64E1738-E615-41E4-B06E-CB9810841310}" type="presParOf" srcId="{6FD99D9E-6EDF-42D1-B59C-79DF085EFEFF}" destId="{AE816B94-5B1A-46E3-9488-CF6D2D2CFE75}" srcOrd="2" destOrd="0" presId="urn:microsoft.com/office/officeart/2018/2/layout/IconVerticalSolidList"/>
    <dgm:cxn modelId="{BFD6A36C-C36D-4D22-9D71-071D0EF3316C}" type="presParOf" srcId="{6FD99D9E-6EDF-42D1-B59C-79DF085EFEFF}" destId="{373BED56-547B-4DFA-AEC3-C48CDC59A868}" srcOrd="3" destOrd="0" presId="urn:microsoft.com/office/officeart/2018/2/layout/IconVerticalSolidList"/>
    <dgm:cxn modelId="{561D8655-D57A-4C0B-830B-0D7A0DE0C1B3}" type="presParOf" srcId="{6F4F074B-DC23-4CE1-AD7D-7130209EA118}" destId="{C8EB5C62-DA0D-4AD9-A770-B93AC419522F}" srcOrd="1" destOrd="0" presId="urn:microsoft.com/office/officeart/2018/2/layout/IconVerticalSolidList"/>
    <dgm:cxn modelId="{A6941B15-196F-4209-86EF-41CA18E227E5}" type="presParOf" srcId="{6F4F074B-DC23-4CE1-AD7D-7130209EA118}" destId="{705D5499-E02A-4913-9D0C-A58B3B0FDAB1}" srcOrd="2" destOrd="0" presId="urn:microsoft.com/office/officeart/2018/2/layout/IconVerticalSolidList"/>
    <dgm:cxn modelId="{5D2D6AF9-83B8-426B-A0A3-C1F088442D47}" type="presParOf" srcId="{705D5499-E02A-4913-9D0C-A58B3B0FDAB1}" destId="{E26E75FB-CBE8-4504-9A10-1166B07D5E88}" srcOrd="0" destOrd="0" presId="urn:microsoft.com/office/officeart/2018/2/layout/IconVerticalSolidList"/>
    <dgm:cxn modelId="{DDB1BD14-282D-4C93-8E64-A8C4F178300B}" type="presParOf" srcId="{705D5499-E02A-4913-9D0C-A58B3B0FDAB1}" destId="{1527438A-61E7-4D21-BD93-706339D50544}" srcOrd="1" destOrd="0" presId="urn:microsoft.com/office/officeart/2018/2/layout/IconVerticalSolidList"/>
    <dgm:cxn modelId="{2B4B4DC4-1916-48E7-83A4-3AC60E8F4464}" type="presParOf" srcId="{705D5499-E02A-4913-9D0C-A58B3B0FDAB1}" destId="{258FED9E-4797-4AEA-A47C-9E63407F07BB}" srcOrd="2" destOrd="0" presId="urn:microsoft.com/office/officeart/2018/2/layout/IconVerticalSolidList"/>
    <dgm:cxn modelId="{DADF2059-A104-4B9A-9F75-DC9BD5A31EE3}" type="presParOf" srcId="{705D5499-E02A-4913-9D0C-A58B3B0FDAB1}" destId="{7BBC23C2-9E52-4D7B-9257-23BB62AE422B}" srcOrd="3" destOrd="0" presId="urn:microsoft.com/office/officeart/2018/2/layout/IconVerticalSolidList"/>
    <dgm:cxn modelId="{C2934069-98B5-4ED0-8A97-0B8BF37EC572}" type="presParOf" srcId="{6F4F074B-DC23-4CE1-AD7D-7130209EA118}" destId="{149208CB-390B-4FD3-9FFA-7DCF69EF9FC0}" srcOrd="3" destOrd="0" presId="urn:microsoft.com/office/officeart/2018/2/layout/IconVerticalSolidList"/>
    <dgm:cxn modelId="{1830E2E4-AD5A-4807-9C02-CBC06DC49D2F}" type="presParOf" srcId="{6F4F074B-DC23-4CE1-AD7D-7130209EA118}" destId="{C4FB0722-A11F-4638-AA99-44ACF4405E42}" srcOrd="4" destOrd="0" presId="urn:microsoft.com/office/officeart/2018/2/layout/IconVerticalSolidList"/>
    <dgm:cxn modelId="{DA974E65-5346-4BCB-A8F1-A58E7CC16174}" type="presParOf" srcId="{C4FB0722-A11F-4638-AA99-44ACF4405E42}" destId="{0C5D1C7C-05EE-4908-8C76-B067007B2347}" srcOrd="0" destOrd="0" presId="urn:microsoft.com/office/officeart/2018/2/layout/IconVerticalSolidList"/>
    <dgm:cxn modelId="{72939857-E583-4E71-BE8E-E05BEABF7D24}" type="presParOf" srcId="{C4FB0722-A11F-4638-AA99-44ACF4405E42}" destId="{44320DE7-5424-4E1C-8859-79270C8313BC}" srcOrd="1" destOrd="0" presId="urn:microsoft.com/office/officeart/2018/2/layout/IconVerticalSolidList"/>
    <dgm:cxn modelId="{19FFE543-22DD-4748-B8B6-FEDCDA1A48ED}" type="presParOf" srcId="{C4FB0722-A11F-4638-AA99-44ACF4405E42}" destId="{3DFDD901-413C-44F7-8CDB-C3EA7BDD08D6}" srcOrd="2" destOrd="0" presId="urn:microsoft.com/office/officeart/2018/2/layout/IconVerticalSolidList"/>
    <dgm:cxn modelId="{08AD5E41-0601-486D-BC25-83065E0C6C3D}" type="presParOf" srcId="{C4FB0722-A11F-4638-AA99-44ACF4405E42}" destId="{613A88A6-7307-4451-9115-00FD5E2F8475}" srcOrd="3" destOrd="0" presId="urn:microsoft.com/office/officeart/2018/2/layout/IconVerticalSolidList"/>
    <dgm:cxn modelId="{DD2B8FCB-F2EC-4FED-AE94-2865C3D3322E}" type="presParOf" srcId="{6F4F074B-DC23-4CE1-AD7D-7130209EA118}" destId="{A86A26CE-6FD2-449E-B0BD-DF0071884E31}" srcOrd="5" destOrd="0" presId="urn:microsoft.com/office/officeart/2018/2/layout/IconVerticalSolidList"/>
    <dgm:cxn modelId="{28798BD2-656B-466B-96E9-14D5D78578CE}" type="presParOf" srcId="{6F4F074B-DC23-4CE1-AD7D-7130209EA118}" destId="{EDE064EF-76DD-4304-A692-C25936E579B3}" srcOrd="6" destOrd="0" presId="urn:microsoft.com/office/officeart/2018/2/layout/IconVerticalSolidList"/>
    <dgm:cxn modelId="{242112F0-1FD4-429D-897B-F0C95998BB4D}" type="presParOf" srcId="{EDE064EF-76DD-4304-A692-C25936E579B3}" destId="{3B475A0B-947B-4F17-9F2C-88FAF3291552}" srcOrd="0" destOrd="0" presId="urn:microsoft.com/office/officeart/2018/2/layout/IconVerticalSolidList"/>
    <dgm:cxn modelId="{507B8678-F28F-453D-9322-5B269106727B}" type="presParOf" srcId="{EDE064EF-76DD-4304-A692-C25936E579B3}" destId="{06C04AC1-3DA7-455F-8FD8-870AE6330766}" srcOrd="1" destOrd="0" presId="urn:microsoft.com/office/officeart/2018/2/layout/IconVerticalSolidList"/>
    <dgm:cxn modelId="{AA23FA0B-5FD4-49E6-A79E-A9C01CE7BC1D}" type="presParOf" srcId="{EDE064EF-76DD-4304-A692-C25936E579B3}" destId="{4C77BE7B-AC38-49F5-8B92-C5A8820364FF}" srcOrd="2" destOrd="0" presId="urn:microsoft.com/office/officeart/2018/2/layout/IconVerticalSolidList"/>
    <dgm:cxn modelId="{2E5AE6A2-52D2-4A83-968B-344F922341E2}" type="presParOf" srcId="{EDE064EF-76DD-4304-A692-C25936E579B3}" destId="{068CCD67-86F9-43AD-9797-BBB53C608AE2}" srcOrd="3" destOrd="0" presId="urn:microsoft.com/office/officeart/2018/2/layout/IconVerticalSolidList"/>
    <dgm:cxn modelId="{90653B03-89E3-46FE-998E-5BAA5982A846}" type="presParOf" srcId="{EDE064EF-76DD-4304-A692-C25936E579B3}" destId="{030E79B6-4F46-4A3A-9CBF-187AD7477B1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F3DA605-7BB7-4F2D-AA19-8C2C5E7D62A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20D7E9-041F-42A8-B192-50CE8F9B495F}">
      <dgm:prSet/>
      <dgm:spPr/>
      <dgm:t>
        <a:bodyPr/>
        <a:lstStyle/>
        <a:p>
          <a:r>
            <a:rPr lang="en-US" b="0" i="0" baseline="0"/>
            <a:t>Use mobile apps, GPS, QR codes and payment systems</a:t>
          </a:r>
          <a:endParaRPr lang="en-US"/>
        </a:p>
      </dgm:t>
    </dgm:pt>
    <dgm:pt modelId="{A3EBBC8C-967D-4C10-AA63-537262903139}" type="parTrans" cxnId="{BEBA10A5-FD39-4EA1-9233-C7604328024A}">
      <dgm:prSet/>
      <dgm:spPr/>
      <dgm:t>
        <a:bodyPr/>
        <a:lstStyle/>
        <a:p>
          <a:endParaRPr lang="en-US"/>
        </a:p>
      </dgm:t>
    </dgm:pt>
    <dgm:pt modelId="{C1AA328B-C591-4515-856A-4328C4EA3DD9}" type="sibTrans" cxnId="{BEBA10A5-FD39-4EA1-9233-C7604328024A}">
      <dgm:prSet/>
      <dgm:spPr/>
      <dgm:t>
        <a:bodyPr/>
        <a:lstStyle/>
        <a:p>
          <a:endParaRPr lang="en-US"/>
        </a:p>
      </dgm:t>
    </dgm:pt>
    <dgm:pt modelId="{4B3D70D8-414B-4120-BCD2-53E45408D26F}">
      <dgm:prSet/>
      <dgm:spPr/>
      <dgm:t>
        <a:bodyPr/>
        <a:lstStyle/>
        <a:p>
          <a:r>
            <a:rPr lang="en-US" b="0" i="0" baseline="0"/>
            <a:t>Benefits:</a:t>
          </a:r>
          <a:endParaRPr lang="en-US"/>
        </a:p>
      </dgm:t>
    </dgm:pt>
    <dgm:pt modelId="{83E2154D-A77E-4115-95E0-5231935FA46F}" type="parTrans" cxnId="{5AA8E259-5773-4513-AFB7-170CB42670B6}">
      <dgm:prSet/>
      <dgm:spPr/>
      <dgm:t>
        <a:bodyPr/>
        <a:lstStyle/>
        <a:p>
          <a:endParaRPr lang="en-US"/>
        </a:p>
      </dgm:t>
    </dgm:pt>
    <dgm:pt modelId="{108E3F94-BA0D-4750-A4BF-9D7025E41925}" type="sibTrans" cxnId="{5AA8E259-5773-4513-AFB7-170CB42670B6}">
      <dgm:prSet/>
      <dgm:spPr/>
      <dgm:t>
        <a:bodyPr/>
        <a:lstStyle/>
        <a:p>
          <a:endParaRPr lang="en-US"/>
        </a:p>
      </dgm:t>
    </dgm:pt>
    <dgm:pt modelId="{468C891C-1624-4204-BEE2-30AFAFA3FB4A}">
      <dgm:prSet/>
      <dgm:spPr/>
      <dgm:t>
        <a:bodyPr/>
        <a:lstStyle/>
        <a:p>
          <a:r>
            <a:rPr lang="en-US" b="0" i="0" baseline="0"/>
            <a:t>Low-cost transport</a:t>
          </a:r>
          <a:endParaRPr lang="en-US"/>
        </a:p>
      </dgm:t>
    </dgm:pt>
    <dgm:pt modelId="{60CB9F0C-4045-4A9F-8B7F-799A8E1C8668}" type="parTrans" cxnId="{C9201417-06EF-4763-8337-80DE989E63E4}">
      <dgm:prSet/>
      <dgm:spPr/>
      <dgm:t>
        <a:bodyPr/>
        <a:lstStyle/>
        <a:p>
          <a:endParaRPr lang="en-US"/>
        </a:p>
      </dgm:t>
    </dgm:pt>
    <dgm:pt modelId="{991DBD67-A80E-4156-B2CE-0EB3F6F8EDBA}" type="sibTrans" cxnId="{C9201417-06EF-4763-8337-80DE989E63E4}">
      <dgm:prSet/>
      <dgm:spPr/>
      <dgm:t>
        <a:bodyPr/>
        <a:lstStyle/>
        <a:p>
          <a:endParaRPr lang="en-US"/>
        </a:p>
      </dgm:t>
    </dgm:pt>
    <dgm:pt modelId="{1CFB22E2-187B-4AED-837C-209C0AEFE763}">
      <dgm:prSet/>
      <dgm:spPr/>
      <dgm:t>
        <a:bodyPr/>
        <a:lstStyle/>
        <a:p>
          <a:r>
            <a:rPr lang="en-US" b="0" i="0" baseline="0"/>
            <a:t>Environmental advantages</a:t>
          </a:r>
          <a:endParaRPr lang="en-US"/>
        </a:p>
      </dgm:t>
    </dgm:pt>
    <dgm:pt modelId="{AF64705A-316F-44B6-86CC-3BB92F5CEE0F}" type="parTrans" cxnId="{57A5E597-BF92-425B-A19D-E873D70414EE}">
      <dgm:prSet/>
      <dgm:spPr/>
      <dgm:t>
        <a:bodyPr/>
        <a:lstStyle/>
        <a:p>
          <a:endParaRPr lang="en-US"/>
        </a:p>
      </dgm:t>
    </dgm:pt>
    <dgm:pt modelId="{8386CF4C-7418-4808-95E1-074F01D37DAE}" type="sibTrans" cxnId="{57A5E597-BF92-425B-A19D-E873D70414EE}">
      <dgm:prSet/>
      <dgm:spPr/>
      <dgm:t>
        <a:bodyPr/>
        <a:lstStyle/>
        <a:p>
          <a:endParaRPr lang="en-US"/>
        </a:p>
      </dgm:t>
    </dgm:pt>
    <dgm:pt modelId="{BD51238F-EB71-4220-9351-22865A471DBA}">
      <dgm:prSet/>
      <dgm:spPr/>
      <dgm:t>
        <a:bodyPr/>
        <a:lstStyle/>
        <a:p>
          <a:r>
            <a:rPr lang="en-US" b="0" i="0" baseline="0"/>
            <a:t>Challenges:</a:t>
          </a:r>
          <a:endParaRPr lang="en-US"/>
        </a:p>
      </dgm:t>
    </dgm:pt>
    <dgm:pt modelId="{BDE6EB41-63DB-4075-BA0E-6F6D4452AD76}" type="parTrans" cxnId="{D6F6B6B4-B2D1-4CA0-BB02-1FA02CCE1C3E}">
      <dgm:prSet/>
      <dgm:spPr/>
      <dgm:t>
        <a:bodyPr/>
        <a:lstStyle/>
        <a:p>
          <a:endParaRPr lang="en-US"/>
        </a:p>
      </dgm:t>
    </dgm:pt>
    <dgm:pt modelId="{22EF3132-E3E1-4638-873C-13F25833D58E}" type="sibTrans" cxnId="{D6F6B6B4-B2D1-4CA0-BB02-1FA02CCE1C3E}">
      <dgm:prSet/>
      <dgm:spPr/>
      <dgm:t>
        <a:bodyPr/>
        <a:lstStyle/>
        <a:p>
          <a:endParaRPr lang="en-US"/>
        </a:p>
      </dgm:t>
    </dgm:pt>
    <dgm:pt modelId="{FD0FC30C-26CC-49D0-BE2D-02298D858142}">
      <dgm:prSet/>
      <dgm:spPr/>
      <dgm:t>
        <a:bodyPr/>
        <a:lstStyle/>
        <a:p>
          <a:r>
            <a:rPr lang="en-US" b="0" i="0" baseline="0"/>
            <a:t>User behaviour</a:t>
          </a:r>
          <a:endParaRPr lang="en-US"/>
        </a:p>
      </dgm:t>
    </dgm:pt>
    <dgm:pt modelId="{F05197CC-084E-4C6F-AAEC-941C8426C31D}" type="parTrans" cxnId="{1F34D6EE-03A8-43D1-8606-F66E6B47C09B}">
      <dgm:prSet/>
      <dgm:spPr/>
      <dgm:t>
        <a:bodyPr/>
        <a:lstStyle/>
        <a:p>
          <a:endParaRPr lang="en-US"/>
        </a:p>
      </dgm:t>
    </dgm:pt>
    <dgm:pt modelId="{AB0B626F-3612-4040-8D76-B574F1BF0B75}" type="sibTrans" cxnId="{1F34D6EE-03A8-43D1-8606-F66E6B47C09B}">
      <dgm:prSet/>
      <dgm:spPr/>
      <dgm:t>
        <a:bodyPr/>
        <a:lstStyle/>
        <a:p>
          <a:endParaRPr lang="en-US"/>
        </a:p>
      </dgm:t>
    </dgm:pt>
    <dgm:pt modelId="{94A45850-4281-433E-AB83-0F5C196A97ED}">
      <dgm:prSet/>
      <dgm:spPr/>
      <dgm:t>
        <a:bodyPr/>
        <a:lstStyle/>
        <a:p>
          <a:r>
            <a:rPr lang="en-US" b="0" i="0" baseline="0"/>
            <a:t>Legal restrictions</a:t>
          </a:r>
          <a:endParaRPr lang="en-US"/>
        </a:p>
      </dgm:t>
    </dgm:pt>
    <dgm:pt modelId="{143DFAAC-54FD-413E-A5E8-7C9C31193C86}" type="parTrans" cxnId="{CED844E9-C854-4821-846C-7ED82881B7AA}">
      <dgm:prSet/>
      <dgm:spPr/>
      <dgm:t>
        <a:bodyPr/>
        <a:lstStyle/>
        <a:p>
          <a:endParaRPr lang="en-US"/>
        </a:p>
      </dgm:t>
    </dgm:pt>
    <dgm:pt modelId="{A05D640B-DDD9-4D09-87B5-F27E84A0E26B}" type="sibTrans" cxnId="{CED844E9-C854-4821-846C-7ED82881B7AA}">
      <dgm:prSet/>
      <dgm:spPr/>
      <dgm:t>
        <a:bodyPr/>
        <a:lstStyle/>
        <a:p>
          <a:endParaRPr lang="en-US"/>
        </a:p>
      </dgm:t>
    </dgm:pt>
    <dgm:pt modelId="{039248C3-7D11-4773-AA06-9430FDC022EB}">
      <dgm:prSet/>
      <dgm:spPr/>
      <dgm:t>
        <a:bodyPr/>
        <a:lstStyle/>
        <a:p>
          <a:r>
            <a:rPr lang="en-US" b="0" i="0" baseline="0"/>
            <a:t>Context of use</a:t>
          </a:r>
          <a:endParaRPr lang="en-US"/>
        </a:p>
      </dgm:t>
    </dgm:pt>
    <dgm:pt modelId="{F811C5D5-4CB8-4776-BB14-F87682E9885B}" type="parTrans" cxnId="{3D5A86EF-E4CF-4BDB-9916-1675C7962332}">
      <dgm:prSet/>
      <dgm:spPr/>
      <dgm:t>
        <a:bodyPr/>
        <a:lstStyle/>
        <a:p>
          <a:endParaRPr lang="en-US"/>
        </a:p>
      </dgm:t>
    </dgm:pt>
    <dgm:pt modelId="{01D4D6DF-3CE3-484F-804F-B9C33917AB05}" type="sibTrans" cxnId="{3D5A86EF-E4CF-4BDB-9916-1675C7962332}">
      <dgm:prSet/>
      <dgm:spPr/>
      <dgm:t>
        <a:bodyPr/>
        <a:lstStyle/>
        <a:p>
          <a:endParaRPr lang="en-US"/>
        </a:p>
      </dgm:t>
    </dgm:pt>
    <dgm:pt modelId="{0939E264-EA37-496C-8EE3-2B58E4196FE0}">
      <dgm:prSet/>
      <dgm:spPr/>
      <dgm:t>
        <a:bodyPr/>
        <a:lstStyle/>
        <a:p>
          <a:r>
            <a:rPr lang="en-US" b="0" i="0" baseline="0"/>
            <a:t>Example solutions:</a:t>
          </a:r>
          <a:endParaRPr lang="en-US"/>
        </a:p>
      </dgm:t>
    </dgm:pt>
    <dgm:pt modelId="{5E677C70-CFF5-45B7-8E39-9FA49F4CFFF5}" type="parTrans" cxnId="{785D8391-9D16-4AA1-A7B1-60CE3346004F}">
      <dgm:prSet/>
      <dgm:spPr/>
      <dgm:t>
        <a:bodyPr/>
        <a:lstStyle/>
        <a:p>
          <a:endParaRPr lang="en-US"/>
        </a:p>
      </dgm:t>
    </dgm:pt>
    <dgm:pt modelId="{86F651B3-1937-411C-81D2-97DE8E3C9614}" type="sibTrans" cxnId="{785D8391-9D16-4AA1-A7B1-60CE3346004F}">
      <dgm:prSet/>
      <dgm:spPr/>
      <dgm:t>
        <a:bodyPr/>
        <a:lstStyle/>
        <a:p>
          <a:endParaRPr lang="en-US"/>
        </a:p>
      </dgm:t>
    </dgm:pt>
    <dgm:pt modelId="{F9783F33-6F6D-40B6-BBB7-2B64A3D67656}">
      <dgm:prSet/>
      <dgm:spPr/>
      <dgm:t>
        <a:bodyPr/>
        <a:lstStyle/>
        <a:p>
          <a:r>
            <a:rPr lang="en-US" b="0" i="0" baseline="0"/>
            <a:t>Photo verification of parking</a:t>
          </a:r>
          <a:endParaRPr lang="en-US"/>
        </a:p>
      </dgm:t>
    </dgm:pt>
    <dgm:pt modelId="{61DC855D-167A-4D22-A184-5B476A866802}" type="parTrans" cxnId="{2096B1E2-10D5-4790-A0DA-F26B81ECB079}">
      <dgm:prSet/>
      <dgm:spPr/>
      <dgm:t>
        <a:bodyPr/>
        <a:lstStyle/>
        <a:p>
          <a:endParaRPr lang="en-US"/>
        </a:p>
      </dgm:t>
    </dgm:pt>
    <dgm:pt modelId="{2433633E-4DB8-451B-8169-65F94A6C506A}" type="sibTrans" cxnId="{2096B1E2-10D5-4790-A0DA-F26B81ECB079}">
      <dgm:prSet/>
      <dgm:spPr/>
      <dgm:t>
        <a:bodyPr/>
        <a:lstStyle/>
        <a:p>
          <a:endParaRPr lang="en-US"/>
        </a:p>
      </dgm:t>
    </dgm:pt>
    <dgm:pt modelId="{564F3E60-ECBB-4150-9794-EC8049F1AF0F}">
      <dgm:prSet/>
      <dgm:spPr/>
      <dgm:t>
        <a:bodyPr/>
        <a:lstStyle/>
        <a:p>
          <a:r>
            <a:rPr lang="en-US" b="0" i="0" baseline="0"/>
            <a:t>Speed limiters</a:t>
          </a:r>
          <a:endParaRPr lang="en-US"/>
        </a:p>
      </dgm:t>
    </dgm:pt>
    <dgm:pt modelId="{130FDF7F-C9D0-42C4-8412-918E7A77BC94}" type="parTrans" cxnId="{E712E2B6-5332-45DE-8016-A00538118ADB}">
      <dgm:prSet/>
      <dgm:spPr/>
      <dgm:t>
        <a:bodyPr/>
        <a:lstStyle/>
        <a:p>
          <a:endParaRPr lang="en-US"/>
        </a:p>
      </dgm:t>
    </dgm:pt>
    <dgm:pt modelId="{7090171F-51B8-4735-AF5D-DA166623AE77}" type="sibTrans" cxnId="{E712E2B6-5332-45DE-8016-A00538118ADB}">
      <dgm:prSet/>
      <dgm:spPr/>
      <dgm:t>
        <a:bodyPr/>
        <a:lstStyle/>
        <a:p>
          <a:endParaRPr lang="en-US"/>
        </a:p>
      </dgm:t>
    </dgm:pt>
    <dgm:pt modelId="{CB7E6DC7-6281-4CED-8510-D9D35551ED96}">
      <dgm:prSet/>
      <dgm:spPr/>
      <dgm:t>
        <a:bodyPr/>
        <a:lstStyle/>
        <a:p>
          <a:r>
            <a:rPr lang="en-US" b="0" i="0" baseline="0"/>
            <a:t>Account suspension for misuse</a:t>
          </a:r>
          <a:endParaRPr lang="en-US"/>
        </a:p>
      </dgm:t>
    </dgm:pt>
    <dgm:pt modelId="{783191B5-AF51-46D4-A6A6-CC634C0C7E18}" type="parTrans" cxnId="{5B06B478-2DD0-42A9-A3CD-C92992CD1F9F}">
      <dgm:prSet/>
      <dgm:spPr/>
      <dgm:t>
        <a:bodyPr/>
        <a:lstStyle/>
        <a:p>
          <a:endParaRPr lang="en-US"/>
        </a:p>
      </dgm:t>
    </dgm:pt>
    <dgm:pt modelId="{E2295634-C4B1-4466-8476-AFA5997896CD}" type="sibTrans" cxnId="{5B06B478-2DD0-42A9-A3CD-C92992CD1F9F}">
      <dgm:prSet/>
      <dgm:spPr/>
      <dgm:t>
        <a:bodyPr/>
        <a:lstStyle/>
        <a:p>
          <a:endParaRPr lang="en-US"/>
        </a:p>
      </dgm:t>
    </dgm:pt>
    <dgm:pt modelId="{F1311F6B-3B72-45F4-B707-4DC511124063}" type="pres">
      <dgm:prSet presAssocID="{5F3DA605-7BB7-4F2D-AA19-8C2C5E7D62A9}" presName="matrix" presStyleCnt="0">
        <dgm:presLayoutVars>
          <dgm:chMax val="1"/>
          <dgm:dir/>
          <dgm:resizeHandles val="exact"/>
        </dgm:presLayoutVars>
      </dgm:prSet>
      <dgm:spPr/>
    </dgm:pt>
    <dgm:pt modelId="{4551E5F5-63E1-4659-8C3E-D5DEA569DF37}" type="pres">
      <dgm:prSet presAssocID="{5F3DA605-7BB7-4F2D-AA19-8C2C5E7D62A9}" presName="diamond" presStyleLbl="bgShp" presStyleIdx="0" presStyleCnt="1"/>
      <dgm:spPr/>
    </dgm:pt>
    <dgm:pt modelId="{8890D841-E415-4B23-83CB-F20B2A7A20DC}" type="pres">
      <dgm:prSet presAssocID="{5F3DA605-7BB7-4F2D-AA19-8C2C5E7D62A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E3D770-A64A-484A-BAC3-E7ADCD2E8C71}" type="pres">
      <dgm:prSet presAssocID="{5F3DA605-7BB7-4F2D-AA19-8C2C5E7D62A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3E63D71-DB89-456C-9DAD-E8DE2705874F}" type="pres">
      <dgm:prSet presAssocID="{5F3DA605-7BB7-4F2D-AA19-8C2C5E7D62A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560879-BEDE-4DDE-B57D-D513C276BB5F}" type="pres">
      <dgm:prSet presAssocID="{5F3DA605-7BB7-4F2D-AA19-8C2C5E7D62A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C816C0E-498A-4526-8A72-0DCDD7386A05}" type="presOf" srcId="{CB7E6DC7-6281-4CED-8510-D9D35551ED96}" destId="{49560879-BEDE-4DDE-B57D-D513C276BB5F}" srcOrd="0" destOrd="3" presId="urn:microsoft.com/office/officeart/2005/8/layout/matrix3"/>
    <dgm:cxn modelId="{C9201417-06EF-4763-8337-80DE989E63E4}" srcId="{4B3D70D8-414B-4120-BCD2-53E45408D26F}" destId="{468C891C-1624-4204-BEE2-30AFAFA3FB4A}" srcOrd="0" destOrd="0" parTransId="{60CB9F0C-4045-4A9F-8B7F-799A8E1C8668}" sibTransId="{991DBD67-A80E-4156-B2CE-0EB3F6F8EDBA}"/>
    <dgm:cxn modelId="{3E588918-3B1E-4ED9-B9D9-9EC6C93636D8}" type="presOf" srcId="{4B3D70D8-414B-4120-BCD2-53E45408D26F}" destId="{A2E3D770-A64A-484A-BAC3-E7ADCD2E8C71}" srcOrd="0" destOrd="0" presId="urn:microsoft.com/office/officeart/2005/8/layout/matrix3"/>
    <dgm:cxn modelId="{49382A1C-69ED-4E41-9690-C4B46118C94A}" type="presOf" srcId="{BD51238F-EB71-4220-9351-22865A471DBA}" destId="{63E63D71-DB89-456C-9DAD-E8DE2705874F}" srcOrd="0" destOrd="0" presId="urn:microsoft.com/office/officeart/2005/8/layout/matrix3"/>
    <dgm:cxn modelId="{B979E45F-47B2-44C8-A2EB-A4E657BD4EC2}" type="presOf" srcId="{F9783F33-6F6D-40B6-BBB7-2B64A3D67656}" destId="{49560879-BEDE-4DDE-B57D-D513C276BB5F}" srcOrd="0" destOrd="1" presId="urn:microsoft.com/office/officeart/2005/8/layout/matrix3"/>
    <dgm:cxn modelId="{B3EFB94D-471F-4ED2-85CE-C2495C6F56E4}" type="presOf" srcId="{468C891C-1624-4204-BEE2-30AFAFA3FB4A}" destId="{A2E3D770-A64A-484A-BAC3-E7ADCD2E8C71}" srcOrd="0" destOrd="1" presId="urn:microsoft.com/office/officeart/2005/8/layout/matrix3"/>
    <dgm:cxn modelId="{59F20E72-61F4-4E93-A264-C3690CAB3927}" type="presOf" srcId="{6320D7E9-041F-42A8-B192-50CE8F9B495F}" destId="{8890D841-E415-4B23-83CB-F20B2A7A20DC}" srcOrd="0" destOrd="0" presId="urn:microsoft.com/office/officeart/2005/8/layout/matrix3"/>
    <dgm:cxn modelId="{CDD65275-B223-471F-9D6D-1F70A5BBF16C}" type="presOf" srcId="{94A45850-4281-433E-AB83-0F5C196A97ED}" destId="{63E63D71-DB89-456C-9DAD-E8DE2705874F}" srcOrd="0" destOrd="2" presId="urn:microsoft.com/office/officeart/2005/8/layout/matrix3"/>
    <dgm:cxn modelId="{5B06B478-2DD0-42A9-A3CD-C92992CD1F9F}" srcId="{0939E264-EA37-496C-8EE3-2B58E4196FE0}" destId="{CB7E6DC7-6281-4CED-8510-D9D35551ED96}" srcOrd="2" destOrd="0" parTransId="{783191B5-AF51-46D4-A6A6-CC634C0C7E18}" sibTransId="{E2295634-C4B1-4466-8476-AFA5997896CD}"/>
    <dgm:cxn modelId="{D277D358-FDED-496B-B03E-C8B24C53290D}" type="presOf" srcId="{5F3DA605-7BB7-4F2D-AA19-8C2C5E7D62A9}" destId="{F1311F6B-3B72-45F4-B707-4DC511124063}" srcOrd="0" destOrd="0" presId="urn:microsoft.com/office/officeart/2005/8/layout/matrix3"/>
    <dgm:cxn modelId="{5AA8E259-5773-4513-AFB7-170CB42670B6}" srcId="{5F3DA605-7BB7-4F2D-AA19-8C2C5E7D62A9}" destId="{4B3D70D8-414B-4120-BCD2-53E45408D26F}" srcOrd="1" destOrd="0" parTransId="{83E2154D-A77E-4115-95E0-5231935FA46F}" sibTransId="{108E3F94-BA0D-4750-A4BF-9D7025E41925}"/>
    <dgm:cxn modelId="{5A158A7A-DA4A-485D-9D60-D3FBF9F12E17}" type="presOf" srcId="{0939E264-EA37-496C-8EE3-2B58E4196FE0}" destId="{49560879-BEDE-4DDE-B57D-D513C276BB5F}" srcOrd="0" destOrd="0" presId="urn:microsoft.com/office/officeart/2005/8/layout/matrix3"/>
    <dgm:cxn modelId="{785D8391-9D16-4AA1-A7B1-60CE3346004F}" srcId="{5F3DA605-7BB7-4F2D-AA19-8C2C5E7D62A9}" destId="{0939E264-EA37-496C-8EE3-2B58E4196FE0}" srcOrd="3" destOrd="0" parTransId="{5E677C70-CFF5-45B7-8E39-9FA49F4CFFF5}" sibTransId="{86F651B3-1937-411C-81D2-97DE8E3C9614}"/>
    <dgm:cxn modelId="{57A5E597-BF92-425B-A19D-E873D70414EE}" srcId="{4B3D70D8-414B-4120-BCD2-53E45408D26F}" destId="{1CFB22E2-187B-4AED-837C-209C0AEFE763}" srcOrd="1" destOrd="0" parTransId="{AF64705A-316F-44B6-86CC-3BB92F5CEE0F}" sibTransId="{8386CF4C-7418-4808-95E1-074F01D37DAE}"/>
    <dgm:cxn modelId="{BEBA10A5-FD39-4EA1-9233-C7604328024A}" srcId="{5F3DA605-7BB7-4F2D-AA19-8C2C5E7D62A9}" destId="{6320D7E9-041F-42A8-B192-50CE8F9B495F}" srcOrd="0" destOrd="0" parTransId="{A3EBBC8C-967D-4C10-AA63-537262903139}" sibTransId="{C1AA328B-C591-4515-856A-4328C4EA3DD9}"/>
    <dgm:cxn modelId="{D6F6B6B4-B2D1-4CA0-BB02-1FA02CCE1C3E}" srcId="{5F3DA605-7BB7-4F2D-AA19-8C2C5E7D62A9}" destId="{BD51238F-EB71-4220-9351-22865A471DBA}" srcOrd="2" destOrd="0" parTransId="{BDE6EB41-63DB-4075-BA0E-6F6D4452AD76}" sibTransId="{22EF3132-E3E1-4638-873C-13F25833D58E}"/>
    <dgm:cxn modelId="{E712E2B6-5332-45DE-8016-A00538118ADB}" srcId="{0939E264-EA37-496C-8EE3-2B58E4196FE0}" destId="{564F3E60-ECBB-4150-9794-EC8049F1AF0F}" srcOrd="1" destOrd="0" parTransId="{130FDF7F-C9D0-42C4-8412-918E7A77BC94}" sibTransId="{7090171F-51B8-4735-AF5D-DA166623AE77}"/>
    <dgm:cxn modelId="{BC4A8ABA-FA0D-4745-A7A0-F1C00E658BB7}" type="presOf" srcId="{564F3E60-ECBB-4150-9794-EC8049F1AF0F}" destId="{49560879-BEDE-4DDE-B57D-D513C276BB5F}" srcOrd="0" destOrd="2" presId="urn:microsoft.com/office/officeart/2005/8/layout/matrix3"/>
    <dgm:cxn modelId="{D7A6A4BB-3394-4D92-80E6-0C6739D34B7D}" type="presOf" srcId="{1CFB22E2-187B-4AED-837C-209C0AEFE763}" destId="{A2E3D770-A64A-484A-BAC3-E7ADCD2E8C71}" srcOrd="0" destOrd="2" presId="urn:microsoft.com/office/officeart/2005/8/layout/matrix3"/>
    <dgm:cxn modelId="{9FE258CA-DE41-446C-A75F-6990B2995E71}" type="presOf" srcId="{039248C3-7D11-4773-AA06-9430FDC022EB}" destId="{63E63D71-DB89-456C-9DAD-E8DE2705874F}" srcOrd="0" destOrd="3" presId="urn:microsoft.com/office/officeart/2005/8/layout/matrix3"/>
    <dgm:cxn modelId="{2096B1E2-10D5-4790-A0DA-F26B81ECB079}" srcId="{0939E264-EA37-496C-8EE3-2B58E4196FE0}" destId="{F9783F33-6F6D-40B6-BBB7-2B64A3D67656}" srcOrd="0" destOrd="0" parTransId="{61DC855D-167A-4D22-A184-5B476A866802}" sibTransId="{2433633E-4DB8-451B-8169-65F94A6C506A}"/>
    <dgm:cxn modelId="{CED844E9-C854-4821-846C-7ED82881B7AA}" srcId="{BD51238F-EB71-4220-9351-22865A471DBA}" destId="{94A45850-4281-433E-AB83-0F5C196A97ED}" srcOrd="1" destOrd="0" parTransId="{143DFAAC-54FD-413E-A5E8-7C9C31193C86}" sibTransId="{A05D640B-DDD9-4D09-87B5-F27E84A0E26B}"/>
    <dgm:cxn modelId="{1F34D6EE-03A8-43D1-8606-F66E6B47C09B}" srcId="{BD51238F-EB71-4220-9351-22865A471DBA}" destId="{FD0FC30C-26CC-49D0-BE2D-02298D858142}" srcOrd="0" destOrd="0" parTransId="{F05197CC-084E-4C6F-AAEC-941C8426C31D}" sibTransId="{AB0B626F-3612-4040-8D76-B574F1BF0B75}"/>
    <dgm:cxn modelId="{3D5A86EF-E4CF-4BDB-9916-1675C7962332}" srcId="{BD51238F-EB71-4220-9351-22865A471DBA}" destId="{039248C3-7D11-4773-AA06-9430FDC022EB}" srcOrd="2" destOrd="0" parTransId="{F811C5D5-4CB8-4776-BB14-F87682E9885B}" sibTransId="{01D4D6DF-3CE3-484F-804F-B9C33917AB05}"/>
    <dgm:cxn modelId="{0BA55BFE-4BD8-4A53-9BB1-D2E5D6B12F4E}" type="presOf" srcId="{FD0FC30C-26CC-49D0-BE2D-02298D858142}" destId="{63E63D71-DB89-456C-9DAD-E8DE2705874F}" srcOrd="0" destOrd="1" presId="urn:microsoft.com/office/officeart/2005/8/layout/matrix3"/>
    <dgm:cxn modelId="{4BF19160-9C75-4D31-9480-3DA8D7CDAC5B}" type="presParOf" srcId="{F1311F6B-3B72-45F4-B707-4DC511124063}" destId="{4551E5F5-63E1-4659-8C3E-D5DEA569DF37}" srcOrd="0" destOrd="0" presId="urn:microsoft.com/office/officeart/2005/8/layout/matrix3"/>
    <dgm:cxn modelId="{DC2DED5F-2427-488E-B688-0F694210F46F}" type="presParOf" srcId="{F1311F6B-3B72-45F4-B707-4DC511124063}" destId="{8890D841-E415-4B23-83CB-F20B2A7A20DC}" srcOrd="1" destOrd="0" presId="urn:microsoft.com/office/officeart/2005/8/layout/matrix3"/>
    <dgm:cxn modelId="{8BCAC5F8-9400-4251-92F7-D62C143424CE}" type="presParOf" srcId="{F1311F6B-3B72-45F4-B707-4DC511124063}" destId="{A2E3D770-A64A-484A-BAC3-E7ADCD2E8C71}" srcOrd="2" destOrd="0" presId="urn:microsoft.com/office/officeart/2005/8/layout/matrix3"/>
    <dgm:cxn modelId="{1403FE5D-3158-40CD-919D-B706C3264299}" type="presParOf" srcId="{F1311F6B-3B72-45F4-B707-4DC511124063}" destId="{63E63D71-DB89-456C-9DAD-E8DE2705874F}" srcOrd="3" destOrd="0" presId="urn:microsoft.com/office/officeart/2005/8/layout/matrix3"/>
    <dgm:cxn modelId="{09EBFE4B-1E84-476F-876A-B370208EA5F6}" type="presParOf" srcId="{F1311F6B-3B72-45F4-B707-4DC511124063}" destId="{49560879-BEDE-4DDE-B57D-D513C276BB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8CF8B-D238-4B2F-9D93-9152644FBA0B}">
      <dsp:nvSpPr>
        <dsp:cNvPr id="0" name=""/>
        <dsp:cNvSpPr/>
      </dsp:nvSpPr>
      <dsp:spPr>
        <a:xfrm>
          <a:off x="275965" y="1098701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53669-A761-4F88-BBCB-E5965EEABE9D}">
      <dsp:nvSpPr>
        <dsp:cNvPr id="0" name=""/>
        <dsp:cNvSpPr/>
      </dsp:nvSpPr>
      <dsp:spPr>
        <a:xfrm>
          <a:off x="563403" y="138614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522D3-7E17-4A6D-B59E-53D69AB1C77F}">
      <dsp:nvSpPr>
        <dsp:cNvPr id="0" name=""/>
        <dsp:cNvSpPr/>
      </dsp:nvSpPr>
      <dsp:spPr>
        <a:xfrm>
          <a:off x="1938026" y="1098701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Investigate issues with the use of data, including cyber safety, security, privacy and ethics</a:t>
          </a:r>
          <a:endParaRPr lang="en-US" sz="2100" kern="1200" dirty="0"/>
        </a:p>
      </dsp:txBody>
      <dsp:txXfrm>
        <a:off x="1938026" y="1098701"/>
        <a:ext cx="3226353" cy="1368756"/>
      </dsp:txXfrm>
    </dsp:sp>
    <dsp:sp modelId="{03DD6566-7E83-467E-B6B7-17654F615BF3}">
      <dsp:nvSpPr>
        <dsp:cNvPr id="0" name=""/>
        <dsp:cNvSpPr/>
      </dsp:nvSpPr>
      <dsp:spPr>
        <a:xfrm>
          <a:off x="5726547" y="1098701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514CA-775D-4709-8E4A-7DDECD545346}">
      <dsp:nvSpPr>
        <dsp:cNvPr id="0" name=""/>
        <dsp:cNvSpPr/>
      </dsp:nvSpPr>
      <dsp:spPr>
        <a:xfrm>
          <a:off x="6013986" y="138614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D6CA2-EB29-4403-9A69-C6AF3CE4D6CB}">
      <dsp:nvSpPr>
        <dsp:cNvPr id="0" name=""/>
        <dsp:cNvSpPr/>
      </dsp:nvSpPr>
      <dsp:spPr>
        <a:xfrm>
          <a:off x="7388608" y="1098701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Investigate data collection and interpretation adhering to privacy and cybersecurity principles, including specify what data is collected, who owns it, and how it will be protected</a:t>
          </a:r>
          <a:endParaRPr lang="en-US" sz="2000" kern="1200" dirty="0"/>
        </a:p>
      </dsp:txBody>
      <dsp:txXfrm>
        <a:off x="7388608" y="1098701"/>
        <a:ext cx="3226353" cy="136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EA6AB-9794-4DE3-B907-CBFB2FA83E0E}">
      <dsp:nvSpPr>
        <dsp:cNvPr id="0" name=""/>
        <dsp:cNvSpPr/>
      </dsp:nvSpPr>
      <dsp:spPr>
        <a:xfrm>
          <a:off x="275965" y="1098701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0D7EC-7CE0-4EF2-85B2-6D7EDF764098}">
      <dsp:nvSpPr>
        <dsp:cNvPr id="0" name=""/>
        <dsp:cNvSpPr/>
      </dsp:nvSpPr>
      <dsp:spPr>
        <a:xfrm>
          <a:off x="563403" y="138614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97D98-0561-4441-9BB5-D36164EE2222}">
      <dsp:nvSpPr>
        <dsp:cNvPr id="0" name=""/>
        <dsp:cNvSpPr/>
      </dsp:nvSpPr>
      <dsp:spPr>
        <a:xfrm>
          <a:off x="1938026" y="1098701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/>
            <a:t>I can analyse </a:t>
          </a:r>
          <a:r>
            <a:rPr lang="en-GB" sz="2200" kern="1200" dirty="0"/>
            <a:t>issues with data use including cyber safety, security, privacy and ethics</a:t>
          </a:r>
          <a:endParaRPr lang="en-US" sz="2200" kern="1200" dirty="0"/>
        </a:p>
      </dsp:txBody>
      <dsp:txXfrm>
        <a:off x="1938026" y="1098701"/>
        <a:ext cx="3226353" cy="1368756"/>
      </dsp:txXfrm>
    </dsp:sp>
    <dsp:sp modelId="{F1D4F30B-62D4-4C8C-B939-569B0FDAC362}">
      <dsp:nvSpPr>
        <dsp:cNvPr id="0" name=""/>
        <dsp:cNvSpPr/>
      </dsp:nvSpPr>
      <dsp:spPr>
        <a:xfrm>
          <a:off x="5726547" y="1098701"/>
          <a:ext cx="1368756" cy="136875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43791-2542-43E8-97AA-7FE2D1F20CF2}">
      <dsp:nvSpPr>
        <dsp:cNvPr id="0" name=""/>
        <dsp:cNvSpPr/>
      </dsp:nvSpPr>
      <dsp:spPr>
        <a:xfrm>
          <a:off x="6013986" y="138614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D6DE9-43EF-42A8-9E8A-DCD503F7C546}">
      <dsp:nvSpPr>
        <dsp:cNvPr id="0" name=""/>
        <dsp:cNvSpPr/>
      </dsp:nvSpPr>
      <dsp:spPr>
        <a:xfrm>
          <a:off x="7388608" y="1098701"/>
          <a:ext cx="3226353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/>
            <a:t>I can explain how </a:t>
          </a:r>
          <a:r>
            <a:rPr lang="en-GB" sz="2200" kern="1200" dirty="0"/>
            <a:t>data is collected, who owns it, and how it will be protected</a:t>
          </a:r>
          <a:endParaRPr lang="en-US" sz="2200" kern="1200" dirty="0"/>
        </a:p>
      </dsp:txBody>
      <dsp:txXfrm>
        <a:off x="7388608" y="1098701"/>
        <a:ext cx="3226353" cy="136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0A45E-9F66-4CE7-9538-0108A9D4761C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83489-0E57-412E-816D-41E589566057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EBAF8-DE08-42FC-B533-31624923F83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Information systems operate within a </a:t>
          </a:r>
          <a:r>
            <a:rPr lang="en-US" sz="2500" b="1" i="0" kern="1200" baseline="0"/>
            <a:t>real-world context</a:t>
          </a:r>
          <a:endParaRPr lang="en-US" sz="2500" kern="1200"/>
        </a:p>
      </dsp:txBody>
      <dsp:txXfrm>
        <a:off x="1686304" y="623"/>
        <a:ext cx="5530111" cy="1460003"/>
      </dsp:txXfrm>
    </dsp:sp>
    <dsp:sp modelId="{623FD6FD-820B-49C7-8611-FEE454B2B896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7C20A-F18A-4722-89C3-8EA2590E22F3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09A883-B50E-403D-A2B7-A87B3CDE9FBF}">
      <dsp:nvSpPr>
        <dsp:cNvPr id="0" name=""/>
        <dsp:cNvSpPr/>
      </dsp:nvSpPr>
      <dsp:spPr>
        <a:xfrm>
          <a:off x="1686304" y="1825628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Successful systems consider:</a:t>
          </a:r>
          <a:endParaRPr lang="en-US" sz="2500" kern="1200"/>
        </a:p>
      </dsp:txBody>
      <dsp:txXfrm>
        <a:off x="1686304" y="1825628"/>
        <a:ext cx="3247387" cy="1460003"/>
      </dsp:txXfrm>
    </dsp:sp>
    <dsp:sp modelId="{3549DA54-6718-4F7E-893F-638C43BD87F8}">
      <dsp:nvSpPr>
        <dsp:cNvPr id="0" name=""/>
        <dsp:cNvSpPr/>
      </dsp:nvSpPr>
      <dsp:spPr>
        <a:xfrm>
          <a:off x="4933691" y="1825628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People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Processes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Technology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Environment</a:t>
          </a:r>
          <a:endParaRPr lang="en-US" sz="1600" kern="1200"/>
        </a:p>
      </dsp:txBody>
      <dsp:txXfrm>
        <a:off x="4933691" y="1825628"/>
        <a:ext cx="2282724" cy="1460003"/>
      </dsp:txXfrm>
    </dsp:sp>
    <dsp:sp modelId="{AB006DC4-C6A9-4CAB-8089-0A9E527B92B2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57FBB-EB58-47BB-AE25-96E50536091C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951B6-E473-4956-9682-B57594097100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Cybersecurity is essential for systems that operate online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B2F9A-D3E8-4FD7-AA15-487FB16A2D64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FB633-A251-48F8-8A33-73A59FF5DB3B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4045E-A5C8-412F-BD4D-03DC805BB055}">
      <dsp:nvSpPr>
        <dsp:cNvPr id="0" name=""/>
        <dsp:cNvSpPr/>
      </dsp:nvSpPr>
      <dsp:spPr>
        <a:xfrm>
          <a:off x="1686304" y="623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 context diagram</a:t>
          </a:r>
          <a:r>
            <a:rPr lang="en-US" sz="2500" b="0" i="0" kern="1200" baseline="0"/>
            <a:t> shows:</a:t>
          </a:r>
          <a:endParaRPr lang="en-US" sz="2500" kern="1200"/>
        </a:p>
      </dsp:txBody>
      <dsp:txXfrm>
        <a:off x="1686304" y="623"/>
        <a:ext cx="3247387" cy="1460003"/>
      </dsp:txXfrm>
    </dsp:sp>
    <dsp:sp modelId="{352D22EB-6AD4-4259-A2D0-2367E940342C}">
      <dsp:nvSpPr>
        <dsp:cNvPr id="0" name=""/>
        <dsp:cNvSpPr/>
      </dsp:nvSpPr>
      <dsp:spPr>
        <a:xfrm>
          <a:off x="4933691" y="623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System components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People and processes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Data and information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External environment</a:t>
          </a:r>
          <a:endParaRPr lang="en-US" sz="1500" kern="1200"/>
        </a:p>
      </dsp:txBody>
      <dsp:txXfrm>
        <a:off x="4933691" y="623"/>
        <a:ext cx="2282724" cy="1460003"/>
      </dsp:txXfrm>
    </dsp:sp>
    <dsp:sp modelId="{CBD01C8C-C9ED-4B7B-8C9E-DF0FCE42B41F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7549A-6D8B-49AA-9D9D-01D1628732CE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C37DF-FE50-4C84-9141-7790068C95F0}">
      <dsp:nvSpPr>
        <dsp:cNvPr id="0" name=""/>
        <dsp:cNvSpPr/>
      </dsp:nvSpPr>
      <dsp:spPr>
        <a:xfrm>
          <a:off x="1686304" y="1825628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Helps identify:</a:t>
          </a:r>
          <a:endParaRPr lang="en-US" sz="2500" kern="1200"/>
        </a:p>
      </dsp:txBody>
      <dsp:txXfrm>
        <a:off x="1686304" y="1825628"/>
        <a:ext cx="3247387" cy="1460003"/>
      </dsp:txXfrm>
    </dsp:sp>
    <dsp:sp modelId="{E823D11F-90EE-41F1-B773-55172240CAE9}">
      <dsp:nvSpPr>
        <dsp:cNvPr id="0" name=""/>
        <dsp:cNvSpPr/>
      </dsp:nvSpPr>
      <dsp:spPr>
        <a:xfrm>
          <a:off x="4933691" y="1825628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What impacts the system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What the system impacts</a:t>
          </a:r>
          <a:endParaRPr lang="en-US" sz="1500" kern="1200"/>
        </a:p>
      </dsp:txBody>
      <dsp:txXfrm>
        <a:off x="4933691" y="1825628"/>
        <a:ext cx="2282724" cy="1460003"/>
      </dsp:txXfrm>
    </dsp:sp>
    <dsp:sp modelId="{7FDC33EF-0665-409F-A8D0-6272E3CD88D5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2EEE7-B023-47A8-85DE-217279A84D1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DBF27-6868-4C5F-A9C8-DD12F26155F0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Used when designing or documenting systems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1DF0A-258D-4AB2-B81F-D12901FDC3DD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283DC-D0BD-4904-B260-0A0B662C4F56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FCDFB-F8A9-4E6B-9401-89CDE80FC310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Systems can have </a:t>
          </a:r>
          <a:r>
            <a:rPr lang="en-US" sz="2500" b="1" i="0" kern="1200" baseline="0"/>
            <a:t>positive and negative social impacts</a:t>
          </a:r>
          <a:endParaRPr lang="en-US" sz="2500" kern="1200"/>
        </a:p>
      </dsp:txBody>
      <dsp:txXfrm>
        <a:off x="1686304" y="623"/>
        <a:ext cx="5530111" cy="1460003"/>
      </dsp:txXfrm>
    </dsp:sp>
    <dsp:sp modelId="{568CED4D-1E0C-4A01-89B2-4E51A020B8FE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EBA69-C38C-4B4D-8CB6-0B2A97B3682E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C1233-CE7F-4992-A205-819289BD32FD}">
      <dsp:nvSpPr>
        <dsp:cNvPr id="0" name=""/>
        <dsp:cNvSpPr/>
      </dsp:nvSpPr>
      <dsp:spPr>
        <a:xfrm>
          <a:off x="1686304" y="1825628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Designers must consider:</a:t>
          </a:r>
          <a:endParaRPr lang="en-US" sz="2500" kern="1200"/>
        </a:p>
      </dsp:txBody>
      <dsp:txXfrm>
        <a:off x="1686304" y="1825628"/>
        <a:ext cx="3247387" cy="1460003"/>
      </dsp:txXfrm>
    </dsp:sp>
    <dsp:sp modelId="{C516C79A-3ADE-457F-8BB5-BF8A01D08074}">
      <dsp:nvSpPr>
        <dsp:cNvPr id="0" name=""/>
        <dsp:cNvSpPr/>
      </dsp:nvSpPr>
      <dsp:spPr>
        <a:xfrm>
          <a:off x="4933691" y="1825628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Privacy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Equity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Accessibility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User trust</a:t>
          </a:r>
          <a:endParaRPr lang="en-US" sz="1500" kern="1200"/>
        </a:p>
      </dsp:txBody>
      <dsp:txXfrm>
        <a:off x="4933691" y="1825628"/>
        <a:ext cx="2282724" cy="1460003"/>
      </dsp:txXfrm>
    </dsp:sp>
    <dsp:sp modelId="{6CF68EAE-CE4D-4A0B-A18C-93A329482FAA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D411F-1C3D-4812-8772-ECEF0935F72D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A0C95-B9F0-48DF-BC35-0AFA8F72B499}">
      <dsp:nvSpPr>
        <dsp:cNvPr id="0" name=""/>
        <dsp:cNvSpPr/>
      </dsp:nvSpPr>
      <dsp:spPr>
        <a:xfrm>
          <a:off x="1686304" y="3650632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Example:</a:t>
          </a:r>
          <a:endParaRPr lang="en-US" sz="2500" kern="1200"/>
        </a:p>
      </dsp:txBody>
      <dsp:txXfrm>
        <a:off x="1686304" y="3650632"/>
        <a:ext cx="3247387" cy="1460003"/>
      </dsp:txXfrm>
    </dsp:sp>
    <dsp:sp modelId="{0F9DC2BA-98A2-4EAC-AA2F-8575D0B368E5}">
      <dsp:nvSpPr>
        <dsp:cNvPr id="0" name=""/>
        <dsp:cNvSpPr/>
      </dsp:nvSpPr>
      <dsp:spPr>
        <a:xfrm>
          <a:off x="4933691" y="3650632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Opal card improves convenience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Anonymous cards reduce privacy concerns</a:t>
          </a:r>
          <a:endParaRPr lang="en-US" sz="1500" kern="1200"/>
        </a:p>
      </dsp:txBody>
      <dsp:txXfrm>
        <a:off x="4933691" y="3650632"/>
        <a:ext cx="2282724" cy="14600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1243F-1B45-49AA-9691-A8219D2C4569}">
      <dsp:nvSpPr>
        <dsp:cNvPr id="0" name=""/>
        <dsp:cNvSpPr/>
      </dsp:nvSpPr>
      <dsp:spPr>
        <a:xfrm>
          <a:off x="0" y="1047005"/>
          <a:ext cx="7216416" cy="1332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074" tIns="374904" rIns="5600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Aboriginal and Torres Strait Islander Peoples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Culturally and linguistically diverse communities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People with disabilities</a:t>
          </a:r>
          <a:endParaRPr lang="en-US" sz="1800" kern="1200"/>
        </a:p>
      </dsp:txBody>
      <dsp:txXfrm>
        <a:off x="0" y="1047005"/>
        <a:ext cx="7216416" cy="1332450"/>
      </dsp:txXfrm>
    </dsp:sp>
    <dsp:sp modelId="{D51FF779-9805-4738-8F71-4955331DFA45}">
      <dsp:nvSpPr>
        <dsp:cNvPr id="0" name=""/>
        <dsp:cNvSpPr/>
      </dsp:nvSpPr>
      <dsp:spPr>
        <a:xfrm>
          <a:off x="360820" y="781324"/>
          <a:ext cx="5051491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34" tIns="0" rIns="1909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Systems must consider diverse user groups:</a:t>
          </a:r>
          <a:endParaRPr lang="en-US" sz="1800" kern="1200"/>
        </a:p>
      </dsp:txBody>
      <dsp:txXfrm>
        <a:off x="386759" y="807263"/>
        <a:ext cx="4999613" cy="479482"/>
      </dsp:txXfrm>
    </dsp:sp>
    <dsp:sp modelId="{6286290B-6190-4E0E-AD4F-33E4C5D70DC3}">
      <dsp:nvSpPr>
        <dsp:cNvPr id="0" name=""/>
        <dsp:cNvSpPr/>
      </dsp:nvSpPr>
      <dsp:spPr>
        <a:xfrm>
          <a:off x="0" y="2742335"/>
          <a:ext cx="7216416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074" tIns="374904" rIns="5600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Avoiding data bias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Accessible design (e.g. W3C standards)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Respecting Indigenous Cultural and Intellectual Property (ICIP)</a:t>
          </a:r>
          <a:endParaRPr lang="en-US" sz="1800" kern="1200"/>
        </a:p>
      </dsp:txBody>
      <dsp:txXfrm>
        <a:off x="0" y="2742335"/>
        <a:ext cx="7216416" cy="1587600"/>
      </dsp:txXfrm>
    </dsp:sp>
    <dsp:sp modelId="{C920F1A5-A2D2-4CCB-BBC5-06CA0653126B}">
      <dsp:nvSpPr>
        <dsp:cNvPr id="0" name=""/>
        <dsp:cNvSpPr/>
      </dsp:nvSpPr>
      <dsp:spPr>
        <a:xfrm>
          <a:off x="360820" y="2476655"/>
          <a:ext cx="5051491" cy="53136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34" tIns="0" rIns="1909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Important considerations:</a:t>
          </a:r>
          <a:endParaRPr lang="en-US" sz="1800" kern="1200"/>
        </a:p>
      </dsp:txBody>
      <dsp:txXfrm>
        <a:off x="386759" y="2502594"/>
        <a:ext cx="4999613" cy="47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A41B0-EE80-447E-8875-E7AC35DA7142}">
      <dsp:nvSpPr>
        <dsp:cNvPr id="0" name=""/>
        <dsp:cNvSpPr/>
      </dsp:nvSpPr>
      <dsp:spPr>
        <a:xfrm>
          <a:off x="1052577" y="0"/>
          <a:ext cx="5111260" cy="511126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2405C-D7B6-4B00-AF8A-1E9CF8D08228}">
      <dsp:nvSpPr>
        <dsp:cNvPr id="0" name=""/>
        <dsp:cNvSpPr/>
      </dsp:nvSpPr>
      <dsp:spPr>
        <a:xfrm>
          <a:off x="1538147" y="485569"/>
          <a:ext cx="1993391" cy="19933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Systems must integrate with: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Existing hardware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Software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Networks</a:t>
          </a:r>
          <a:endParaRPr lang="en-US" sz="1500" kern="1200"/>
        </a:p>
      </dsp:txBody>
      <dsp:txXfrm>
        <a:off x="1635456" y="582878"/>
        <a:ext cx="1798773" cy="1798773"/>
      </dsp:txXfrm>
    </dsp:sp>
    <dsp:sp modelId="{0BBDE1C3-9615-4453-8776-384B6E48FFF8}">
      <dsp:nvSpPr>
        <dsp:cNvPr id="0" name=""/>
        <dsp:cNvSpPr/>
      </dsp:nvSpPr>
      <dsp:spPr>
        <a:xfrm>
          <a:off x="3684876" y="485569"/>
          <a:ext cx="1993391" cy="1993391"/>
        </a:xfrm>
        <a:prstGeom prst="roundRect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must be in compatible formats</a:t>
          </a:r>
          <a:endParaRPr lang="en-US" sz="1900" kern="1200"/>
        </a:p>
      </dsp:txBody>
      <dsp:txXfrm>
        <a:off x="3782185" y="582878"/>
        <a:ext cx="1798773" cy="1798773"/>
      </dsp:txXfrm>
    </dsp:sp>
    <dsp:sp modelId="{EDFF3BCB-DEC7-448D-8006-E3459692E47D}">
      <dsp:nvSpPr>
        <dsp:cNvPr id="0" name=""/>
        <dsp:cNvSpPr/>
      </dsp:nvSpPr>
      <dsp:spPr>
        <a:xfrm>
          <a:off x="1538147" y="2632298"/>
          <a:ext cx="1993391" cy="1993391"/>
        </a:xfrm>
        <a:prstGeom prst="roundRect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Systems often interact with external services</a:t>
          </a:r>
          <a:endParaRPr lang="en-US" sz="1900" kern="1200"/>
        </a:p>
      </dsp:txBody>
      <dsp:txXfrm>
        <a:off x="1635456" y="2729607"/>
        <a:ext cx="1798773" cy="1798773"/>
      </dsp:txXfrm>
    </dsp:sp>
    <dsp:sp modelId="{E3014D23-F5BF-47D7-976C-E7EAE1162569}">
      <dsp:nvSpPr>
        <dsp:cNvPr id="0" name=""/>
        <dsp:cNvSpPr/>
      </dsp:nvSpPr>
      <dsp:spPr>
        <a:xfrm>
          <a:off x="3684876" y="2632298"/>
          <a:ext cx="1993391" cy="1993391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Example: </a:t>
          </a:r>
          <a:r>
            <a:rPr lang="en-US" sz="1900" b="0" i="0" kern="1200" baseline="0" dirty="0"/>
            <a:t>Online stores communicating securely with PayPal</a:t>
          </a:r>
          <a:endParaRPr lang="en-US" sz="1900" kern="1200" dirty="0"/>
        </a:p>
      </dsp:txBody>
      <dsp:txXfrm>
        <a:off x="3782185" y="2729607"/>
        <a:ext cx="1798773" cy="179877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3B87E-280D-4622-8F33-B74FCEB6F91C}">
      <dsp:nvSpPr>
        <dsp:cNvPr id="0" name=""/>
        <dsp:cNvSpPr/>
      </dsp:nvSpPr>
      <dsp:spPr>
        <a:xfrm>
          <a:off x="0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Systems must comply with laws such as: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Privacy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Copyright</a:t>
          </a:r>
          <a:endParaRPr lang="en-US" sz="1700" kern="1200"/>
        </a:p>
      </dsp:txBody>
      <dsp:txXfrm>
        <a:off x="0" y="1420767"/>
        <a:ext cx="3403415" cy="2243317"/>
      </dsp:txXfrm>
    </dsp:sp>
    <dsp:sp modelId="{D9CCAFEE-B323-4CF7-B6C2-EDCFB66EA2D1}">
      <dsp:nvSpPr>
        <dsp:cNvPr id="0" name=""/>
        <dsp:cNvSpPr/>
      </dsp:nvSpPr>
      <dsp:spPr>
        <a:xfrm>
          <a:off x="1140878" y="373886"/>
          <a:ext cx="1121658" cy="112165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05141" y="538149"/>
        <a:ext cx="793132" cy="793132"/>
      </dsp:txXfrm>
    </dsp:sp>
    <dsp:sp modelId="{BD003809-2758-473B-8CE8-56D8D847E998}">
      <dsp:nvSpPr>
        <dsp:cNvPr id="0" name=""/>
        <dsp:cNvSpPr/>
      </dsp:nvSpPr>
      <dsp:spPr>
        <a:xfrm>
          <a:off x="0" y="3738791"/>
          <a:ext cx="3403415" cy="72"/>
        </a:xfrm>
        <a:prstGeom prst="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E3E2-A498-4FA7-9FFC-71F9C09604DC}">
      <dsp:nvSpPr>
        <dsp:cNvPr id="0" name=""/>
        <dsp:cNvSpPr/>
      </dsp:nvSpPr>
      <dsp:spPr>
        <a:xfrm>
          <a:off x="3743756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Personal data must be protected using: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Secure passwords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Encryption</a:t>
          </a:r>
          <a:endParaRPr lang="en-US" sz="1700" kern="1200"/>
        </a:p>
      </dsp:txBody>
      <dsp:txXfrm>
        <a:off x="3743756" y="1420767"/>
        <a:ext cx="3403415" cy="2243317"/>
      </dsp:txXfrm>
    </dsp:sp>
    <dsp:sp modelId="{E5B646D3-69F0-4205-A81C-E18D1CACA533}">
      <dsp:nvSpPr>
        <dsp:cNvPr id="0" name=""/>
        <dsp:cNvSpPr/>
      </dsp:nvSpPr>
      <dsp:spPr>
        <a:xfrm>
          <a:off x="4884635" y="373886"/>
          <a:ext cx="1121658" cy="1121658"/>
        </a:xfrm>
        <a:prstGeom prst="ellips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48898" y="538149"/>
        <a:ext cx="793132" cy="793132"/>
      </dsp:txXfrm>
    </dsp:sp>
    <dsp:sp modelId="{28E530D5-7A07-4865-9213-0305C2A33F07}">
      <dsp:nvSpPr>
        <dsp:cNvPr id="0" name=""/>
        <dsp:cNvSpPr/>
      </dsp:nvSpPr>
      <dsp:spPr>
        <a:xfrm>
          <a:off x="3743756" y="3738791"/>
          <a:ext cx="3403415" cy="72"/>
        </a:xfrm>
        <a:prstGeom prst="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4A7F5-873E-4113-9209-806DC0AE4EB9}">
      <dsp:nvSpPr>
        <dsp:cNvPr id="0" name=""/>
        <dsp:cNvSpPr/>
      </dsp:nvSpPr>
      <dsp:spPr>
        <a:xfrm>
          <a:off x="7487513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Designers must consider whether systems could: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Enable illegal actions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Be misused by users</a:t>
          </a:r>
          <a:endParaRPr lang="en-US" sz="1700" kern="1200"/>
        </a:p>
      </dsp:txBody>
      <dsp:txXfrm>
        <a:off x="7487513" y="1420767"/>
        <a:ext cx="3403415" cy="2243317"/>
      </dsp:txXfrm>
    </dsp:sp>
    <dsp:sp modelId="{B4110BE8-6EC6-4C37-B7A2-D81DD5A36DD1}">
      <dsp:nvSpPr>
        <dsp:cNvPr id="0" name=""/>
        <dsp:cNvSpPr/>
      </dsp:nvSpPr>
      <dsp:spPr>
        <a:xfrm>
          <a:off x="8628391" y="373886"/>
          <a:ext cx="1121658" cy="1121658"/>
        </a:xfrm>
        <a:prstGeom prst="ellips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92654" y="538149"/>
        <a:ext cx="793132" cy="793132"/>
      </dsp:txXfrm>
    </dsp:sp>
    <dsp:sp modelId="{0398498F-9307-48B9-94A2-8220E626E297}">
      <dsp:nvSpPr>
        <dsp:cNvPr id="0" name=""/>
        <dsp:cNvSpPr/>
      </dsp:nvSpPr>
      <dsp:spPr>
        <a:xfrm>
          <a:off x="7487513" y="3738791"/>
          <a:ext cx="3403415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3B87E-280D-4622-8F33-B74FCEB6F91C}">
      <dsp:nvSpPr>
        <dsp:cNvPr id="0" name=""/>
        <dsp:cNvSpPr/>
      </dsp:nvSpPr>
      <dsp:spPr>
        <a:xfrm>
          <a:off x="0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Systems must comply with laws such as: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Privacy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Copyright</a:t>
          </a:r>
          <a:endParaRPr lang="en-US" sz="1700" kern="1200"/>
        </a:p>
      </dsp:txBody>
      <dsp:txXfrm>
        <a:off x="0" y="1420767"/>
        <a:ext cx="3403415" cy="2243317"/>
      </dsp:txXfrm>
    </dsp:sp>
    <dsp:sp modelId="{D9CCAFEE-B323-4CF7-B6C2-EDCFB66EA2D1}">
      <dsp:nvSpPr>
        <dsp:cNvPr id="0" name=""/>
        <dsp:cNvSpPr/>
      </dsp:nvSpPr>
      <dsp:spPr>
        <a:xfrm>
          <a:off x="1140878" y="373886"/>
          <a:ext cx="1121658" cy="112165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05141" y="538149"/>
        <a:ext cx="793132" cy="793132"/>
      </dsp:txXfrm>
    </dsp:sp>
    <dsp:sp modelId="{BD003809-2758-473B-8CE8-56D8D847E998}">
      <dsp:nvSpPr>
        <dsp:cNvPr id="0" name=""/>
        <dsp:cNvSpPr/>
      </dsp:nvSpPr>
      <dsp:spPr>
        <a:xfrm>
          <a:off x="0" y="3738791"/>
          <a:ext cx="3403415" cy="72"/>
        </a:xfrm>
        <a:prstGeom prst="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E3E2-A498-4FA7-9FFC-71F9C09604DC}">
      <dsp:nvSpPr>
        <dsp:cNvPr id="0" name=""/>
        <dsp:cNvSpPr/>
      </dsp:nvSpPr>
      <dsp:spPr>
        <a:xfrm>
          <a:off x="3743756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Personal data must be protected using: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Secure passwords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Encryption</a:t>
          </a:r>
          <a:endParaRPr lang="en-US" sz="1700" kern="1200"/>
        </a:p>
      </dsp:txBody>
      <dsp:txXfrm>
        <a:off x="3743756" y="1420767"/>
        <a:ext cx="3403415" cy="2243317"/>
      </dsp:txXfrm>
    </dsp:sp>
    <dsp:sp modelId="{E5B646D3-69F0-4205-A81C-E18D1CACA533}">
      <dsp:nvSpPr>
        <dsp:cNvPr id="0" name=""/>
        <dsp:cNvSpPr/>
      </dsp:nvSpPr>
      <dsp:spPr>
        <a:xfrm>
          <a:off x="4884635" y="373886"/>
          <a:ext cx="1121658" cy="1121658"/>
        </a:xfrm>
        <a:prstGeom prst="ellips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48898" y="538149"/>
        <a:ext cx="793132" cy="793132"/>
      </dsp:txXfrm>
    </dsp:sp>
    <dsp:sp modelId="{28E530D5-7A07-4865-9213-0305C2A33F07}">
      <dsp:nvSpPr>
        <dsp:cNvPr id="0" name=""/>
        <dsp:cNvSpPr/>
      </dsp:nvSpPr>
      <dsp:spPr>
        <a:xfrm>
          <a:off x="3743756" y="3738791"/>
          <a:ext cx="3403415" cy="72"/>
        </a:xfrm>
        <a:prstGeom prst="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4A7F5-873E-4113-9209-806DC0AE4EB9}">
      <dsp:nvSpPr>
        <dsp:cNvPr id="0" name=""/>
        <dsp:cNvSpPr/>
      </dsp:nvSpPr>
      <dsp:spPr>
        <a:xfrm>
          <a:off x="7487513" y="0"/>
          <a:ext cx="3403415" cy="3738863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Designers must consider whether systems could: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Enable illegal actions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Be misused by users</a:t>
          </a:r>
          <a:endParaRPr lang="en-US" sz="1700" kern="1200"/>
        </a:p>
      </dsp:txBody>
      <dsp:txXfrm>
        <a:off x="7487513" y="1420767"/>
        <a:ext cx="3403415" cy="2243317"/>
      </dsp:txXfrm>
    </dsp:sp>
    <dsp:sp modelId="{B4110BE8-6EC6-4C37-B7A2-D81DD5A36DD1}">
      <dsp:nvSpPr>
        <dsp:cNvPr id="0" name=""/>
        <dsp:cNvSpPr/>
      </dsp:nvSpPr>
      <dsp:spPr>
        <a:xfrm>
          <a:off x="8628391" y="373886"/>
          <a:ext cx="1121658" cy="1121658"/>
        </a:xfrm>
        <a:prstGeom prst="ellips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92654" y="538149"/>
        <a:ext cx="793132" cy="793132"/>
      </dsp:txXfrm>
    </dsp:sp>
    <dsp:sp modelId="{0398498F-9307-48B9-94A2-8220E626E297}">
      <dsp:nvSpPr>
        <dsp:cNvPr id="0" name=""/>
        <dsp:cNvSpPr/>
      </dsp:nvSpPr>
      <dsp:spPr>
        <a:xfrm>
          <a:off x="7487513" y="3738791"/>
          <a:ext cx="3403415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532CD-4A03-41F6-B561-BA47DADE0094}">
      <dsp:nvSpPr>
        <dsp:cNvPr id="0" name=""/>
        <dsp:cNvSpPr/>
      </dsp:nvSpPr>
      <dsp:spPr>
        <a:xfrm>
          <a:off x="0" y="0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Confidentiality</a:t>
          </a:r>
          <a:r>
            <a:rPr lang="en-US" sz="2400" b="0" i="0" kern="1200" baseline="0"/>
            <a:t>: protect sensitive data</a:t>
          </a:r>
          <a:endParaRPr lang="en-US" sz="2400" kern="1200"/>
        </a:p>
      </dsp:txBody>
      <dsp:txXfrm>
        <a:off x="24092" y="24092"/>
        <a:ext cx="7755640" cy="774366"/>
      </dsp:txXfrm>
    </dsp:sp>
    <dsp:sp modelId="{910BCA9F-847B-45A9-8583-FCCA9D1BC13D}">
      <dsp:nvSpPr>
        <dsp:cNvPr id="0" name=""/>
        <dsp:cNvSpPr/>
      </dsp:nvSpPr>
      <dsp:spPr>
        <a:xfrm>
          <a:off x="729692" y="972105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Integrity</a:t>
          </a:r>
          <a:r>
            <a:rPr lang="en-US" sz="2400" b="0" i="0" kern="1200" baseline="0"/>
            <a:t>: ensure data is accurate and not altered</a:t>
          </a:r>
          <a:endParaRPr lang="en-US" sz="2400" kern="1200"/>
        </a:p>
      </dsp:txBody>
      <dsp:txXfrm>
        <a:off x="753784" y="996197"/>
        <a:ext cx="7400208" cy="774366"/>
      </dsp:txXfrm>
    </dsp:sp>
    <dsp:sp modelId="{23379320-4B76-42EF-B146-DB5AC1595ABA}">
      <dsp:nvSpPr>
        <dsp:cNvPr id="0" name=""/>
        <dsp:cNvSpPr/>
      </dsp:nvSpPr>
      <dsp:spPr>
        <a:xfrm>
          <a:off x="1448493" y="1944211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Availability</a:t>
          </a:r>
          <a:r>
            <a:rPr lang="en-US" sz="2400" b="0" i="0" kern="1200" baseline="0"/>
            <a:t>: systems accessible when needed</a:t>
          </a:r>
          <a:endParaRPr lang="en-US" sz="2400" kern="1200"/>
        </a:p>
      </dsp:txBody>
      <dsp:txXfrm>
        <a:off x="1472585" y="1968303"/>
        <a:ext cx="7411099" cy="774366"/>
      </dsp:txXfrm>
    </dsp:sp>
    <dsp:sp modelId="{D8439AA2-33E0-46D6-B62B-A52DC32D9535}">
      <dsp:nvSpPr>
        <dsp:cNvPr id="0" name=""/>
        <dsp:cNvSpPr/>
      </dsp:nvSpPr>
      <dsp:spPr>
        <a:xfrm>
          <a:off x="2178185" y="2916317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These principles form the foundation of cybersecurity</a:t>
          </a:r>
          <a:endParaRPr lang="en-US" sz="2400" kern="1200"/>
        </a:p>
      </dsp:txBody>
      <dsp:txXfrm>
        <a:off x="2202277" y="2940409"/>
        <a:ext cx="7400208" cy="774366"/>
      </dsp:txXfrm>
    </dsp:sp>
    <dsp:sp modelId="{9ED205EB-F8EF-4BAC-813C-85870896DFC1}">
      <dsp:nvSpPr>
        <dsp:cNvPr id="0" name=""/>
        <dsp:cNvSpPr/>
      </dsp:nvSpPr>
      <dsp:spPr>
        <a:xfrm>
          <a:off x="8178085" y="629999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98383" y="629999"/>
        <a:ext cx="294062" cy="402330"/>
      </dsp:txXfrm>
    </dsp:sp>
    <dsp:sp modelId="{9F0499B2-633B-44F8-BF8B-B77977A3BBF2}">
      <dsp:nvSpPr>
        <dsp:cNvPr id="0" name=""/>
        <dsp:cNvSpPr/>
      </dsp:nvSpPr>
      <dsp:spPr>
        <a:xfrm>
          <a:off x="8907777" y="1602104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28075" y="1602104"/>
        <a:ext cx="294062" cy="402330"/>
      </dsp:txXfrm>
    </dsp:sp>
    <dsp:sp modelId="{4B2E6ED0-CA60-41BF-A9AB-B5F74D74830B}">
      <dsp:nvSpPr>
        <dsp:cNvPr id="0" name=""/>
        <dsp:cNvSpPr/>
      </dsp:nvSpPr>
      <dsp:spPr>
        <a:xfrm>
          <a:off x="9626578" y="2574210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46876" y="2574210"/>
        <a:ext cx="294062" cy="4023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A1277-7D9A-48FC-901E-06C7C5F4F599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737CF-05F9-450F-9F4D-7E5A1CD12898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BED56-547B-4DFA-AEC3-C48CDC59A868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Authentication</a:t>
          </a:r>
          <a:r>
            <a:rPr lang="en-US" sz="2200" b="0" i="0" kern="1200" baseline="0"/>
            <a:t>: verifies who the user is</a:t>
          </a:r>
          <a:endParaRPr lang="en-US" sz="2200" kern="1200"/>
        </a:p>
      </dsp:txBody>
      <dsp:txXfrm>
        <a:off x="1241811" y="2121"/>
        <a:ext cx="5974604" cy="1075161"/>
      </dsp:txXfrm>
    </dsp:sp>
    <dsp:sp modelId="{E26E75FB-CBE8-4504-9A10-1166B07D5E88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7438A-61E7-4D21-BD93-706339D50544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C23C2-9E52-4D7B-9257-23BB62AE422B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Authorisation</a:t>
          </a:r>
          <a:r>
            <a:rPr lang="en-US" sz="2200" b="0" i="0" kern="1200" baseline="0"/>
            <a:t>: controls what users can access</a:t>
          </a:r>
          <a:endParaRPr lang="en-US" sz="2200" kern="1200"/>
        </a:p>
      </dsp:txBody>
      <dsp:txXfrm>
        <a:off x="1241811" y="1346073"/>
        <a:ext cx="5974604" cy="1075161"/>
      </dsp:txXfrm>
    </dsp:sp>
    <dsp:sp modelId="{0C5D1C7C-05EE-4908-8C76-B067007B2347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20DE7-5424-4E1C-8859-79270C8313BC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A88A6-7307-4451-9115-00FD5E2F8475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Accountability</a:t>
          </a:r>
          <a:r>
            <a:rPr lang="en-US" sz="2200" b="0" i="0" kern="1200" baseline="0"/>
            <a:t>: records user actions</a:t>
          </a:r>
          <a:endParaRPr lang="en-US" sz="2200" kern="1200"/>
        </a:p>
      </dsp:txBody>
      <dsp:txXfrm>
        <a:off x="1241811" y="2690025"/>
        <a:ext cx="5974604" cy="1075161"/>
      </dsp:txXfrm>
    </dsp:sp>
    <dsp:sp modelId="{3B475A0B-947B-4F17-9F2C-88FAF3291552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C04AC1-3DA7-455F-8FD8-870AE6330766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CCD67-86F9-43AD-9797-BBB53C608AE2}">
      <dsp:nvSpPr>
        <dsp:cNvPr id="0" name=""/>
        <dsp:cNvSpPr/>
      </dsp:nvSpPr>
      <dsp:spPr>
        <a:xfrm>
          <a:off x="1241811" y="4033977"/>
          <a:ext cx="324738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Implemented using:</a:t>
          </a:r>
          <a:endParaRPr lang="en-US" sz="2200" kern="1200"/>
        </a:p>
      </dsp:txBody>
      <dsp:txXfrm>
        <a:off x="1241811" y="4033977"/>
        <a:ext cx="3247387" cy="1075161"/>
      </dsp:txXfrm>
    </dsp:sp>
    <dsp:sp modelId="{030E79B6-4F46-4A3A-9CBF-187AD7477B1B}">
      <dsp:nvSpPr>
        <dsp:cNvPr id="0" name=""/>
        <dsp:cNvSpPr/>
      </dsp:nvSpPr>
      <dsp:spPr>
        <a:xfrm>
          <a:off x="4489198" y="4033977"/>
          <a:ext cx="2727217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Passwords and biometrics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Permissions and roles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Logs and monitoring</a:t>
          </a:r>
          <a:endParaRPr lang="en-US" sz="1500" kern="1200"/>
        </a:p>
      </dsp:txBody>
      <dsp:txXfrm>
        <a:off x="4489198" y="4033977"/>
        <a:ext cx="2727217" cy="107516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1E5F5-63E1-4659-8C3E-D5DEA569DF37}">
      <dsp:nvSpPr>
        <dsp:cNvPr id="0" name=""/>
        <dsp:cNvSpPr/>
      </dsp:nvSpPr>
      <dsp:spPr>
        <a:xfrm>
          <a:off x="1052577" y="0"/>
          <a:ext cx="5111260" cy="511126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0D841-E415-4B23-83CB-F20B2A7A20DC}">
      <dsp:nvSpPr>
        <dsp:cNvPr id="0" name=""/>
        <dsp:cNvSpPr/>
      </dsp:nvSpPr>
      <dsp:spPr>
        <a:xfrm>
          <a:off x="1538147" y="485569"/>
          <a:ext cx="1993391" cy="19933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 mobile apps, GPS, QR codes and payment systems</a:t>
          </a:r>
          <a:endParaRPr lang="en-US" sz="1700" kern="1200"/>
        </a:p>
      </dsp:txBody>
      <dsp:txXfrm>
        <a:off x="1635456" y="582878"/>
        <a:ext cx="1798773" cy="1798773"/>
      </dsp:txXfrm>
    </dsp:sp>
    <dsp:sp modelId="{A2E3D770-A64A-484A-BAC3-E7ADCD2E8C71}">
      <dsp:nvSpPr>
        <dsp:cNvPr id="0" name=""/>
        <dsp:cNvSpPr/>
      </dsp:nvSpPr>
      <dsp:spPr>
        <a:xfrm>
          <a:off x="3684876" y="485569"/>
          <a:ext cx="1993391" cy="19933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Benefits: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Low-cost transport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Environmental advantages</a:t>
          </a:r>
          <a:endParaRPr lang="en-US" sz="1300" kern="1200"/>
        </a:p>
      </dsp:txBody>
      <dsp:txXfrm>
        <a:off x="3782185" y="582878"/>
        <a:ext cx="1798773" cy="1798773"/>
      </dsp:txXfrm>
    </dsp:sp>
    <dsp:sp modelId="{63E63D71-DB89-456C-9DAD-E8DE2705874F}">
      <dsp:nvSpPr>
        <dsp:cNvPr id="0" name=""/>
        <dsp:cNvSpPr/>
      </dsp:nvSpPr>
      <dsp:spPr>
        <a:xfrm>
          <a:off x="1538147" y="2632298"/>
          <a:ext cx="1993391" cy="199339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Challenges: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User behaviour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Legal restrictions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Context of use</a:t>
          </a:r>
          <a:endParaRPr lang="en-US" sz="1300" kern="1200"/>
        </a:p>
      </dsp:txBody>
      <dsp:txXfrm>
        <a:off x="1635456" y="2729607"/>
        <a:ext cx="1798773" cy="1798773"/>
      </dsp:txXfrm>
    </dsp:sp>
    <dsp:sp modelId="{49560879-BEDE-4DDE-B57D-D513C276BB5F}">
      <dsp:nvSpPr>
        <dsp:cNvPr id="0" name=""/>
        <dsp:cNvSpPr/>
      </dsp:nvSpPr>
      <dsp:spPr>
        <a:xfrm>
          <a:off x="3684876" y="2632298"/>
          <a:ext cx="1993391" cy="199339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Example solutions: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Photo verification of parking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Speed limiters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baseline="0"/>
            <a:t>Account suspension for misuse</a:t>
          </a:r>
          <a:endParaRPr lang="en-US" sz="1300" kern="1200"/>
        </a:p>
      </dsp:txBody>
      <dsp:txXfrm>
        <a:off x="3782185" y="2729607"/>
        <a:ext cx="1798773" cy="1798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4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9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0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7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9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0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7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96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4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diagramLayout" Target="../diagrams/layout8.xml"/><Relationship Id="rId7" Type="http://schemas.openxmlformats.org/officeDocument/2006/relationships/image" Target="../media/image2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diagramLayout" Target="../diagrams/layout9.xml"/><Relationship Id="rId7" Type="http://schemas.openxmlformats.org/officeDocument/2006/relationships/image" Target="../media/image2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diagramLayout" Target="../diagrams/layout10.xml"/><Relationship Id="rId7" Type="http://schemas.openxmlformats.org/officeDocument/2006/relationships/image" Target="../media/image2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diagramLayout" Target="../diagrams/layout11.xml"/><Relationship Id="rId7" Type="http://schemas.openxmlformats.org/officeDocument/2006/relationships/image" Target="../media/image24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adlock on computer motherboard">
            <a:extLst>
              <a:ext uri="{FF2B5EF4-FFF2-40B4-BE49-F238E27FC236}">
                <a16:creationId xmlns:a16="http://schemas.microsoft.com/office/drawing/2014/main" id="{7FB49EC3-917A-00C8-E7B0-68CB84F5EB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F67FFA-F7FB-C3D6-F965-961DD2708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AU" sz="6000">
                <a:solidFill>
                  <a:srgbClr val="FFFFFF"/>
                </a:solidFill>
              </a:rPr>
              <a:t>Issues and Cybersecurity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A4C6F-DD58-84EC-A168-CB0D68732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Year 9 Computing Technology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718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A480-1837-C5AD-1484-7BCCBF82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Learning Intention</a:t>
            </a:r>
            <a:endParaRPr lang="en-AU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BB100A5-6D22-5E01-C723-A7F145C49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674958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616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ADCC-90CD-0449-D28F-86EF629F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0879BD-D0FB-F7EC-EAFC-D7C1A5DC6B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65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7127E-9C3C-9048-64E6-6963A0F3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GB" sz="3300"/>
              <a:t>Information Systems – Considerations and Cybersecurity</a:t>
            </a:r>
            <a:endParaRPr lang="en-AU" sz="33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D922B34-0AF2-0115-E5CC-F980940A5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48164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53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E1AF3-396B-5B4C-E4F3-0867FC5B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600" dirty="0"/>
              <a:t>Information System Context Diagrams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9A39536-CA08-CB79-F864-F1450A53E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53042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174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AF4E-7B3F-09BA-E1AC-9D4F381B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9869-46C0-4951-2D90-069F4FC5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90620"/>
            <a:ext cx="3869099" cy="4160520"/>
          </a:xfrm>
        </p:spPr>
        <p:txBody>
          <a:bodyPr anchor="t">
            <a:normAutofit/>
          </a:bodyPr>
          <a:lstStyle/>
          <a:p>
            <a:r>
              <a:rPr lang="en-AU" sz="3600" dirty="0"/>
              <a:t>Data Flow Diagram / Context Diagram (Level 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D57B21-E297-316A-376D-63A61EFEFA1F}"/>
              </a:ext>
            </a:extLst>
          </p:cNvPr>
          <p:cNvSpPr/>
          <p:nvPr/>
        </p:nvSpPr>
        <p:spPr>
          <a:xfrm>
            <a:off x="640080" y="3543025"/>
            <a:ext cx="1570535" cy="157053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68F299-52C4-67F4-5BE1-C0C408B231A7}"/>
              </a:ext>
            </a:extLst>
          </p:cNvPr>
          <p:cNvSpPr/>
          <p:nvPr/>
        </p:nvSpPr>
        <p:spPr>
          <a:xfrm>
            <a:off x="2512856" y="3689608"/>
            <a:ext cx="1277368" cy="12773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External Entity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AC2556-4C8D-6BB8-EBF5-956919A9E96B}"/>
              </a:ext>
            </a:extLst>
          </p:cNvPr>
          <p:cNvCxnSpPr/>
          <p:nvPr/>
        </p:nvCxnSpPr>
        <p:spPr>
          <a:xfrm>
            <a:off x="958194" y="5807486"/>
            <a:ext cx="2682473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1E8A308-4920-D9CD-0212-4920B91033CC}"/>
              </a:ext>
            </a:extLst>
          </p:cNvPr>
          <p:cNvSpPr txBox="1"/>
          <p:nvPr/>
        </p:nvSpPr>
        <p:spPr>
          <a:xfrm>
            <a:off x="1679244" y="5832226"/>
            <a:ext cx="132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Data Flow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2CCFF1C-258B-7BFC-8D3B-49A60DBB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660" y="1898403"/>
            <a:ext cx="7550944" cy="306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3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2CB-BD3E-029F-9D92-F55AA410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8581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AU" dirty="0"/>
              <a:t>Data Flow Diagram </a:t>
            </a:r>
            <a:br>
              <a:rPr lang="en-AU" dirty="0"/>
            </a:br>
            <a:r>
              <a:rPr lang="en-AU" dirty="0"/>
              <a:t>(Level 1)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33732E-8CD1-C726-1FDF-53E709AA3831}"/>
              </a:ext>
            </a:extLst>
          </p:cNvPr>
          <p:cNvSpPr/>
          <p:nvPr/>
        </p:nvSpPr>
        <p:spPr>
          <a:xfrm>
            <a:off x="640080" y="3543025"/>
            <a:ext cx="1570535" cy="157053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D9F55-6304-AA06-D895-BFED0BFF53E1}"/>
              </a:ext>
            </a:extLst>
          </p:cNvPr>
          <p:cNvSpPr/>
          <p:nvPr/>
        </p:nvSpPr>
        <p:spPr>
          <a:xfrm>
            <a:off x="2512856" y="3689608"/>
            <a:ext cx="1277368" cy="12773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External Entity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D2734A-CB3B-4F8E-B9E6-D4487B1B85DE}"/>
              </a:ext>
            </a:extLst>
          </p:cNvPr>
          <p:cNvCxnSpPr/>
          <p:nvPr/>
        </p:nvCxnSpPr>
        <p:spPr>
          <a:xfrm>
            <a:off x="958194" y="5807486"/>
            <a:ext cx="2682473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1A5548-C249-DE72-493E-F376A2BA9AF9}"/>
              </a:ext>
            </a:extLst>
          </p:cNvPr>
          <p:cNvSpPr txBox="1"/>
          <p:nvPr/>
        </p:nvSpPr>
        <p:spPr>
          <a:xfrm>
            <a:off x="1679244" y="5832226"/>
            <a:ext cx="132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Data 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6C9C1-EDC3-68FD-ED89-77A6F1718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913" y="595598"/>
            <a:ext cx="6439215" cy="55399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DC327F-33BF-D5F5-A224-9A7B5CB0344A}"/>
              </a:ext>
            </a:extLst>
          </p:cNvPr>
          <p:cNvSpPr/>
          <p:nvPr/>
        </p:nvSpPr>
        <p:spPr>
          <a:xfrm>
            <a:off x="2498896" y="2864439"/>
            <a:ext cx="1277369" cy="76089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Data Store</a:t>
            </a:r>
          </a:p>
        </p:txBody>
      </p:sp>
    </p:spTree>
    <p:extLst>
      <p:ext uri="{BB962C8B-B14F-4D97-AF65-F5344CB8AC3E}">
        <p14:creationId xmlns:p14="http://schemas.microsoft.com/office/powerpoint/2010/main" val="39737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B8AC9-6439-30D2-106B-1C923A48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300"/>
              <a:t>Sociological Considerations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4D8633A-16CA-608E-DB73-FA8EC2912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0890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703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07B2-A0A3-7A4F-8C7F-96ADADFE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600"/>
              <a:t>Inclusive and Ethical Design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C3C6274-977F-F65F-E8A6-F8F0189A4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05801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40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0493A-6A84-B753-1E95-2ECBDAE4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300"/>
              <a:t>Technical Considerations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112C03BB-748F-C48D-45FD-D2B6AA3CC1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7128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01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CADC4-F5CB-027D-0A7D-D031DC7A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AU" dirty="0"/>
              <a:t>Legal Considerations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87A8772-0FB2-E9AF-CBE6-5FF81DFB2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87294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0A55615-1273-94DE-0BFE-37218DB8FC6D}"/>
              </a:ext>
            </a:extLst>
          </p:cNvPr>
          <p:cNvSpPr txBox="1"/>
          <p:nvPr/>
        </p:nvSpPr>
        <p:spPr>
          <a:xfrm>
            <a:off x="5553874" y="75835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FF0000"/>
                </a:solidFill>
                <a:effectLst/>
              </a:rPr>
              <a:t>Copyright: </a:t>
            </a:r>
            <a:r>
              <a:rPr lang="en-GB" b="0" i="0" dirty="0">
                <a:solidFill>
                  <a:srgbClr val="FF0000"/>
                </a:solidFill>
                <a:effectLst/>
              </a:rPr>
              <a:t>The protection provided to the creators of original works and makers of sound recordings and films, that offers a legal framework for the control and reproduction or transmission of their literary, dramatic, artistic or musical works.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22" name="Graphic 21" descr="Quill with solid fill">
            <a:extLst>
              <a:ext uri="{FF2B5EF4-FFF2-40B4-BE49-F238E27FC236}">
                <a16:creationId xmlns:a16="http://schemas.microsoft.com/office/drawing/2014/main" id="{C24E929D-A80C-DF06-07CD-C4C00C5BC0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8562" y="293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4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F71F-259C-3914-4630-775839A6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61F7-9427-269F-B5E8-938E3FDA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AU" dirty="0"/>
              <a:t>Legal Considerations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C3859B5-7617-0E3C-1F02-1C54BC7368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Graphic 21" descr="Quill with solid fill">
            <a:extLst>
              <a:ext uri="{FF2B5EF4-FFF2-40B4-BE49-F238E27FC236}">
                <a16:creationId xmlns:a16="http://schemas.microsoft.com/office/drawing/2014/main" id="{98004B66-DC0C-CE51-FDB9-CE863C2EB1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2408" y="928115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96592-5FB1-65C0-77B3-BF1556AA0E49}"/>
              </a:ext>
            </a:extLst>
          </p:cNvPr>
          <p:cNvSpPr txBox="1"/>
          <p:nvPr/>
        </p:nvSpPr>
        <p:spPr>
          <a:xfrm>
            <a:off x="5892208" y="114341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FF0000"/>
                </a:solidFill>
                <a:effectLst/>
              </a:rPr>
              <a:t>Information privacy </a:t>
            </a:r>
            <a:r>
              <a:rPr lang="en-GB" b="0" i="0" dirty="0">
                <a:solidFill>
                  <a:srgbClr val="FF0000"/>
                </a:solidFill>
                <a:effectLst/>
              </a:rPr>
              <a:t>involves the establishment of rules governing the collection and handling of personal data such as credit information, and medical and government records. It is also known as ‘data protection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0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AF432-8D25-ACF5-45AC-635A4FC6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AU"/>
              <a:t>Cybersecurity Principles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705DFCEB-CA64-6334-9F4A-847434DD0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975939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5B3F18-6205-F468-F40F-17962861D444}"/>
              </a:ext>
            </a:extLst>
          </p:cNvPr>
          <p:cNvSpPr txBox="1"/>
          <p:nvPr/>
        </p:nvSpPr>
        <p:spPr>
          <a:xfrm>
            <a:off x="6531095" y="1380850"/>
            <a:ext cx="4863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b="1" dirty="0">
                <a:solidFill>
                  <a:srgbClr val="FF0000"/>
                </a:solidFill>
              </a:rPr>
              <a:t>Cybersecurity: </a:t>
            </a:r>
            <a:r>
              <a:rPr lang="en-GB" dirty="0">
                <a:solidFill>
                  <a:srgbClr val="FF0000"/>
                </a:solidFill>
              </a:rPr>
              <a:t>the protection of information technology elements, including hardware and software, data or network services.</a:t>
            </a:r>
            <a:endParaRPr lang="en-GB" sz="2000" b="0" i="0" dirty="0">
              <a:solidFill>
                <a:srgbClr val="FF0000"/>
              </a:solidFill>
              <a:effectLst/>
            </a:endParaRPr>
          </a:p>
        </p:txBody>
      </p:sp>
      <p:pic>
        <p:nvPicPr>
          <p:cNvPr id="5" name="Graphic 4" descr="Quill with solid fill">
            <a:extLst>
              <a:ext uri="{FF2B5EF4-FFF2-40B4-BE49-F238E27FC236}">
                <a16:creationId xmlns:a16="http://schemas.microsoft.com/office/drawing/2014/main" id="{47C31207-9853-8741-EFAF-99C6AD3C2C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37805" y="8334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47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83C98-D845-E7FA-3BAA-2D63BE12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300" dirty="0"/>
              <a:t>Authentication, Authorisation and Accountability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743A776-4D4B-8826-E4EB-EB8A1D038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83737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F078CE-4FB2-B4CA-B683-7D663223A8AC}"/>
              </a:ext>
            </a:extLst>
          </p:cNvPr>
          <p:cNvSpPr txBox="1"/>
          <p:nvPr/>
        </p:nvSpPr>
        <p:spPr>
          <a:xfrm>
            <a:off x="133658" y="3972396"/>
            <a:ext cx="37321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FF0000"/>
                </a:solidFill>
                <a:effectLst/>
              </a:rPr>
              <a:t>Authentication </a:t>
            </a:r>
            <a:r>
              <a:rPr lang="en-GB" i="0" dirty="0">
                <a:solidFill>
                  <a:srgbClr val="FF0000"/>
                </a:solidFill>
                <a:effectLst/>
              </a:rPr>
              <a:t>is the process of verifying who a user is, while </a:t>
            </a:r>
            <a:r>
              <a:rPr lang="en-GB" b="1" i="0" dirty="0">
                <a:solidFill>
                  <a:srgbClr val="FF0000"/>
                </a:solidFill>
                <a:effectLst/>
              </a:rPr>
              <a:t>authorisation</a:t>
            </a:r>
            <a:r>
              <a:rPr lang="en-GB" i="0" dirty="0">
                <a:solidFill>
                  <a:srgbClr val="FF0000"/>
                </a:solidFill>
                <a:effectLst/>
              </a:rPr>
              <a:t> is the process of verifying what they have access to.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7" name="Graphic 6" descr="Quill with solid fill">
            <a:extLst>
              <a:ext uri="{FF2B5EF4-FFF2-40B4-BE49-F238E27FC236}">
                <a16:creationId xmlns:a16="http://schemas.microsoft.com/office/drawing/2014/main" id="{9C47308A-64BD-DD42-9E84-E7088F17D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96022" y="37522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79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22815-3783-64D0-AA3D-CF53938A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GB" sz="3600"/>
              <a:t>Case Study – Shared E-Scooter System</a:t>
            </a:r>
            <a:endParaRPr lang="en-AU" sz="3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33D6F997-F287-E80B-013B-2574C8979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70142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495986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165B216B35044D9EADD54BFB9FA5BE" ma:contentTypeVersion="13" ma:contentTypeDescription="Create a new document." ma:contentTypeScope="" ma:versionID="c8ebe0c680e1971232f87045b37660ab">
  <xsd:schema xmlns:xsd="http://www.w3.org/2001/XMLSchema" xmlns:xs="http://www.w3.org/2001/XMLSchema" xmlns:p="http://schemas.microsoft.com/office/2006/metadata/properties" xmlns:ns2="6fc9e31e-07e0-41a6-b0ba-4839b3dda579" targetNamespace="http://schemas.microsoft.com/office/2006/metadata/properties" ma:root="true" ma:fieldsID="538ce2fcb89fe9660a774b4759b98954" ns2:_="">
    <xsd:import namespace="6fc9e31e-07e0-41a6-b0ba-4839b3dda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9e31e-07e0-41a6-b0ba-4839b3dda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c9e31e-07e0-41a6-b0ba-4839b3dda57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793CE6A-5B3D-427E-9C49-3E13F758B2A1}"/>
</file>

<file path=customXml/itemProps2.xml><?xml version="1.0" encoding="utf-8"?>
<ds:datastoreItem xmlns:ds="http://schemas.openxmlformats.org/officeDocument/2006/customXml" ds:itemID="{0225D00B-1BB2-459F-8C16-7FD596D93396}"/>
</file>

<file path=customXml/itemProps3.xml><?xml version="1.0" encoding="utf-8"?>
<ds:datastoreItem xmlns:ds="http://schemas.openxmlformats.org/officeDocument/2006/customXml" ds:itemID="{A8FCEDCC-725B-4114-864C-276133DDEC21}"/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604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Grandview Display</vt:lpstr>
      <vt:lpstr>DashVTI</vt:lpstr>
      <vt:lpstr>Issues and Cybersecurity</vt:lpstr>
      <vt:lpstr>Learning Intention</vt:lpstr>
      <vt:lpstr>Success Criteria</vt:lpstr>
      <vt:lpstr>Information Systems – Considerations and Cybersecurity</vt:lpstr>
      <vt:lpstr>Information System Context Diagrams</vt:lpstr>
      <vt:lpstr>Data Flow Diagram / Context Diagram (Level 0)</vt:lpstr>
      <vt:lpstr>Data Flow Diagram  (Level 1)</vt:lpstr>
      <vt:lpstr>Sociological Considerations</vt:lpstr>
      <vt:lpstr>Inclusive and Ethical Design</vt:lpstr>
      <vt:lpstr>Technical Considerations</vt:lpstr>
      <vt:lpstr>Legal Considerations</vt:lpstr>
      <vt:lpstr>Legal Considerations</vt:lpstr>
      <vt:lpstr>Cybersecurity Principles</vt:lpstr>
      <vt:lpstr>Authentication, Authorisation and Accountability</vt:lpstr>
      <vt:lpstr>Case Study – Shared E-Scooter System</vt:lpstr>
    </vt:vector>
  </TitlesOfParts>
  <Company>NSW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Scott</dc:creator>
  <cp:lastModifiedBy>Stephen Scott</cp:lastModifiedBy>
  <cp:revision>11</cp:revision>
  <dcterms:created xsi:type="dcterms:W3CDTF">2026-02-09T20:57:27Z</dcterms:created>
  <dcterms:modified xsi:type="dcterms:W3CDTF">2026-02-09T21:49:46Z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2026-02-09T20:57:50Z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e027f5c5-49b5-4768-9286-5dca9e72bfe1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  <property fmtid="{D5CDD505-2E9C-101B-9397-08002B2CF9AE}" pid="10" name="ContentTypeId">
    <vt:lpwstr>0x01010086165B216B35044D9EADD54BFB9FA5BE</vt:lpwstr>
  </property>
</Properties>
</file>