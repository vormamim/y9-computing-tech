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65" r:id="rId6"/>
    <p:sldId id="26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F3ED4-0173-430B-8DAD-DECA89827B6A}" v="10" dt="2026-02-09T01:50:56.694"/>
    <p1510:client id="{C8656242-E448-44C1-9FF9-FC7F0AE2DC85}" v="13" dt="2026-02-09T01:26:52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cott" userId="7d0a05fc-27ff-4f30-ba91-fd3532e3a0b7" providerId="ADAL" clId="{04B73F48-AE02-4119-B326-8989FCDD1676}"/>
    <pc:docChg chg="undo custSel addSld delSld modSld">
      <pc:chgData name="Stephen Scott" userId="7d0a05fc-27ff-4f30-ba91-fd3532e3a0b7" providerId="ADAL" clId="{04B73F48-AE02-4119-B326-8989FCDD1676}" dt="2026-02-09T01:26:52.472" v="452" actId="1076"/>
      <pc:docMkLst>
        <pc:docMk/>
      </pc:docMkLst>
      <pc:sldChg chg="addSp delSp modSp new del mod setBg">
        <pc:chgData name="Stephen Scott" userId="7d0a05fc-27ff-4f30-ba91-fd3532e3a0b7" providerId="ADAL" clId="{04B73F48-AE02-4119-B326-8989FCDD1676}" dt="2026-02-09T01:06:03.803" v="409" actId="47"/>
        <pc:sldMkLst>
          <pc:docMk/>
          <pc:sldMk cId="2592908842" sldId="264"/>
        </pc:sldMkLst>
        <pc:spChg chg="mod">
          <ac:chgData name="Stephen Scott" userId="7d0a05fc-27ff-4f30-ba91-fd3532e3a0b7" providerId="ADAL" clId="{04B73F48-AE02-4119-B326-8989FCDD1676}" dt="2026-02-09T01:03:57.145" v="362" actId="26606"/>
          <ac:spMkLst>
            <pc:docMk/>
            <pc:sldMk cId="2592908842" sldId="264"/>
            <ac:spMk id="2" creationId="{B8F5DDC4-09A0-6537-259F-BC948F9714F1}"/>
          </ac:spMkLst>
        </pc:spChg>
        <pc:spChg chg="add del mod">
          <ac:chgData name="Stephen Scott" userId="7d0a05fc-27ff-4f30-ba91-fd3532e3a0b7" providerId="ADAL" clId="{04B73F48-AE02-4119-B326-8989FCDD1676}" dt="2026-02-09T01:03:57.145" v="362" actId="26606"/>
          <ac:spMkLst>
            <pc:docMk/>
            <pc:sldMk cId="2592908842" sldId="264"/>
            <ac:spMk id="3" creationId="{9E848451-124F-FF5E-EFFA-185BE6707589}"/>
          </ac:spMkLst>
        </pc:spChg>
        <pc:spChg chg="add del">
          <ac:chgData name="Stephen Scott" userId="7d0a05fc-27ff-4f30-ba91-fd3532e3a0b7" providerId="ADAL" clId="{04B73F48-AE02-4119-B326-8989FCDD1676}" dt="2026-02-09T01:03:39.380" v="354" actId="26606"/>
          <ac:spMkLst>
            <pc:docMk/>
            <pc:sldMk cId="2592908842" sldId="264"/>
            <ac:spMk id="9" creationId="{DBDA151C-5770-45E4-AAFF-59E7F403866D}"/>
          </ac:spMkLst>
        </pc:spChg>
        <pc:spChg chg="add del">
          <ac:chgData name="Stephen Scott" userId="7d0a05fc-27ff-4f30-ba91-fd3532e3a0b7" providerId="ADAL" clId="{04B73F48-AE02-4119-B326-8989FCDD1676}" dt="2026-02-09T01:03:40.029" v="356" actId="26606"/>
          <ac:spMkLst>
            <pc:docMk/>
            <pc:sldMk cId="2592908842" sldId="264"/>
            <ac:spMk id="13" creationId="{744CAA32-F237-419C-A2DD-43C28D920D3C}"/>
          </ac:spMkLst>
        </pc:spChg>
        <pc:spChg chg="add del">
          <ac:chgData name="Stephen Scott" userId="7d0a05fc-27ff-4f30-ba91-fd3532e3a0b7" providerId="ADAL" clId="{04B73F48-AE02-4119-B326-8989FCDD1676}" dt="2026-02-09T01:03:40.029" v="356" actId="26606"/>
          <ac:spMkLst>
            <pc:docMk/>
            <pc:sldMk cId="2592908842" sldId="264"/>
            <ac:spMk id="16" creationId="{9E848451-124F-FF5E-EFFA-185BE6707589}"/>
          </ac:spMkLst>
        </pc:spChg>
        <pc:spChg chg="add del">
          <ac:chgData name="Stephen Scott" userId="7d0a05fc-27ff-4f30-ba91-fd3532e3a0b7" providerId="ADAL" clId="{04B73F48-AE02-4119-B326-8989FCDD1676}" dt="2026-02-09T01:03:57.145" v="362" actId="26606"/>
          <ac:spMkLst>
            <pc:docMk/>
            <pc:sldMk cId="2592908842" sldId="264"/>
            <ac:spMk id="18" creationId="{DBDA151C-5770-45E4-AAFF-59E7F403866D}"/>
          </ac:spMkLst>
        </pc:spChg>
        <pc:graphicFrameChg chg="add del">
          <ac:chgData name="Stephen Scott" userId="7d0a05fc-27ff-4f30-ba91-fd3532e3a0b7" providerId="ADAL" clId="{04B73F48-AE02-4119-B326-8989FCDD1676}" dt="2026-02-09T01:03:39.380" v="354" actId="26606"/>
          <ac:graphicFrameMkLst>
            <pc:docMk/>
            <pc:sldMk cId="2592908842" sldId="264"/>
            <ac:graphicFrameMk id="5" creationId="{50624BFB-DB4B-5C16-4B6F-32B5E468E143}"/>
          </ac:graphicFrameMkLst>
        </pc:graphicFrameChg>
        <pc:graphicFrameChg chg="add del mod">
          <ac:chgData name="Stephen Scott" userId="7d0a05fc-27ff-4f30-ba91-fd3532e3a0b7" providerId="ADAL" clId="{04B73F48-AE02-4119-B326-8989FCDD1676}" dt="2026-02-09T01:03:57.145" v="362" actId="26606"/>
          <ac:graphicFrameMkLst>
            <pc:docMk/>
            <pc:sldMk cId="2592908842" sldId="264"/>
            <ac:graphicFrameMk id="20" creationId="{B6B2BAF4-890B-AF6E-5D8A-27B1E7600CD8}"/>
          </ac:graphicFrameMkLst>
        </pc:graphicFrameChg>
        <pc:picChg chg="add del">
          <ac:chgData name="Stephen Scott" userId="7d0a05fc-27ff-4f30-ba91-fd3532e3a0b7" providerId="ADAL" clId="{04B73F48-AE02-4119-B326-8989FCDD1676}" dt="2026-02-09T01:03:40.029" v="356" actId="26606"/>
          <ac:picMkLst>
            <pc:docMk/>
            <pc:sldMk cId="2592908842" sldId="264"/>
            <ac:picMk id="14" creationId="{AAFB9F8B-0FA0-51B2-5BBF-65087B5BB7EE}"/>
          </ac:picMkLst>
        </pc:picChg>
        <pc:cxnChg chg="add del">
          <ac:chgData name="Stephen Scott" userId="7d0a05fc-27ff-4f30-ba91-fd3532e3a0b7" providerId="ADAL" clId="{04B73F48-AE02-4119-B326-8989FCDD1676}" dt="2026-02-09T01:03:39.380" v="354" actId="26606"/>
          <ac:cxnSpMkLst>
            <pc:docMk/>
            <pc:sldMk cId="2592908842" sldId="264"/>
            <ac:cxnSpMk id="11" creationId="{05ADA91C-AD52-A530-A898-AD6E69874598}"/>
          </ac:cxnSpMkLst>
        </pc:cxnChg>
        <pc:cxnChg chg="add del">
          <ac:chgData name="Stephen Scott" userId="7d0a05fc-27ff-4f30-ba91-fd3532e3a0b7" providerId="ADAL" clId="{04B73F48-AE02-4119-B326-8989FCDD1676}" dt="2026-02-09T01:03:40.029" v="356" actId="26606"/>
          <ac:cxnSpMkLst>
            <pc:docMk/>
            <pc:sldMk cId="2592908842" sldId="264"/>
            <ac:cxnSpMk id="15" creationId="{08052531-D50B-3899-B150-D05525F4F2BC}"/>
          </ac:cxnSpMkLst>
        </pc:cxnChg>
        <pc:cxnChg chg="add del">
          <ac:chgData name="Stephen Scott" userId="7d0a05fc-27ff-4f30-ba91-fd3532e3a0b7" providerId="ADAL" clId="{04B73F48-AE02-4119-B326-8989FCDD1676}" dt="2026-02-09T01:03:57.145" v="362" actId="26606"/>
          <ac:cxnSpMkLst>
            <pc:docMk/>
            <pc:sldMk cId="2592908842" sldId="264"/>
            <ac:cxnSpMk id="19" creationId="{05ADA91C-AD52-A530-A898-AD6E69874598}"/>
          </ac:cxnSpMkLst>
        </pc:cxnChg>
      </pc:sldChg>
      <pc:sldChg chg="addSp delSp modSp add mod setBg">
        <pc:chgData name="Stephen Scott" userId="7d0a05fc-27ff-4f30-ba91-fd3532e3a0b7" providerId="ADAL" clId="{04B73F48-AE02-4119-B326-8989FCDD1676}" dt="2026-02-09T01:06:30.133" v="418" actId="26606"/>
        <pc:sldMkLst>
          <pc:docMk/>
          <pc:sldMk cId="965104048" sldId="265"/>
        </pc:sldMkLst>
        <pc:spChg chg="mod">
          <ac:chgData name="Stephen Scott" userId="7d0a05fc-27ff-4f30-ba91-fd3532e3a0b7" providerId="ADAL" clId="{04B73F48-AE02-4119-B326-8989FCDD1676}" dt="2026-02-09T01:06:30.133" v="418" actId="26606"/>
          <ac:spMkLst>
            <pc:docMk/>
            <pc:sldMk cId="965104048" sldId="265"/>
            <ac:spMk id="2" creationId="{866501B6-72F5-A9DE-3490-EF2A9AE95191}"/>
          </ac:spMkLst>
        </pc:spChg>
        <pc:spChg chg="mod">
          <ac:chgData name="Stephen Scott" userId="7d0a05fc-27ff-4f30-ba91-fd3532e3a0b7" providerId="ADAL" clId="{04B73F48-AE02-4119-B326-8989FCDD1676}" dt="2026-02-09T01:06:30.133" v="418" actId="26606"/>
          <ac:spMkLst>
            <pc:docMk/>
            <pc:sldMk cId="965104048" sldId="265"/>
            <ac:spMk id="3" creationId="{89700FB3-E9D6-238C-3406-AB42A6928AF4}"/>
          </ac:spMkLst>
        </pc:spChg>
        <pc:spChg chg="add">
          <ac:chgData name="Stephen Scott" userId="7d0a05fc-27ff-4f30-ba91-fd3532e3a0b7" providerId="ADAL" clId="{04B73F48-AE02-4119-B326-8989FCDD1676}" dt="2026-02-09T01:06:30.133" v="418" actId="26606"/>
          <ac:spMkLst>
            <pc:docMk/>
            <pc:sldMk cId="965104048" sldId="265"/>
            <ac:spMk id="5" creationId="{063F27BC-7079-4FF7-8F7C-ABC82FA3C247}"/>
          </ac:spMkLst>
        </pc:spChg>
        <pc:spChg chg="add del">
          <ac:chgData name="Stephen Scott" userId="7d0a05fc-27ff-4f30-ba91-fd3532e3a0b7" providerId="ADAL" clId="{04B73F48-AE02-4119-B326-8989FCDD1676}" dt="2026-02-09T01:06:26.394" v="417" actId="26606"/>
          <ac:spMkLst>
            <pc:docMk/>
            <pc:sldMk cId="965104048" sldId="265"/>
            <ac:spMk id="10" creationId="{063F27BC-7079-4FF7-8F7C-ABC82FA3C247}"/>
          </ac:spMkLst>
        </pc:spChg>
        <pc:picChg chg="add">
          <ac:chgData name="Stephen Scott" userId="7d0a05fc-27ff-4f30-ba91-fd3532e3a0b7" providerId="ADAL" clId="{04B73F48-AE02-4119-B326-8989FCDD1676}" dt="2026-02-09T01:06:30.133" v="418" actId="26606"/>
          <ac:picMkLst>
            <pc:docMk/>
            <pc:sldMk cId="965104048" sldId="265"/>
            <ac:picMk id="6" creationId="{8FBA714F-93EC-6EFF-4EEF-1AE94EDA69F3}"/>
          </ac:picMkLst>
        </pc:picChg>
        <pc:picChg chg="add del">
          <ac:chgData name="Stephen Scott" userId="7d0a05fc-27ff-4f30-ba91-fd3532e3a0b7" providerId="ADAL" clId="{04B73F48-AE02-4119-B326-8989FCDD1676}" dt="2026-02-09T01:06:26.394" v="417" actId="26606"/>
          <ac:picMkLst>
            <pc:docMk/>
            <pc:sldMk cId="965104048" sldId="265"/>
            <ac:picMk id="7" creationId="{794643D6-6DB0-B85A-0027-16F45E384D86}"/>
          </ac:picMkLst>
        </pc:picChg>
        <pc:cxnChg chg="add">
          <ac:chgData name="Stephen Scott" userId="7d0a05fc-27ff-4f30-ba91-fd3532e3a0b7" providerId="ADAL" clId="{04B73F48-AE02-4119-B326-8989FCDD1676}" dt="2026-02-09T01:06:30.133" v="418" actId="26606"/>
          <ac:cxnSpMkLst>
            <pc:docMk/>
            <pc:sldMk cId="965104048" sldId="265"/>
            <ac:cxnSpMk id="8" creationId="{540DBD50-3CB1-A513-2321-1891E3F0954D}"/>
          </ac:cxnSpMkLst>
        </pc:cxnChg>
        <pc:cxnChg chg="add del">
          <ac:chgData name="Stephen Scott" userId="7d0a05fc-27ff-4f30-ba91-fd3532e3a0b7" providerId="ADAL" clId="{04B73F48-AE02-4119-B326-8989FCDD1676}" dt="2026-02-09T01:06:26.394" v="417" actId="26606"/>
          <ac:cxnSpMkLst>
            <pc:docMk/>
            <pc:sldMk cId="965104048" sldId="265"/>
            <ac:cxnSpMk id="12" creationId="{540DBD50-3CB1-A513-2321-1891E3F0954D}"/>
          </ac:cxnSpMkLst>
        </pc:cxnChg>
      </pc:sldChg>
      <pc:sldChg chg="addSp delSp modSp new mod setBg">
        <pc:chgData name="Stephen Scott" userId="7d0a05fc-27ff-4f30-ba91-fd3532e3a0b7" providerId="ADAL" clId="{04B73F48-AE02-4119-B326-8989FCDD1676}" dt="2026-02-09T01:06:37.195" v="423" actId="26606"/>
        <pc:sldMkLst>
          <pc:docMk/>
          <pc:sldMk cId="3858708827" sldId="266"/>
        </pc:sldMkLst>
        <pc:spChg chg="mod">
          <ac:chgData name="Stephen Scott" userId="7d0a05fc-27ff-4f30-ba91-fd3532e3a0b7" providerId="ADAL" clId="{04B73F48-AE02-4119-B326-8989FCDD1676}" dt="2026-02-09T01:06:19.216" v="412" actId="26606"/>
          <ac:spMkLst>
            <pc:docMk/>
            <pc:sldMk cId="3858708827" sldId="266"/>
            <ac:spMk id="2" creationId="{415AD0A3-45E8-A70E-45EE-B156C0E7470A}"/>
          </ac:spMkLst>
        </pc:spChg>
        <pc:spChg chg="add del mod">
          <ac:chgData name="Stephen Scott" userId="7d0a05fc-27ff-4f30-ba91-fd3532e3a0b7" providerId="ADAL" clId="{04B73F48-AE02-4119-B326-8989FCDD1676}" dt="2026-02-09T01:06:37.195" v="423" actId="26606"/>
          <ac:spMkLst>
            <pc:docMk/>
            <pc:sldMk cId="3858708827" sldId="266"/>
            <ac:spMk id="3" creationId="{EF2A150A-BC9C-69F6-E959-39C1BF4FC7B6}"/>
          </ac:spMkLst>
        </pc:spChg>
        <pc:spChg chg="add del">
          <ac:chgData name="Stephen Scott" userId="7d0a05fc-27ff-4f30-ba91-fd3532e3a0b7" providerId="ADAL" clId="{04B73F48-AE02-4119-B326-8989FCDD1676}" dt="2026-02-09T01:06:19.216" v="412" actId="26606"/>
          <ac:spMkLst>
            <pc:docMk/>
            <pc:sldMk cId="3858708827" sldId="266"/>
            <ac:spMk id="9" creationId="{A637580D-1176-4083-A9A1-BD8ED08996EC}"/>
          </ac:spMkLst>
        </pc:spChg>
        <pc:graphicFrameChg chg="add del">
          <ac:chgData name="Stephen Scott" userId="7d0a05fc-27ff-4f30-ba91-fd3532e3a0b7" providerId="ADAL" clId="{04B73F48-AE02-4119-B326-8989FCDD1676}" dt="2026-02-09T01:06:19.216" v="412" actId="26606"/>
          <ac:graphicFrameMkLst>
            <pc:docMk/>
            <pc:sldMk cId="3858708827" sldId="266"/>
            <ac:graphicFrameMk id="5" creationId="{E2DF56CF-681F-DDE4-5901-13E02F913CF0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06:36.044" v="420" actId="26606"/>
          <ac:graphicFrameMkLst>
            <pc:docMk/>
            <pc:sldMk cId="3858708827" sldId="266"/>
            <ac:graphicFrameMk id="6" creationId="{136D59FD-743E-BF68-A08E-05612E9081AD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06:37.184" v="422" actId="26606"/>
          <ac:graphicFrameMkLst>
            <pc:docMk/>
            <pc:sldMk cId="3858708827" sldId="266"/>
            <ac:graphicFrameMk id="8" creationId="{8C6EC63B-A14D-F106-BE91-2A4DD25ADFAD}"/>
          </ac:graphicFrameMkLst>
        </pc:graphicFrameChg>
        <pc:graphicFrameChg chg="add">
          <ac:chgData name="Stephen Scott" userId="7d0a05fc-27ff-4f30-ba91-fd3532e3a0b7" providerId="ADAL" clId="{04B73F48-AE02-4119-B326-8989FCDD1676}" dt="2026-02-09T01:06:37.195" v="423" actId="26606"/>
          <ac:graphicFrameMkLst>
            <pc:docMk/>
            <pc:sldMk cId="3858708827" sldId="266"/>
            <ac:graphicFrameMk id="10" creationId="{136D59FD-743E-BF68-A08E-05612E9081AD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06:21.439" v="414" actId="26606"/>
          <ac:graphicFrameMkLst>
            <pc:docMk/>
            <pc:sldMk cId="3858708827" sldId="266"/>
            <ac:graphicFrameMk id="13" creationId="{F5387120-5F82-1747-6F4D-2EE743597E73}"/>
          </ac:graphicFrameMkLst>
        </pc:graphicFrameChg>
        <pc:graphicFrameChg chg="add del">
          <ac:chgData name="Stephen Scott" userId="7d0a05fc-27ff-4f30-ba91-fd3532e3a0b7" providerId="ADAL" clId="{04B73F48-AE02-4119-B326-8989FCDD1676}" dt="2026-02-09T01:06:26.162" v="416" actId="26606"/>
          <ac:graphicFrameMkLst>
            <pc:docMk/>
            <pc:sldMk cId="3858708827" sldId="266"/>
            <ac:graphicFrameMk id="15" creationId="{6595A231-1A74-293D-086F-BD5BD26EC236}"/>
          </ac:graphicFrameMkLst>
        </pc:graphicFrameChg>
        <pc:cxnChg chg="add del">
          <ac:chgData name="Stephen Scott" userId="7d0a05fc-27ff-4f30-ba91-fd3532e3a0b7" providerId="ADAL" clId="{04B73F48-AE02-4119-B326-8989FCDD1676}" dt="2026-02-09T01:06:19.216" v="412" actId="26606"/>
          <ac:cxnSpMkLst>
            <pc:docMk/>
            <pc:sldMk cId="3858708827" sldId="266"/>
            <ac:cxnSpMk id="11" creationId="{B9C96FDC-E4C2-7D8A-44BA-572E7CD9E899}"/>
          </ac:cxnSpMkLst>
        </pc:cxnChg>
      </pc:sldChg>
      <pc:sldChg chg="addSp delSp modSp new mod">
        <pc:chgData name="Stephen Scott" userId="7d0a05fc-27ff-4f30-ba91-fd3532e3a0b7" providerId="ADAL" clId="{04B73F48-AE02-4119-B326-8989FCDD1676}" dt="2026-02-09T01:26:52.472" v="452" actId="1076"/>
        <pc:sldMkLst>
          <pc:docMk/>
          <pc:sldMk cId="4158018297" sldId="267"/>
        </pc:sldMkLst>
        <pc:spChg chg="mod">
          <ac:chgData name="Stephen Scott" userId="7d0a05fc-27ff-4f30-ba91-fd3532e3a0b7" providerId="ADAL" clId="{04B73F48-AE02-4119-B326-8989FCDD1676}" dt="2026-02-09T01:26:45.540" v="449" actId="20577"/>
          <ac:spMkLst>
            <pc:docMk/>
            <pc:sldMk cId="4158018297" sldId="267"/>
            <ac:spMk id="2" creationId="{B0F2DB5D-D21A-464C-F3C5-60A725322944}"/>
          </ac:spMkLst>
        </pc:spChg>
        <pc:spChg chg="del">
          <ac:chgData name="Stephen Scott" userId="7d0a05fc-27ff-4f30-ba91-fd3532e3a0b7" providerId="ADAL" clId="{04B73F48-AE02-4119-B326-8989FCDD1676}" dt="2026-02-09T01:26:48.657" v="451" actId="478"/>
          <ac:spMkLst>
            <pc:docMk/>
            <pc:sldMk cId="4158018297" sldId="267"/>
            <ac:spMk id="3" creationId="{37EEF61E-DD44-6425-8679-1519C9304B94}"/>
          </ac:spMkLst>
        </pc:spChg>
        <pc:picChg chg="add mod">
          <ac:chgData name="Stephen Scott" userId="7d0a05fc-27ff-4f30-ba91-fd3532e3a0b7" providerId="ADAL" clId="{04B73F48-AE02-4119-B326-8989FCDD1676}" dt="2026-02-09T01:26:52.472" v="452" actId="1076"/>
          <ac:picMkLst>
            <pc:docMk/>
            <pc:sldMk cId="4158018297" sldId="267"/>
            <ac:picMk id="4" creationId="{99C8949B-3F79-10B7-5D7F-D50648C9CC79}"/>
          </ac:picMkLst>
        </pc:picChg>
      </pc:sldChg>
    </pc:docChg>
  </pc:docChgLst>
  <pc:docChgLst>
    <pc:chgData name="Stephen Scott" userId="7d0a05fc-27ff-4f30-ba91-fd3532e3a0b7" providerId="ADAL" clId="{CA98C52A-F844-476E-86FE-1B30B5F7C505}"/>
    <pc:docChg chg="custSel modSld">
      <pc:chgData name="Stephen Scott" userId="7d0a05fc-27ff-4f30-ba91-fd3532e3a0b7" providerId="ADAL" clId="{CA98C52A-F844-476E-86FE-1B30B5F7C505}" dt="2026-02-09T01:51:01.011" v="48" actId="207"/>
      <pc:docMkLst>
        <pc:docMk/>
      </pc:docMkLst>
      <pc:sldChg chg="modSp mod">
        <pc:chgData name="Stephen Scott" userId="7d0a05fc-27ff-4f30-ba91-fd3532e3a0b7" providerId="ADAL" clId="{CA98C52A-F844-476E-86FE-1B30B5F7C505}" dt="2026-02-09T01:51:01.011" v="48" actId="207"/>
        <pc:sldMkLst>
          <pc:docMk/>
          <pc:sldMk cId="1563723238" sldId="261"/>
        </pc:sldMkLst>
        <pc:graphicFrameChg chg="mod modGraphic">
          <ac:chgData name="Stephen Scott" userId="7d0a05fc-27ff-4f30-ba91-fd3532e3a0b7" providerId="ADAL" clId="{CA98C52A-F844-476E-86FE-1B30B5F7C505}" dt="2026-02-09T01:51:01.011" v="48" actId="207"/>
          <ac:graphicFrameMkLst>
            <pc:docMk/>
            <pc:sldMk cId="1563723238" sldId="261"/>
            <ac:graphicFrameMk id="5" creationId="{E7063DD3-4E0A-2703-F5F9-2E8E8089058C}"/>
          </ac:graphicFrameMkLst>
        </pc:graphicFrameChg>
        <pc:picChg chg="mod">
          <ac:chgData name="Stephen Scott" userId="7d0a05fc-27ff-4f30-ba91-fd3532e3a0b7" providerId="ADAL" clId="{CA98C52A-F844-476E-86FE-1B30B5F7C505}" dt="2026-02-09T01:50:58.658" v="47" actId="1076"/>
          <ac:picMkLst>
            <pc:docMk/>
            <pc:sldMk cId="1563723238" sldId="261"/>
            <ac:picMk id="4" creationId="{FE36A2B5-6E21-C628-89DF-F763CCABCDD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22.svg"/><Relationship Id="rId4" Type="http://schemas.openxmlformats.org/officeDocument/2006/relationships/image" Target="../media/image28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22.svg"/><Relationship Id="rId4" Type="http://schemas.openxmlformats.org/officeDocument/2006/relationships/image" Target="../media/image28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9ABB60-BA41-4AB8-A7A3-39C1C98CD8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A0B0A5-A474-4C60-A009-6E9BF58FAC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I can differentiate between input and output devices.</a:t>
          </a:r>
          <a:endParaRPr lang="en-US"/>
        </a:p>
      </dgm:t>
    </dgm:pt>
    <dgm:pt modelId="{3F6AC6DF-B71F-4F74-9AC5-9CDA7701B246}" type="parTrans" cxnId="{7CAAC162-480C-4A60-8F11-0F1D5E780938}">
      <dgm:prSet/>
      <dgm:spPr/>
      <dgm:t>
        <a:bodyPr/>
        <a:lstStyle/>
        <a:p>
          <a:endParaRPr lang="en-US"/>
        </a:p>
      </dgm:t>
    </dgm:pt>
    <dgm:pt modelId="{9CF5CC11-1502-4DA8-8E44-51D8F837A321}" type="sibTrans" cxnId="{7CAAC162-480C-4A60-8F11-0F1D5E780938}">
      <dgm:prSet/>
      <dgm:spPr/>
      <dgm:t>
        <a:bodyPr/>
        <a:lstStyle/>
        <a:p>
          <a:endParaRPr lang="en-US"/>
        </a:p>
      </dgm:t>
    </dgm:pt>
    <dgm:pt modelId="{4EABA656-9FCD-4CDF-9D4D-2DF73E919D9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I can describe hardware components and storage devices used for computing.</a:t>
          </a:r>
          <a:endParaRPr lang="en-US"/>
        </a:p>
      </dgm:t>
    </dgm:pt>
    <dgm:pt modelId="{76B68505-DCBE-4162-9475-6A2C05807B31}" type="parTrans" cxnId="{09A108F0-B854-4229-BD04-A633D43C6514}">
      <dgm:prSet/>
      <dgm:spPr/>
      <dgm:t>
        <a:bodyPr/>
        <a:lstStyle/>
        <a:p>
          <a:endParaRPr lang="en-US"/>
        </a:p>
      </dgm:t>
    </dgm:pt>
    <dgm:pt modelId="{BC823BD8-0872-4728-9E1B-86650D851F27}" type="sibTrans" cxnId="{09A108F0-B854-4229-BD04-A633D43C6514}">
      <dgm:prSet/>
      <dgm:spPr/>
      <dgm:t>
        <a:bodyPr/>
        <a:lstStyle/>
        <a:p>
          <a:endParaRPr lang="en-US"/>
        </a:p>
      </dgm:t>
    </dgm:pt>
    <dgm:pt modelId="{923B436B-D56D-4A32-B9D3-CDB0B22DD8FF}" type="pres">
      <dgm:prSet presAssocID="{D59ABB60-BA41-4AB8-A7A3-39C1C98CD886}" presName="root" presStyleCnt="0">
        <dgm:presLayoutVars>
          <dgm:dir/>
          <dgm:resizeHandles val="exact"/>
        </dgm:presLayoutVars>
      </dgm:prSet>
      <dgm:spPr/>
    </dgm:pt>
    <dgm:pt modelId="{3E98F7EB-5F9B-4409-A5A5-30587B994AAE}" type="pres">
      <dgm:prSet presAssocID="{F1A0B0A5-A474-4C60-A009-6E9BF58FACC1}" presName="compNode" presStyleCnt="0"/>
      <dgm:spPr/>
    </dgm:pt>
    <dgm:pt modelId="{6CD9A0C6-D90F-4959-9979-A7945A8A4772}" type="pres">
      <dgm:prSet presAssocID="{F1A0B0A5-A474-4C60-A009-6E9BF58FACC1}" presName="bgRect" presStyleLbl="bgShp" presStyleIdx="0" presStyleCnt="2"/>
      <dgm:spPr/>
    </dgm:pt>
    <dgm:pt modelId="{8056434C-38C0-4F19-A5C4-9F396908CE87}" type="pres">
      <dgm:prSet presAssocID="{F1A0B0A5-A474-4C60-A009-6E9BF58FAC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1783D6C-C89C-4B68-86FA-AB3376779543}" type="pres">
      <dgm:prSet presAssocID="{F1A0B0A5-A474-4C60-A009-6E9BF58FACC1}" presName="spaceRect" presStyleCnt="0"/>
      <dgm:spPr/>
    </dgm:pt>
    <dgm:pt modelId="{BF7C5B64-12B1-4816-8524-2AC56F495D6E}" type="pres">
      <dgm:prSet presAssocID="{F1A0B0A5-A474-4C60-A009-6E9BF58FACC1}" presName="parTx" presStyleLbl="revTx" presStyleIdx="0" presStyleCnt="2">
        <dgm:presLayoutVars>
          <dgm:chMax val="0"/>
          <dgm:chPref val="0"/>
        </dgm:presLayoutVars>
      </dgm:prSet>
      <dgm:spPr/>
    </dgm:pt>
    <dgm:pt modelId="{5B297E19-269E-42FA-B26B-61AC15AC948D}" type="pres">
      <dgm:prSet presAssocID="{9CF5CC11-1502-4DA8-8E44-51D8F837A321}" presName="sibTrans" presStyleCnt="0"/>
      <dgm:spPr/>
    </dgm:pt>
    <dgm:pt modelId="{D3D683DF-C254-44A4-A3D6-B5CF896880FC}" type="pres">
      <dgm:prSet presAssocID="{4EABA656-9FCD-4CDF-9D4D-2DF73E919D98}" presName="compNode" presStyleCnt="0"/>
      <dgm:spPr/>
    </dgm:pt>
    <dgm:pt modelId="{DBE5AA2E-BB48-4EB7-BCA7-861A22075FD8}" type="pres">
      <dgm:prSet presAssocID="{4EABA656-9FCD-4CDF-9D4D-2DF73E919D98}" presName="bgRect" presStyleLbl="bgShp" presStyleIdx="1" presStyleCnt="2"/>
      <dgm:spPr/>
    </dgm:pt>
    <dgm:pt modelId="{4BB7AC0B-447C-40ED-87EA-0941B8053562}" type="pres">
      <dgm:prSet presAssocID="{4EABA656-9FCD-4CDF-9D4D-2DF73E919D9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CC90741-757D-4BF3-AAAC-D784BE264559}" type="pres">
      <dgm:prSet presAssocID="{4EABA656-9FCD-4CDF-9D4D-2DF73E919D98}" presName="spaceRect" presStyleCnt="0"/>
      <dgm:spPr/>
    </dgm:pt>
    <dgm:pt modelId="{D1CBE59F-B721-472F-A9D3-BCC1E30E3341}" type="pres">
      <dgm:prSet presAssocID="{4EABA656-9FCD-4CDF-9D4D-2DF73E91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537E80E-92C7-4592-AD7B-806085E391FE}" type="presOf" srcId="{D59ABB60-BA41-4AB8-A7A3-39C1C98CD886}" destId="{923B436B-D56D-4A32-B9D3-CDB0B22DD8FF}" srcOrd="0" destOrd="0" presId="urn:microsoft.com/office/officeart/2018/2/layout/IconVerticalSolidList"/>
    <dgm:cxn modelId="{812B180F-B758-40A1-8714-80EF0180B12F}" type="presOf" srcId="{F1A0B0A5-A474-4C60-A009-6E9BF58FACC1}" destId="{BF7C5B64-12B1-4816-8524-2AC56F495D6E}" srcOrd="0" destOrd="0" presId="urn:microsoft.com/office/officeart/2018/2/layout/IconVerticalSolidList"/>
    <dgm:cxn modelId="{7CAAC162-480C-4A60-8F11-0F1D5E780938}" srcId="{D59ABB60-BA41-4AB8-A7A3-39C1C98CD886}" destId="{F1A0B0A5-A474-4C60-A009-6E9BF58FACC1}" srcOrd="0" destOrd="0" parTransId="{3F6AC6DF-B71F-4F74-9AC5-9CDA7701B246}" sibTransId="{9CF5CC11-1502-4DA8-8E44-51D8F837A321}"/>
    <dgm:cxn modelId="{461B1CE0-64DB-4CFE-9101-E513DE7BEE40}" type="presOf" srcId="{4EABA656-9FCD-4CDF-9D4D-2DF73E919D98}" destId="{D1CBE59F-B721-472F-A9D3-BCC1E30E3341}" srcOrd="0" destOrd="0" presId="urn:microsoft.com/office/officeart/2018/2/layout/IconVerticalSolidList"/>
    <dgm:cxn modelId="{09A108F0-B854-4229-BD04-A633D43C6514}" srcId="{D59ABB60-BA41-4AB8-A7A3-39C1C98CD886}" destId="{4EABA656-9FCD-4CDF-9D4D-2DF73E919D98}" srcOrd="1" destOrd="0" parTransId="{76B68505-DCBE-4162-9475-6A2C05807B31}" sibTransId="{BC823BD8-0872-4728-9E1B-86650D851F27}"/>
    <dgm:cxn modelId="{B714FF48-4786-4B4D-8826-F7D97B7DC001}" type="presParOf" srcId="{923B436B-D56D-4A32-B9D3-CDB0B22DD8FF}" destId="{3E98F7EB-5F9B-4409-A5A5-30587B994AAE}" srcOrd="0" destOrd="0" presId="urn:microsoft.com/office/officeart/2018/2/layout/IconVerticalSolidList"/>
    <dgm:cxn modelId="{B8886E12-7D1E-41FF-819B-6D01CFA17CAC}" type="presParOf" srcId="{3E98F7EB-5F9B-4409-A5A5-30587B994AAE}" destId="{6CD9A0C6-D90F-4959-9979-A7945A8A4772}" srcOrd="0" destOrd="0" presId="urn:microsoft.com/office/officeart/2018/2/layout/IconVerticalSolidList"/>
    <dgm:cxn modelId="{9C5E0C0A-C58C-420A-9807-7BF0EAC42CFE}" type="presParOf" srcId="{3E98F7EB-5F9B-4409-A5A5-30587B994AAE}" destId="{8056434C-38C0-4F19-A5C4-9F396908CE87}" srcOrd="1" destOrd="0" presId="urn:microsoft.com/office/officeart/2018/2/layout/IconVerticalSolidList"/>
    <dgm:cxn modelId="{EE805707-92B8-4C7B-A5C1-71402CD32342}" type="presParOf" srcId="{3E98F7EB-5F9B-4409-A5A5-30587B994AAE}" destId="{91783D6C-C89C-4B68-86FA-AB3376779543}" srcOrd="2" destOrd="0" presId="urn:microsoft.com/office/officeart/2018/2/layout/IconVerticalSolidList"/>
    <dgm:cxn modelId="{5953D7F1-3671-4094-8E21-3E0F9FDB5237}" type="presParOf" srcId="{3E98F7EB-5F9B-4409-A5A5-30587B994AAE}" destId="{BF7C5B64-12B1-4816-8524-2AC56F495D6E}" srcOrd="3" destOrd="0" presId="urn:microsoft.com/office/officeart/2018/2/layout/IconVerticalSolidList"/>
    <dgm:cxn modelId="{D1E42A4E-8852-4D0C-BCE5-8ED77CA508CB}" type="presParOf" srcId="{923B436B-D56D-4A32-B9D3-CDB0B22DD8FF}" destId="{5B297E19-269E-42FA-B26B-61AC15AC948D}" srcOrd="1" destOrd="0" presId="urn:microsoft.com/office/officeart/2018/2/layout/IconVerticalSolidList"/>
    <dgm:cxn modelId="{06743E96-088A-41BB-8AE2-D0D187C7EF34}" type="presParOf" srcId="{923B436B-D56D-4A32-B9D3-CDB0B22DD8FF}" destId="{D3D683DF-C254-44A4-A3D6-B5CF896880FC}" srcOrd="2" destOrd="0" presId="urn:microsoft.com/office/officeart/2018/2/layout/IconVerticalSolidList"/>
    <dgm:cxn modelId="{0A79762A-7563-4DFF-AA82-0906A6C5089E}" type="presParOf" srcId="{D3D683DF-C254-44A4-A3D6-B5CF896880FC}" destId="{DBE5AA2E-BB48-4EB7-BCA7-861A22075FD8}" srcOrd="0" destOrd="0" presId="urn:microsoft.com/office/officeart/2018/2/layout/IconVerticalSolidList"/>
    <dgm:cxn modelId="{B1326E02-8F43-4515-AD5C-F157345EB66C}" type="presParOf" srcId="{D3D683DF-C254-44A4-A3D6-B5CF896880FC}" destId="{4BB7AC0B-447C-40ED-87EA-0941B8053562}" srcOrd="1" destOrd="0" presId="urn:microsoft.com/office/officeart/2018/2/layout/IconVerticalSolidList"/>
    <dgm:cxn modelId="{ABA2474A-C34C-4264-9F9E-492D976CFFE8}" type="presParOf" srcId="{D3D683DF-C254-44A4-A3D6-B5CF896880FC}" destId="{BCC90741-757D-4BF3-AAAC-D784BE264559}" srcOrd="2" destOrd="0" presId="urn:microsoft.com/office/officeart/2018/2/layout/IconVerticalSolidList"/>
    <dgm:cxn modelId="{0ED7588A-F285-4F62-BE39-A2CF3739C78A}" type="presParOf" srcId="{D3D683DF-C254-44A4-A3D6-B5CF896880FC}" destId="{D1CBE59F-B721-472F-A9D3-BCC1E30E33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74A5D7-C9B8-44DC-A61D-BF5ADDE5EC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CB69EB-9AAC-455A-B596-C6B38FB54DB6}">
      <dgm:prSet/>
      <dgm:spPr/>
      <dgm:t>
        <a:bodyPr/>
        <a:lstStyle/>
        <a:p>
          <a:r>
            <a:rPr lang="en-US" b="0" i="0" baseline="0" dirty="0"/>
            <a:t>Hardware: physical components of a computer system</a:t>
          </a:r>
          <a:endParaRPr lang="en-US" dirty="0"/>
        </a:p>
      </dgm:t>
    </dgm:pt>
    <dgm:pt modelId="{2E05572A-89F6-4981-A77B-0CDBFF65B7FA}" type="parTrans" cxnId="{954A05F5-ABAB-438B-8CC3-A9D8D3E7028A}">
      <dgm:prSet/>
      <dgm:spPr/>
      <dgm:t>
        <a:bodyPr/>
        <a:lstStyle/>
        <a:p>
          <a:endParaRPr lang="en-US"/>
        </a:p>
      </dgm:t>
    </dgm:pt>
    <dgm:pt modelId="{3A550AFE-6E7F-4145-AA92-CFC7E33BF129}" type="sibTrans" cxnId="{954A05F5-ABAB-438B-8CC3-A9D8D3E7028A}">
      <dgm:prSet/>
      <dgm:spPr/>
      <dgm:t>
        <a:bodyPr/>
        <a:lstStyle/>
        <a:p>
          <a:endParaRPr lang="en-US"/>
        </a:p>
      </dgm:t>
    </dgm:pt>
    <dgm:pt modelId="{8E63E586-90BA-481A-AB23-68563B040E71}">
      <dgm:prSet/>
      <dgm:spPr/>
      <dgm:t>
        <a:bodyPr/>
        <a:lstStyle/>
        <a:p>
          <a:r>
            <a:rPr lang="en-US" b="0" i="0" baseline="0"/>
            <a:t>Computers are </a:t>
          </a:r>
          <a:r>
            <a:rPr lang="en-US" b="1" i="0" baseline="0"/>
            <a:t>information processors</a:t>
          </a:r>
          <a:r>
            <a:rPr lang="en-US" b="0" i="0" baseline="0"/>
            <a:t> – data is input, processed, stored, or displayed</a:t>
          </a:r>
          <a:endParaRPr lang="en-US"/>
        </a:p>
      </dgm:t>
    </dgm:pt>
    <dgm:pt modelId="{8C4ACF84-3F6C-40F7-B994-E45EC8B76F89}" type="parTrans" cxnId="{BFCF95AA-CE28-460F-8992-93FBB7F4491F}">
      <dgm:prSet/>
      <dgm:spPr/>
      <dgm:t>
        <a:bodyPr/>
        <a:lstStyle/>
        <a:p>
          <a:endParaRPr lang="en-US"/>
        </a:p>
      </dgm:t>
    </dgm:pt>
    <dgm:pt modelId="{B27B5DBB-9ADD-4268-9A53-BAC9DFAF2BCF}" type="sibTrans" cxnId="{BFCF95AA-CE28-460F-8992-93FBB7F4491F}">
      <dgm:prSet/>
      <dgm:spPr/>
      <dgm:t>
        <a:bodyPr/>
        <a:lstStyle/>
        <a:p>
          <a:endParaRPr lang="en-US"/>
        </a:p>
      </dgm:t>
    </dgm:pt>
    <dgm:pt modelId="{D55569E1-F275-4C6B-904B-3A0A37E243B0}">
      <dgm:prSet/>
      <dgm:spPr/>
      <dgm:t>
        <a:bodyPr/>
        <a:lstStyle/>
        <a:p>
          <a:r>
            <a:rPr lang="en-US" b="0" i="0" baseline="0"/>
            <a:t>Hardware components work together to complete tasks</a:t>
          </a:r>
          <a:endParaRPr lang="en-US"/>
        </a:p>
      </dgm:t>
    </dgm:pt>
    <dgm:pt modelId="{BF781ABC-7656-4FB9-B22C-090BE3E45C9A}" type="parTrans" cxnId="{3D28B830-3C2D-423C-9479-1E1F52968797}">
      <dgm:prSet/>
      <dgm:spPr/>
      <dgm:t>
        <a:bodyPr/>
        <a:lstStyle/>
        <a:p>
          <a:endParaRPr lang="en-US"/>
        </a:p>
      </dgm:t>
    </dgm:pt>
    <dgm:pt modelId="{F26A9DB2-8924-4ED3-B785-A551C6452E16}" type="sibTrans" cxnId="{3D28B830-3C2D-423C-9479-1E1F52968797}">
      <dgm:prSet/>
      <dgm:spPr/>
      <dgm:t>
        <a:bodyPr/>
        <a:lstStyle/>
        <a:p>
          <a:endParaRPr lang="en-US"/>
        </a:p>
      </dgm:t>
    </dgm:pt>
    <dgm:pt modelId="{94BA72F6-E034-4497-B499-1E116BE3D8D5}">
      <dgm:prSet/>
      <dgm:spPr/>
      <dgm:t>
        <a:bodyPr/>
        <a:lstStyle/>
        <a:p>
          <a:r>
            <a:rPr lang="en-US" b="0" i="0" baseline="0"/>
            <a:t>Main functions: </a:t>
          </a:r>
          <a:r>
            <a:rPr lang="en-US" b="1" i="0" baseline="0"/>
            <a:t>input, output, storage, processing, control</a:t>
          </a:r>
          <a:endParaRPr lang="en-US"/>
        </a:p>
      </dgm:t>
    </dgm:pt>
    <dgm:pt modelId="{2515DFF1-FC15-419F-920A-54881E3B38A3}" type="parTrans" cxnId="{E05A9748-AD20-4E85-8F8E-BE10968A65F8}">
      <dgm:prSet/>
      <dgm:spPr/>
      <dgm:t>
        <a:bodyPr/>
        <a:lstStyle/>
        <a:p>
          <a:endParaRPr lang="en-US"/>
        </a:p>
      </dgm:t>
    </dgm:pt>
    <dgm:pt modelId="{18595EE6-C097-48EA-8D36-C335BB338034}" type="sibTrans" cxnId="{E05A9748-AD20-4E85-8F8E-BE10968A65F8}">
      <dgm:prSet/>
      <dgm:spPr/>
      <dgm:t>
        <a:bodyPr/>
        <a:lstStyle/>
        <a:p>
          <a:endParaRPr lang="en-US"/>
        </a:p>
      </dgm:t>
    </dgm:pt>
    <dgm:pt modelId="{5652A57A-1BC6-4F3B-B203-BCC3A80BE483}" type="pres">
      <dgm:prSet presAssocID="{1274A5D7-C9B8-44DC-A61D-BF5ADDE5ECD3}" presName="root" presStyleCnt="0">
        <dgm:presLayoutVars>
          <dgm:dir/>
          <dgm:resizeHandles val="exact"/>
        </dgm:presLayoutVars>
      </dgm:prSet>
      <dgm:spPr/>
    </dgm:pt>
    <dgm:pt modelId="{29647F86-CE62-4596-BAB4-78004CEE70B8}" type="pres">
      <dgm:prSet presAssocID="{C5CB69EB-9AAC-455A-B596-C6B38FB54DB6}" presName="compNode" presStyleCnt="0"/>
      <dgm:spPr/>
    </dgm:pt>
    <dgm:pt modelId="{ADFF34E0-39A3-4D3A-AC00-8FDAE8DE5459}" type="pres">
      <dgm:prSet presAssocID="{C5CB69EB-9AAC-455A-B596-C6B38FB54DB6}" presName="bgRect" presStyleLbl="bgShp" presStyleIdx="0" presStyleCnt="4"/>
      <dgm:spPr>
        <a:ln w="28575">
          <a:solidFill>
            <a:srgbClr val="FF0000"/>
          </a:solidFill>
        </a:ln>
      </dgm:spPr>
    </dgm:pt>
    <dgm:pt modelId="{0955A7AD-12D6-43D7-A209-85AF7443BA2F}" type="pres">
      <dgm:prSet presAssocID="{C5CB69EB-9AAC-455A-B596-C6B38FB54D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91387E8-ADDB-44C8-9BB6-8D050AB99193}" type="pres">
      <dgm:prSet presAssocID="{C5CB69EB-9AAC-455A-B596-C6B38FB54DB6}" presName="spaceRect" presStyleCnt="0"/>
      <dgm:spPr/>
    </dgm:pt>
    <dgm:pt modelId="{3EEF3E3D-DDA8-4FF5-B553-524822AF22D2}" type="pres">
      <dgm:prSet presAssocID="{C5CB69EB-9AAC-455A-B596-C6B38FB54DB6}" presName="parTx" presStyleLbl="revTx" presStyleIdx="0" presStyleCnt="4">
        <dgm:presLayoutVars>
          <dgm:chMax val="0"/>
          <dgm:chPref val="0"/>
        </dgm:presLayoutVars>
      </dgm:prSet>
      <dgm:spPr/>
    </dgm:pt>
    <dgm:pt modelId="{41F01073-DA8A-41D4-9ECC-6956E717A57E}" type="pres">
      <dgm:prSet presAssocID="{3A550AFE-6E7F-4145-AA92-CFC7E33BF129}" presName="sibTrans" presStyleCnt="0"/>
      <dgm:spPr/>
    </dgm:pt>
    <dgm:pt modelId="{EB8E2A37-EDCA-4602-BAEA-0EE741DD081B}" type="pres">
      <dgm:prSet presAssocID="{8E63E586-90BA-481A-AB23-68563B040E71}" presName="compNode" presStyleCnt="0"/>
      <dgm:spPr/>
    </dgm:pt>
    <dgm:pt modelId="{D33FE8C0-6999-41E9-A851-947411AF1F85}" type="pres">
      <dgm:prSet presAssocID="{8E63E586-90BA-481A-AB23-68563B040E71}" presName="bgRect" presStyleLbl="bgShp" presStyleIdx="1" presStyleCnt="4"/>
      <dgm:spPr/>
    </dgm:pt>
    <dgm:pt modelId="{D4E71600-53E8-47FB-8747-10780A3C3DC3}" type="pres">
      <dgm:prSet presAssocID="{8E63E586-90BA-481A-AB23-68563B040E7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A10BC22-DD5C-4F9D-B7D7-3592A6D79A31}" type="pres">
      <dgm:prSet presAssocID="{8E63E586-90BA-481A-AB23-68563B040E71}" presName="spaceRect" presStyleCnt="0"/>
      <dgm:spPr/>
    </dgm:pt>
    <dgm:pt modelId="{DEBF406A-B6DD-48E7-89AD-265C626ACF2E}" type="pres">
      <dgm:prSet presAssocID="{8E63E586-90BA-481A-AB23-68563B040E71}" presName="parTx" presStyleLbl="revTx" presStyleIdx="1" presStyleCnt="4">
        <dgm:presLayoutVars>
          <dgm:chMax val="0"/>
          <dgm:chPref val="0"/>
        </dgm:presLayoutVars>
      </dgm:prSet>
      <dgm:spPr/>
    </dgm:pt>
    <dgm:pt modelId="{CAEA5BBA-1192-4581-B972-295532B475EB}" type="pres">
      <dgm:prSet presAssocID="{B27B5DBB-9ADD-4268-9A53-BAC9DFAF2BCF}" presName="sibTrans" presStyleCnt="0"/>
      <dgm:spPr/>
    </dgm:pt>
    <dgm:pt modelId="{72C88303-875A-4519-B772-5976387E9D92}" type="pres">
      <dgm:prSet presAssocID="{D55569E1-F275-4C6B-904B-3A0A37E243B0}" presName="compNode" presStyleCnt="0"/>
      <dgm:spPr/>
    </dgm:pt>
    <dgm:pt modelId="{4912321E-B292-4183-9B45-8D8421D8DAC9}" type="pres">
      <dgm:prSet presAssocID="{D55569E1-F275-4C6B-904B-3A0A37E243B0}" presName="bgRect" presStyleLbl="bgShp" presStyleIdx="2" presStyleCnt="4"/>
      <dgm:spPr/>
    </dgm:pt>
    <dgm:pt modelId="{CD851A6B-BDBA-49D5-9CCC-23A3B882E6E2}" type="pres">
      <dgm:prSet presAssocID="{D55569E1-F275-4C6B-904B-3A0A37E243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E129247-52D0-494D-A1CA-ED08C922E3B3}" type="pres">
      <dgm:prSet presAssocID="{D55569E1-F275-4C6B-904B-3A0A37E243B0}" presName="spaceRect" presStyleCnt="0"/>
      <dgm:spPr/>
    </dgm:pt>
    <dgm:pt modelId="{21E63FEE-A12E-4831-9D14-6B0791A3819D}" type="pres">
      <dgm:prSet presAssocID="{D55569E1-F275-4C6B-904B-3A0A37E243B0}" presName="parTx" presStyleLbl="revTx" presStyleIdx="2" presStyleCnt="4">
        <dgm:presLayoutVars>
          <dgm:chMax val="0"/>
          <dgm:chPref val="0"/>
        </dgm:presLayoutVars>
      </dgm:prSet>
      <dgm:spPr/>
    </dgm:pt>
    <dgm:pt modelId="{DE4FC390-7D65-46A0-AAA4-93C2207BD384}" type="pres">
      <dgm:prSet presAssocID="{F26A9DB2-8924-4ED3-B785-A551C6452E16}" presName="sibTrans" presStyleCnt="0"/>
      <dgm:spPr/>
    </dgm:pt>
    <dgm:pt modelId="{466E86AD-BB4F-4577-A856-CC078CE48721}" type="pres">
      <dgm:prSet presAssocID="{94BA72F6-E034-4497-B499-1E116BE3D8D5}" presName="compNode" presStyleCnt="0"/>
      <dgm:spPr/>
    </dgm:pt>
    <dgm:pt modelId="{95DA42ED-C4CC-4C2F-BC27-5EB9D3C50D31}" type="pres">
      <dgm:prSet presAssocID="{94BA72F6-E034-4497-B499-1E116BE3D8D5}" presName="bgRect" presStyleLbl="bgShp" presStyleIdx="3" presStyleCnt="4"/>
      <dgm:spPr/>
    </dgm:pt>
    <dgm:pt modelId="{B76E509F-4380-4ED3-8423-24CD56FFC0F6}" type="pres">
      <dgm:prSet presAssocID="{94BA72F6-E034-4497-B499-1E116BE3D8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D4B29A2-208C-449D-8C98-C3564E3C393C}" type="pres">
      <dgm:prSet presAssocID="{94BA72F6-E034-4497-B499-1E116BE3D8D5}" presName="spaceRect" presStyleCnt="0"/>
      <dgm:spPr/>
    </dgm:pt>
    <dgm:pt modelId="{CA4A387E-F8AB-413F-BEBE-8B6CC1076CD8}" type="pres">
      <dgm:prSet presAssocID="{94BA72F6-E034-4497-B499-1E116BE3D8D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28B830-3C2D-423C-9479-1E1F52968797}" srcId="{1274A5D7-C9B8-44DC-A61D-BF5ADDE5ECD3}" destId="{D55569E1-F275-4C6B-904B-3A0A37E243B0}" srcOrd="2" destOrd="0" parTransId="{BF781ABC-7656-4FB9-B22C-090BE3E45C9A}" sibTransId="{F26A9DB2-8924-4ED3-B785-A551C6452E16}"/>
    <dgm:cxn modelId="{81337E5B-C012-4596-B088-220B35A53915}" type="presOf" srcId="{1274A5D7-C9B8-44DC-A61D-BF5ADDE5ECD3}" destId="{5652A57A-1BC6-4F3B-B203-BCC3A80BE483}" srcOrd="0" destOrd="0" presId="urn:microsoft.com/office/officeart/2018/2/layout/IconVerticalSolidList"/>
    <dgm:cxn modelId="{7CEAAB44-0C67-486D-A934-FA70D35035F4}" type="presOf" srcId="{8E63E586-90BA-481A-AB23-68563B040E71}" destId="{DEBF406A-B6DD-48E7-89AD-265C626ACF2E}" srcOrd="0" destOrd="0" presId="urn:microsoft.com/office/officeart/2018/2/layout/IconVerticalSolidList"/>
    <dgm:cxn modelId="{3D138B46-2FDD-41B0-B0F4-CDFDC468ECE9}" type="presOf" srcId="{D55569E1-F275-4C6B-904B-3A0A37E243B0}" destId="{21E63FEE-A12E-4831-9D14-6B0791A3819D}" srcOrd="0" destOrd="0" presId="urn:microsoft.com/office/officeart/2018/2/layout/IconVerticalSolidList"/>
    <dgm:cxn modelId="{E05A9748-AD20-4E85-8F8E-BE10968A65F8}" srcId="{1274A5D7-C9B8-44DC-A61D-BF5ADDE5ECD3}" destId="{94BA72F6-E034-4497-B499-1E116BE3D8D5}" srcOrd="3" destOrd="0" parTransId="{2515DFF1-FC15-419F-920A-54881E3B38A3}" sibTransId="{18595EE6-C097-48EA-8D36-C335BB338034}"/>
    <dgm:cxn modelId="{5A8A7687-85C8-40BB-AF22-02B41F2139B9}" type="presOf" srcId="{C5CB69EB-9AAC-455A-B596-C6B38FB54DB6}" destId="{3EEF3E3D-DDA8-4FF5-B553-524822AF22D2}" srcOrd="0" destOrd="0" presId="urn:microsoft.com/office/officeart/2018/2/layout/IconVerticalSolidList"/>
    <dgm:cxn modelId="{BFCF95AA-CE28-460F-8992-93FBB7F4491F}" srcId="{1274A5D7-C9B8-44DC-A61D-BF5ADDE5ECD3}" destId="{8E63E586-90BA-481A-AB23-68563B040E71}" srcOrd="1" destOrd="0" parTransId="{8C4ACF84-3F6C-40F7-B994-E45EC8B76F89}" sibTransId="{B27B5DBB-9ADD-4268-9A53-BAC9DFAF2BCF}"/>
    <dgm:cxn modelId="{130ACDDC-715C-43DC-A271-7F43133963A4}" type="presOf" srcId="{94BA72F6-E034-4497-B499-1E116BE3D8D5}" destId="{CA4A387E-F8AB-413F-BEBE-8B6CC1076CD8}" srcOrd="0" destOrd="0" presId="urn:microsoft.com/office/officeart/2018/2/layout/IconVerticalSolidList"/>
    <dgm:cxn modelId="{954A05F5-ABAB-438B-8CC3-A9D8D3E7028A}" srcId="{1274A5D7-C9B8-44DC-A61D-BF5ADDE5ECD3}" destId="{C5CB69EB-9AAC-455A-B596-C6B38FB54DB6}" srcOrd="0" destOrd="0" parTransId="{2E05572A-89F6-4981-A77B-0CDBFF65B7FA}" sibTransId="{3A550AFE-6E7F-4145-AA92-CFC7E33BF129}"/>
    <dgm:cxn modelId="{8B72DD33-887C-4B6F-AA96-BA67824357B6}" type="presParOf" srcId="{5652A57A-1BC6-4F3B-B203-BCC3A80BE483}" destId="{29647F86-CE62-4596-BAB4-78004CEE70B8}" srcOrd="0" destOrd="0" presId="urn:microsoft.com/office/officeart/2018/2/layout/IconVerticalSolidList"/>
    <dgm:cxn modelId="{A6303B42-6309-44E4-A90F-70A1E2BB4049}" type="presParOf" srcId="{29647F86-CE62-4596-BAB4-78004CEE70B8}" destId="{ADFF34E0-39A3-4D3A-AC00-8FDAE8DE5459}" srcOrd="0" destOrd="0" presId="urn:microsoft.com/office/officeart/2018/2/layout/IconVerticalSolidList"/>
    <dgm:cxn modelId="{298C4274-D276-4016-8C95-BC53BC0D544E}" type="presParOf" srcId="{29647F86-CE62-4596-BAB4-78004CEE70B8}" destId="{0955A7AD-12D6-43D7-A209-85AF7443BA2F}" srcOrd="1" destOrd="0" presId="urn:microsoft.com/office/officeart/2018/2/layout/IconVerticalSolidList"/>
    <dgm:cxn modelId="{B7115057-1924-46D0-891E-D0E3CFCAF0D3}" type="presParOf" srcId="{29647F86-CE62-4596-BAB4-78004CEE70B8}" destId="{491387E8-ADDB-44C8-9BB6-8D050AB99193}" srcOrd="2" destOrd="0" presId="urn:microsoft.com/office/officeart/2018/2/layout/IconVerticalSolidList"/>
    <dgm:cxn modelId="{0A93B9A5-EA3D-499B-BD1D-A563A85A33DF}" type="presParOf" srcId="{29647F86-CE62-4596-BAB4-78004CEE70B8}" destId="{3EEF3E3D-DDA8-4FF5-B553-524822AF22D2}" srcOrd="3" destOrd="0" presId="urn:microsoft.com/office/officeart/2018/2/layout/IconVerticalSolidList"/>
    <dgm:cxn modelId="{F944BD6A-1716-4BB6-9AA5-C9CE388A5250}" type="presParOf" srcId="{5652A57A-1BC6-4F3B-B203-BCC3A80BE483}" destId="{41F01073-DA8A-41D4-9ECC-6956E717A57E}" srcOrd="1" destOrd="0" presId="urn:microsoft.com/office/officeart/2018/2/layout/IconVerticalSolidList"/>
    <dgm:cxn modelId="{3ED5ED5B-D2E7-40D2-A8C1-02AD63E30943}" type="presParOf" srcId="{5652A57A-1BC6-4F3B-B203-BCC3A80BE483}" destId="{EB8E2A37-EDCA-4602-BAEA-0EE741DD081B}" srcOrd="2" destOrd="0" presId="urn:microsoft.com/office/officeart/2018/2/layout/IconVerticalSolidList"/>
    <dgm:cxn modelId="{6ECE433D-5714-4B68-BA01-5D9375E33F7E}" type="presParOf" srcId="{EB8E2A37-EDCA-4602-BAEA-0EE741DD081B}" destId="{D33FE8C0-6999-41E9-A851-947411AF1F85}" srcOrd="0" destOrd="0" presId="urn:microsoft.com/office/officeart/2018/2/layout/IconVerticalSolidList"/>
    <dgm:cxn modelId="{397E63AC-3709-4503-9C21-16FE6F680647}" type="presParOf" srcId="{EB8E2A37-EDCA-4602-BAEA-0EE741DD081B}" destId="{D4E71600-53E8-47FB-8747-10780A3C3DC3}" srcOrd="1" destOrd="0" presId="urn:microsoft.com/office/officeart/2018/2/layout/IconVerticalSolidList"/>
    <dgm:cxn modelId="{AFB04786-D2A2-4B73-B979-4974F41549E5}" type="presParOf" srcId="{EB8E2A37-EDCA-4602-BAEA-0EE741DD081B}" destId="{6A10BC22-DD5C-4F9D-B7D7-3592A6D79A31}" srcOrd="2" destOrd="0" presId="urn:microsoft.com/office/officeart/2018/2/layout/IconVerticalSolidList"/>
    <dgm:cxn modelId="{60469FC5-5C78-4260-8779-3C534486772F}" type="presParOf" srcId="{EB8E2A37-EDCA-4602-BAEA-0EE741DD081B}" destId="{DEBF406A-B6DD-48E7-89AD-265C626ACF2E}" srcOrd="3" destOrd="0" presId="urn:microsoft.com/office/officeart/2018/2/layout/IconVerticalSolidList"/>
    <dgm:cxn modelId="{03EBB333-2534-4298-8B7B-0448FC5676A0}" type="presParOf" srcId="{5652A57A-1BC6-4F3B-B203-BCC3A80BE483}" destId="{CAEA5BBA-1192-4581-B972-295532B475EB}" srcOrd="3" destOrd="0" presId="urn:microsoft.com/office/officeart/2018/2/layout/IconVerticalSolidList"/>
    <dgm:cxn modelId="{B2D67A34-A4D4-491D-9B61-A721C85FCE90}" type="presParOf" srcId="{5652A57A-1BC6-4F3B-B203-BCC3A80BE483}" destId="{72C88303-875A-4519-B772-5976387E9D92}" srcOrd="4" destOrd="0" presId="urn:microsoft.com/office/officeart/2018/2/layout/IconVerticalSolidList"/>
    <dgm:cxn modelId="{38022165-FE42-4E43-905B-8371608C033E}" type="presParOf" srcId="{72C88303-875A-4519-B772-5976387E9D92}" destId="{4912321E-B292-4183-9B45-8D8421D8DAC9}" srcOrd="0" destOrd="0" presId="urn:microsoft.com/office/officeart/2018/2/layout/IconVerticalSolidList"/>
    <dgm:cxn modelId="{DA4B97C0-7AFD-4640-98A5-98928BBC60C2}" type="presParOf" srcId="{72C88303-875A-4519-B772-5976387E9D92}" destId="{CD851A6B-BDBA-49D5-9CCC-23A3B882E6E2}" srcOrd="1" destOrd="0" presId="urn:microsoft.com/office/officeart/2018/2/layout/IconVerticalSolidList"/>
    <dgm:cxn modelId="{AF6C6562-8ABA-43B9-88E4-981B0E5B4441}" type="presParOf" srcId="{72C88303-875A-4519-B772-5976387E9D92}" destId="{4E129247-52D0-494D-A1CA-ED08C922E3B3}" srcOrd="2" destOrd="0" presId="urn:microsoft.com/office/officeart/2018/2/layout/IconVerticalSolidList"/>
    <dgm:cxn modelId="{DACEA4A5-D56F-45EA-AC3D-7995D3427E43}" type="presParOf" srcId="{72C88303-875A-4519-B772-5976387E9D92}" destId="{21E63FEE-A12E-4831-9D14-6B0791A3819D}" srcOrd="3" destOrd="0" presId="urn:microsoft.com/office/officeart/2018/2/layout/IconVerticalSolidList"/>
    <dgm:cxn modelId="{2CFFD570-9C40-4B77-A5C1-45223FDA7286}" type="presParOf" srcId="{5652A57A-1BC6-4F3B-B203-BCC3A80BE483}" destId="{DE4FC390-7D65-46A0-AAA4-93C2207BD384}" srcOrd="5" destOrd="0" presId="urn:microsoft.com/office/officeart/2018/2/layout/IconVerticalSolidList"/>
    <dgm:cxn modelId="{DA7B0451-FCF6-440C-9D19-4B2F93D10124}" type="presParOf" srcId="{5652A57A-1BC6-4F3B-B203-BCC3A80BE483}" destId="{466E86AD-BB4F-4577-A856-CC078CE48721}" srcOrd="6" destOrd="0" presId="urn:microsoft.com/office/officeart/2018/2/layout/IconVerticalSolidList"/>
    <dgm:cxn modelId="{64573AED-5438-4B84-965B-FC040F7134A0}" type="presParOf" srcId="{466E86AD-BB4F-4577-A856-CC078CE48721}" destId="{95DA42ED-C4CC-4C2F-BC27-5EB9D3C50D31}" srcOrd="0" destOrd="0" presId="urn:microsoft.com/office/officeart/2018/2/layout/IconVerticalSolidList"/>
    <dgm:cxn modelId="{663FC777-4CB7-476A-BA4C-D242B6F8498B}" type="presParOf" srcId="{466E86AD-BB4F-4577-A856-CC078CE48721}" destId="{B76E509F-4380-4ED3-8423-24CD56FFC0F6}" srcOrd="1" destOrd="0" presId="urn:microsoft.com/office/officeart/2018/2/layout/IconVerticalSolidList"/>
    <dgm:cxn modelId="{36476755-91AA-4339-BF35-CBB842F51894}" type="presParOf" srcId="{466E86AD-BB4F-4577-A856-CC078CE48721}" destId="{CD4B29A2-208C-449D-8C98-C3564E3C393C}" srcOrd="2" destOrd="0" presId="urn:microsoft.com/office/officeart/2018/2/layout/IconVerticalSolidList"/>
    <dgm:cxn modelId="{6F5DD635-15BA-4C58-930B-7DB26AFC36A5}" type="presParOf" srcId="{466E86AD-BB4F-4577-A856-CC078CE48721}" destId="{CA4A387E-F8AB-413F-BEBE-8B6CC1076C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87179C-DB4D-4FB0-9E4D-7D88E157B4C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D9FD9DA-2A06-4569-BB56-82E7F960AE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Collect data from the outside world and convert it for the computer</a:t>
          </a:r>
          <a:endParaRPr lang="en-US"/>
        </a:p>
      </dgm:t>
    </dgm:pt>
    <dgm:pt modelId="{E51276E0-5CFF-4AB0-97F3-5FC1E2B001A6}" type="parTrans" cxnId="{1FD04B82-25A0-4A1F-BB31-B6D040B73299}">
      <dgm:prSet/>
      <dgm:spPr/>
      <dgm:t>
        <a:bodyPr/>
        <a:lstStyle/>
        <a:p>
          <a:endParaRPr lang="en-US"/>
        </a:p>
      </dgm:t>
    </dgm:pt>
    <dgm:pt modelId="{C01421FA-5E2E-49CF-9A7E-7A1BD6B51A0F}" type="sibTrans" cxnId="{1FD04B82-25A0-4A1F-BB31-B6D040B732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82D157-8534-4711-8793-1BCB062C8D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Common devices: </a:t>
          </a:r>
          <a:r>
            <a:rPr lang="en-US" b="0" i="0" baseline="0" dirty="0"/>
            <a:t>keyboard, mouse, touchpad, microphones, scanners, cameras, graphics tablets</a:t>
          </a:r>
          <a:endParaRPr lang="en-US" dirty="0"/>
        </a:p>
      </dgm:t>
    </dgm:pt>
    <dgm:pt modelId="{FC7FC016-44EC-42F8-84CA-42A18E5300EE}" type="parTrans" cxnId="{8AAC8D40-0EF1-4B61-A275-52E24F6D928B}">
      <dgm:prSet/>
      <dgm:spPr/>
      <dgm:t>
        <a:bodyPr/>
        <a:lstStyle/>
        <a:p>
          <a:endParaRPr lang="en-US"/>
        </a:p>
      </dgm:t>
    </dgm:pt>
    <dgm:pt modelId="{A3E95A1E-DD93-46E6-B1E4-B2778F3BE079}" type="sibTrans" cxnId="{8AAC8D40-0EF1-4B61-A275-52E24F6D92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C47B4B8-9164-4269-8290-9A0809DE47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Sensors can collect data like temperature, light, sound, and movement</a:t>
          </a:r>
          <a:endParaRPr lang="en-US"/>
        </a:p>
      </dgm:t>
    </dgm:pt>
    <dgm:pt modelId="{B7ED0378-A061-41CB-8066-C7EADC6AF92E}" type="parTrans" cxnId="{4537296F-2519-4E15-9E3A-0F80B509795E}">
      <dgm:prSet/>
      <dgm:spPr/>
      <dgm:t>
        <a:bodyPr/>
        <a:lstStyle/>
        <a:p>
          <a:endParaRPr lang="en-US"/>
        </a:p>
      </dgm:t>
    </dgm:pt>
    <dgm:pt modelId="{028CFA3D-0614-4521-9BDC-2584EB4F38DC}" type="sibTrans" cxnId="{4537296F-2519-4E15-9E3A-0F80B509795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B2387D-0B30-41E8-A451-F36DD355E6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Input data is stored in memory until processed by the CPU</a:t>
          </a:r>
          <a:endParaRPr lang="en-US"/>
        </a:p>
      </dgm:t>
    </dgm:pt>
    <dgm:pt modelId="{6B752D3F-583C-44E1-94CD-8D6FE17BCADE}" type="parTrans" cxnId="{A3A8E62D-1EFC-4803-9D19-4D068669DCFE}">
      <dgm:prSet/>
      <dgm:spPr/>
      <dgm:t>
        <a:bodyPr/>
        <a:lstStyle/>
        <a:p>
          <a:endParaRPr lang="en-US"/>
        </a:p>
      </dgm:t>
    </dgm:pt>
    <dgm:pt modelId="{3DE52911-0AE5-4E24-9D1C-5BEB45CB9F56}" type="sibTrans" cxnId="{A3A8E62D-1EFC-4803-9D19-4D068669DCFE}">
      <dgm:prSet/>
      <dgm:spPr/>
      <dgm:t>
        <a:bodyPr/>
        <a:lstStyle/>
        <a:p>
          <a:endParaRPr lang="en-US"/>
        </a:p>
      </dgm:t>
    </dgm:pt>
    <dgm:pt modelId="{75E17364-9108-431A-B72C-0F3DE3CC8A02}" type="pres">
      <dgm:prSet presAssocID="{C187179C-DB4D-4FB0-9E4D-7D88E157B4C0}" presName="root" presStyleCnt="0">
        <dgm:presLayoutVars>
          <dgm:dir/>
          <dgm:resizeHandles val="exact"/>
        </dgm:presLayoutVars>
      </dgm:prSet>
      <dgm:spPr/>
    </dgm:pt>
    <dgm:pt modelId="{5E8894F2-2327-49BA-AB0F-B5C75521CA68}" type="pres">
      <dgm:prSet presAssocID="{C187179C-DB4D-4FB0-9E4D-7D88E157B4C0}" presName="container" presStyleCnt="0">
        <dgm:presLayoutVars>
          <dgm:dir/>
          <dgm:resizeHandles val="exact"/>
        </dgm:presLayoutVars>
      </dgm:prSet>
      <dgm:spPr/>
    </dgm:pt>
    <dgm:pt modelId="{9C93C5C2-1AA5-405B-A29C-C73C1E6FF1E0}" type="pres">
      <dgm:prSet presAssocID="{AD9FD9DA-2A06-4569-BB56-82E7F960AEE7}" presName="compNode" presStyleCnt="0"/>
      <dgm:spPr/>
    </dgm:pt>
    <dgm:pt modelId="{8CE4D0B9-43EE-4E98-9899-EF5285CCCB5E}" type="pres">
      <dgm:prSet presAssocID="{AD9FD9DA-2A06-4569-BB56-82E7F960AEE7}" presName="iconBgRect" presStyleLbl="bgShp" presStyleIdx="0" presStyleCnt="4"/>
      <dgm:spPr/>
    </dgm:pt>
    <dgm:pt modelId="{2BF099D0-C3AF-4248-B4A4-3FA1FD442496}" type="pres">
      <dgm:prSet presAssocID="{AD9FD9DA-2A06-4569-BB56-82E7F960AEE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E4A072E-8C9F-472E-B7C4-8D04F011DFF3}" type="pres">
      <dgm:prSet presAssocID="{AD9FD9DA-2A06-4569-BB56-82E7F960AEE7}" presName="spaceRect" presStyleCnt="0"/>
      <dgm:spPr/>
    </dgm:pt>
    <dgm:pt modelId="{952DF5F5-7D62-447A-A233-FA9B17CEFEFE}" type="pres">
      <dgm:prSet presAssocID="{AD9FD9DA-2A06-4569-BB56-82E7F960AEE7}" presName="textRect" presStyleLbl="revTx" presStyleIdx="0" presStyleCnt="4">
        <dgm:presLayoutVars>
          <dgm:chMax val="1"/>
          <dgm:chPref val="1"/>
        </dgm:presLayoutVars>
      </dgm:prSet>
      <dgm:spPr/>
    </dgm:pt>
    <dgm:pt modelId="{87EB535D-37F5-49D9-8F4D-2BF840EDBA1C}" type="pres">
      <dgm:prSet presAssocID="{C01421FA-5E2E-49CF-9A7E-7A1BD6B51A0F}" presName="sibTrans" presStyleLbl="sibTrans2D1" presStyleIdx="0" presStyleCnt="0"/>
      <dgm:spPr/>
    </dgm:pt>
    <dgm:pt modelId="{3A55E20C-1F7F-497E-B812-CB63662B751E}" type="pres">
      <dgm:prSet presAssocID="{5B82D157-8534-4711-8793-1BCB062C8DCC}" presName="compNode" presStyleCnt="0"/>
      <dgm:spPr/>
    </dgm:pt>
    <dgm:pt modelId="{8EB35BC4-91BF-4CED-BD7B-49A3A443EB32}" type="pres">
      <dgm:prSet presAssocID="{5B82D157-8534-4711-8793-1BCB062C8DCC}" presName="iconBgRect" presStyleLbl="bgShp" presStyleIdx="1" presStyleCnt="4"/>
      <dgm:spPr/>
    </dgm:pt>
    <dgm:pt modelId="{58473611-FE27-41D3-B1D5-E2D4CEFB53A0}" type="pres">
      <dgm:prSet presAssocID="{5B82D157-8534-4711-8793-1BCB062C8D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6EAF0BE-9FDC-4AB5-AFE3-571C69B1DB6D}" type="pres">
      <dgm:prSet presAssocID="{5B82D157-8534-4711-8793-1BCB062C8DCC}" presName="spaceRect" presStyleCnt="0"/>
      <dgm:spPr/>
    </dgm:pt>
    <dgm:pt modelId="{5CB1F14D-C69B-401A-AE76-D9AC3B52A35F}" type="pres">
      <dgm:prSet presAssocID="{5B82D157-8534-4711-8793-1BCB062C8DCC}" presName="textRect" presStyleLbl="revTx" presStyleIdx="1" presStyleCnt="4">
        <dgm:presLayoutVars>
          <dgm:chMax val="1"/>
          <dgm:chPref val="1"/>
        </dgm:presLayoutVars>
      </dgm:prSet>
      <dgm:spPr/>
    </dgm:pt>
    <dgm:pt modelId="{ED1C8C94-DD9F-4C38-BBD3-7DC45A8C7A7F}" type="pres">
      <dgm:prSet presAssocID="{A3E95A1E-DD93-46E6-B1E4-B2778F3BE079}" presName="sibTrans" presStyleLbl="sibTrans2D1" presStyleIdx="0" presStyleCnt="0"/>
      <dgm:spPr/>
    </dgm:pt>
    <dgm:pt modelId="{25BAE237-4213-48F9-91D1-AC563CBFB49D}" type="pres">
      <dgm:prSet presAssocID="{BC47B4B8-9164-4269-8290-9A0809DE477F}" presName="compNode" presStyleCnt="0"/>
      <dgm:spPr/>
    </dgm:pt>
    <dgm:pt modelId="{9C9B8079-6F6A-42C2-B426-6CFBD06437E6}" type="pres">
      <dgm:prSet presAssocID="{BC47B4B8-9164-4269-8290-9A0809DE477F}" presName="iconBgRect" presStyleLbl="bgShp" presStyleIdx="2" presStyleCnt="4"/>
      <dgm:spPr/>
    </dgm:pt>
    <dgm:pt modelId="{931F603E-BB78-42DC-98BF-0E824EE00403}" type="pres">
      <dgm:prSet presAssocID="{BC47B4B8-9164-4269-8290-9A0809DE47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F3F0C4A0-7AA5-432B-862D-35ADB9EF4BA6}" type="pres">
      <dgm:prSet presAssocID="{BC47B4B8-9164-4269-8290-9A0809DE477F}" presName="spaceRect" presStyleCnt="0"/>
      <dgm:spPr/>
    </dgm:pt>
    <dgm:pt modelId="{0140CFF9-6E7B-4593-9325-D91A4B3BE68B}" type="pres">
      <dgm:prSet presAssocID="{BC47B4B8-9164-4269-8290-9A0809DE477F}" presName="textRect" presStyleLbl="revTx" presStyleIdx="2" presStyleCnt="4">
        <dgm:presLayoutVars>
          <dgm:chMax val="1"/>
          <dgm:chPref val="1"/>
        </dgm:presLayoutVars>
      </dgm:prSet>
      <dgm:spPr/>
    </dgm:pt>
    <dgm:pt modelId="{105AD3EB-0860-4C21-BAB4-DC4811860E0F}" type="pres">
      <dgm:prSet presAssocID="{028CFA3D-0614-4521-9BDC-2584EB4F38DC}" presName="sibTrans" presStyleLbl="sibTrans2D1" presStyleIdx="0" presStyleCnt="0"/>
      <dgm:spPr/>
    </dgm:pt>
    <dgm:pt modelId="{385BD1DB-D9FE-493C-972A-33C967DA217A}" type="pres">
      <dgm:prSet presAssocID="{9EB2387D-0B30-41E8-A451-F36DD355E613}" presName="compNode" presStyleCnt="0"/>
      <dgm:spPr/>
    </dgm:pt>
    <dgm:pt modelId="{8BE6D084-FD9B-44BE-842B-04A9CFEC6CC3}" type="pres">
      <dgm:prSet presAssocID="{9EB2387D-0B30-41E8-A451-F36DD355E613}" presName="iconBgRect" presStyleLbl="bgShp" presStyleIdx="3" presStyleCnt="4"/>
      <dgm:spPr/>
    </dgm:pt>
    <dgm:pt modelId="{06DC4169-C39E-4C89-819A-C85E3C41102C}" type="pres">
      <dgm:prSet presAssocID="{9EB2387D-0B30-41E8-A451-F36DD355E6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2D11D0-F946-40B0-8A1A-5849F76E04F1}" type="pres">
      <dgm:prSet presAssocID="{9EB2387D-0B30-41E8-A451-F36DD355E613}" presName="spaceRect" presStyleCnt="0"/>
      <dgm:spPr/>
    </dgm:pt>
    <dgm:pt modelId="{80C33BCE-6A7F-482C-845B-2C3D5FEDED4C}" type="pres">
      <dgm:prSet presAssocID="{9EB2387D-0B30-41E8-A451-F36DD355E6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A8E62D-1EFC-4803-9D19-4D068669DCFE}" srcId="{C187179C-DB4D-4FB0-9E4D-7D88E157B4C0}" destId="{9EB2387D-0B30-41E8-A451-F36DD355E613}" srcOrd="3" destOrd="0" parTransId="{6B752D3F-583C-44E1-94CD-8D6FE17BCADE}" sibTransId="{3DE52911-0AE5-4E24-9D1C-5BEB45CB9F56}"/>
    <dgm:cxn modelId="{8AAC8D40-0EF1-4B61-A275-52E24F6D928B}" srcId="{C187179C-DB4D-4FB0-9E4D-7D88E157B4C0}" destId="{5B82D157-8534-4711-8793-1BCB062C8DCC}" srcOrd="1" destOrd="0" parTransId="{FC7FC016-44EC-42F8-84CA-42A18E5300EE}" sibTransId="{A3E95A1E-DD93-46E6-B1E4-B2778F3BE079}"/>
    <dgm:cxn modelId="{66CB9844-3A12-49F9-997E-3A2912166AB1}" type="presOf" srcId="{C01421FA-5E2E-49CF-9A7E-7A1BD6B51A0F}" destId="{87EB535D-37F5-49D9-8F4D-2BF840EDBA1C}" srcOrd="0" destOrd="0" presId="urn:microsoft.com/office/officeart/2018/2/layout/IconCircleList"/>
    <dgm:cxn modelId="{0A738049-0335-43AE-8875-5895CA475DF4}" type="presOf" srcId="{C187179C-DB4D-4FB0-9E4D-7D88E157B4C0}" destId="{75E17364-9108-431A-B72C-0F3DE3CC8A02}" srcOrd="0" destOrd="0" presId="urn:microsoft.com/office/officeart/2018/2/layout/IconCircleList"/>
    <dgm:cxn modelId="{4537296F-2519-4E15-9E3A-0F80B509795E}" srcId="{C187179C-DB4D-4FB0-9E4D-7D88E157B4C0}" destId="{BC47B4B8-9164-4269-8290-9A0809DE477F}" srcOrd="2" destOrd="0" parTransId="{B7ED0378-A061-41CB-8066-C7EADC6AF92E}" sibTransId="{028CFA3D-0614-4521-9BDC-2584EB4F38DC}"/>
    <dgm:cxn modelId="{1FD04B82-25A0-4A1F-BB31-B6D040B73299}" srcId="{C187179C-DB4D-4FB0-9E4D-7D88E157B4C0}" destId="{AD9FD9DA-2A06-4569-BB56-82E7F960AEE7}" srcOrd="0" destOrd="0" parTransId="{E51276E0-5CFF-4AB0-97F3-5FC1E2B001A6}" sibTransId="{C01421FA-5E2E-49CF-9A7E-7A1BD6B51A0F}"/>
    <dgm:cxn modelId="{8BCDDE8B-2581-4785-8839-3738725AE536}" type="presOf" srcId="{028CFA3D-0614-4521-9BDC-2584EB4F38DC}" destId="{105AD3EB-0860-4C21-BAB4-DC4811860E0F}" srcOrd="0" destOrd="0" presId="urn:microsoft.com/office/officeart/2018/2/layout/IconCircleList"/>
    <dgm:cxn modelId="{0EDE2890-BFD6-40ED-B2E6-9A87030B0E9E}" type="presOf" srcId="{9EB2387D-0B30-41E8-A451-F36DD355E613}" destId="{80C33BCE-6A7F-482C-845B-2C3D5FEDED4C}" srcOrd="0" destOrd="0" presId="urn:microsoft.com/office/officeart/2018/2/layout/IconCircleList"/>
    <dgm:cxn modelId="{D9F288DF-E490-43C0-A80C-266F6B892CB5}" type="presOf" srcId="{AD9FD9DA-2A06-4569-BB56-82E7F960AEE7}" destId="{952DF5F5-7D62-447A-A233-FA9B17CEFEFE}" srcOrd="0" destOrd="0" presId="urn:microsoft.com/office/officeart/2018/2/layout/IconCircleList"/>
    <dgm:cxn modelId="{045F17E0-CAD7-42A0-B140-E04754EE9BA6}" type="presOf" srcId="{BC47B4B8-9164-4269-8290-9A0809DE477F}" destId="{0140CFF9-6E7B-4593-9325-D91A4B3BE68B}" srcOrd="0" destOrd="0" presId="urn:microsoft.com/office/officeart/2018/2/layout/IconCircleList"/>
    <dgm:cxn modelId="{654C0BE2-10EE-47BC-8434-2776DA5118F0}" type="presOf" srcId="{A3E95A1E-DD93-46E6-B1E4-B2778F3BE079}" destId="{ED1C8C94-DD9F-4C38-BBD3-7DC45A8C7A7F}" srcOrd="0" destOrd="0" presId="urn:microsoft.com/office/officeart/2018/2/layout/IconCircleList"/>
    <dgm:cxn modelId="{4778B6FA-D7F6-4866-A6EA-436CE0009FBB}" type="presOf" srcId="{5B82D157-8534-4711-8793-1BCB062C8DCC}" destId="{5CB1F14D-C69B-401A-AE76-D9AC3B52A35F}" srcOrd="0" destOrd="0" presId="urn:microsoft.com/office/officeart/2018/2/layout/IconCircleList"/>
    <dgm:cxn modelId="{791FBA76-97D5-4AB4-9545-020BBABA2B3C}" type="presParOf" srcId="{75E17364-9108-431A-B72C-0F3DE3CC8A02}" destId="{5E8894F2-2327-49BA-AB0F-B5C75521CA68}" srcOrd="0" destOrd="0" presId="urn:microsoft.com/office/officeart/2018/2/layout/IconCircleList"/>
    <dgm:cxn modelId="{D407C2F4-190C-4226-895B-46130438301D}" type="presParOf" srcId="{5E8894F2-2327-49BA-AB0F-B5C75521CA68}" destId="{9C93C5C2-1AA5-405B-A29C-C73C1E6FF1E0}" srcOrd="0" destOrd="0" presId="urn:microsoft.com/office/officeart/2018/2/layout/IconCircleList"/>
    <dgm:cxn modelId="{70E03E9D-3F37-450B-A768-F05762D9DECB}" type="presParOf" srcId="{9C93C5C2-1AA5-405B-A29C-C73C1E6FF1E0}" destId="{8CE4D0B9-43EE-4E98-9899-EF5285CCCB5E}" srcOrd="0" destOrd="0" presId="urn:microsoft.com/office/officeart/2018/2/layout/IconCircleList"/>
    <dgm:cxn modelId="{378F56AC-E9F2-4D1B-98E1-3EE1E203B329}" type="presParOf" srcId="{9C93C5C2-1AA5-405B-A29C-C73C1E6FF1E0}" destId="{2BF099D0-C3AF-4248-B4A4-3FA1FD442496}" srcOrd="1" destOrd="0" presId="urn:microsoft.com/office/officeart/2018/2/layout/IconCircleList"/>
    <dgm:cxn modelId="{476DCAC1-3134-417A-B17C-C16CEE605B9E}" type="presParOf" srcId="{9C93C5C2-1AA5-405B-A29C-C73C1E6FF1E0}" destId="{3E4A072E-8C9F-472E-B7C4-8D04F011DFF3}" srcOrd="2" destOrd="0" presId="urn:microsoft.com/office/officeart/2018/2/layout/IconCircleList"/>
    <dgm:cxn modelId="{807956FA-DB6B-48A9-BEA1-290859140D25}" type="presParOf" srcId="{9C93C5C2-1AA5-405B-A29C-C73C1E6FF1E0}" destId="{952DF5F5-7D62-447A-A233-FA9B17CEFEFE}" srcOrd="3" destOrd="0" presId="urn:microsoft.com/office/officeart/2018/2/layout/IconCircleList"/>
    <dgm:cxn modelId="{32FCD8ED-F0BD-4A1D-A73A-C6B5ECA96133}" type="presParOf" srcId="{5E8894F2-2327-49BA-AB0F-B5C75521CA68}" destId="{87EB535D-37F5-49D9-8F4D-2BF840EDBA1C}" srcOrd="1" destOrd="0" presId="urn:microsoft.com/office/officeart/2018/2/layout/IconCircleList"/>
    <dgm:cxn modelId="{D48E3692-5391-44DE-9D06-86DDB07ABE91}" type="presParOf" srcId="{5E8894F2-2327-49BA-AB0F-B5C75521CA68}" destId="{3A55E20C-1F7F-497E-B812-CB63662B751E}" srcOrd="2" destOrd="0" presId="urn:microsoft.com/office/officeart/2018/2/layout/IconCircleList"/>
    <dgm:cxn modelId="{14C6CF99-6365-4377-9FD1-547BE5C5E25C}" type="presParOf" srcId="{3A55E20C-1F7F-497E-B812-CB63662B751E}" destId="{8EB35BC4-91BF-4CED-BD7B-49A3A443EB32}" srcOrd="0" destOrd="0" presId="urn:microsoft.com/office/officeart/2018/2/layout/IconCircleList"/>
    <dgm:cxn modelId="{910A3CD3-742F-4182-AAEA-89E35A6EAED5}" type="presParOf" srcId="{3A55E20C-1F7F-497E-B812-CB63662B751E}" destId="{58473611-FE27-41D3-B1D5-E2D4CEFB53A0}" srcOrd="1" destOrd="0" presId="urn:microsoft.com/office/officeart/2018/2/layout/IconCircleList"/>
    <dgm:cxn modelId="{FAD9E4D1-94C5-46FB-B935-B6BD1F0640B7}" type="presParOf" srcId="{3A55E20C-1F7F-497E-B812-CB63662B751E}" destId="{D6EAF0BE-9FDC-4AB5-AFE3-571C69B1DB6D}" srcOrd="2" destOrd="0" presId="urn:microsoft.com/office/officeart/2018/2/layout/IconCircleList"/>
    <dgm:cxn modelId="{921DCD0E-1542-4212-9E47-D67C60B301B0}" type="presParOf" srcId="{3A55E20C-1F7F-497E-B812-CB63662B751E}" destId="{5CB1F14D-C69B-401A-AE76-D9AC3B52A35F}" srcOrd="3" destOrd="0" presId="urn:microsoft.com/office/officeart/2018/2/layout/IconCircleList"/>
    <dgm:cxn modelId="{207AC0D5-3AA8-470E-94D8-66029E4CB193}" type="presParOf" srcId="{5E8894F2-2327-49BA-AB0F-B5C75521CA68}" destId="{ED1C8C94-DD9F-4C38-BBD3-7DC45A8C7A7F}" srcOrd="3" destOrd="0" presId="urn:microsoft.com/office/officeart/2018/2/layout/IconCircleList"/>
    <dgm:cxn modelId="{D926E8F6-416C-411A-8D20-586279F51B35}" type="presParOf" srcId="{5E8894F2-2327-49BA-AB0F-B5C75521CA68}" destId="{25BAE237-4213-48F9-91D1-AC563CBFB49D}" srcOrd="4" destOrd="0" presId="urn:microsoft.com/office/officeart/2018/2/layout/IconCircleList"/>
    <dgm:cxn modelId="{23A5B138-DD55-4116-B95B-2E58E6E94DCC}" type="presParOf" srcId="{25BAE237-4213-48F9-91D1-AC563CBFB49D}" destId="{9C9B8079-6F6A-42C2-B426-6CFBD06437E6}" srcOrd="0" destOrd="0" presId="urn:microsoft.com/office/officeart/2018/2/layout/IconCircleList"/>
    <dgm:cxn modelId="{C28B7A3A-160A-40C7-8296-A744E87D38F9}" type="presParOf" srcId="{25BAE237-4213-48F9-91D1-AC563CBFB49D}" destId="{931F603E-BB78-42DC-98BF-0E824EE00403}" srcOrd="1" destOrd="0" presId="urn:microsoft.com/office/officeart/2018/2/layout/IconCircleList"/>
    <dgm:cxn modelId="{F32EE60C-EDA0-4591-9E55-CA4B1F2B2DA9}" type="presParOf" srcId="{25BAE237-4213-48F9-91D1-AC563CBFB49D}" destId="{F3F0C4A0-7AA5-432B-862D-35ADB9EF4BA6}" srcOrd="2" destOrd="0" presId="urn:microsoft.com/office/officeart/2018/2/layout/IconCircleList"/>
    <dgm:cxn modelId="{9BAD499B-3E48-4A61-B64B-39BBB4298F09}" type="presParOf" srcId="{25BAE237-4213-48F9-91D1-AC563CBFB49D}" destId="{0140CFF9-6E7B-4593-9325-D91A4B3BE68B}" srcOrd="3" destOrd="0" presId="urn:microsoft.com/office/officeart/2018/2/layout/IconCircleList"/>
    <dgm:cxn modelId="{3555049B-63D9-456E-B1DD-C00A1705BABC}" type="presParOf" srcId="{5E8894F2-2327-49BA-AB0F-B5C75521CA68}" destId="{105AD3EB-0860-4C21-BAB4-DC4811860E0F}" srcOrd="5" destOrd="0" presId="urn:microsoft.com/office/officeart/2018/2/layout/IconCircleList"/>
    <dgm:cxn modelId="{2C8FBD37-2537-4AF4-A085-D219AA7C17C7}" type="presParOf" srcId="{5E8894F2-2327-49BA-AB0F-B5C75521CA68}" destId="{385BD1DB-D9FE-493C-972A-33C967DA217A}" srcOrd="6" destOrd="0" presId="urn:microsoft.com/office/officeart/2018/2/layout/IconCircleList"/>
    <dgm:cxn modelId="{8D40B1A0-FEB8-4DC6-8BCF-0989B1918969}" type="presParOf" srcId="{385BD1DB-D9FE-493C-972A-33C967DA217A}" destId="{8BE6D084-FD9B-44BE-842B-04A9CFEC6CC3}" srcOrd="0" destOrd="0" presId="urn:microsoft.com/office/officeart/2018/2/layout/IconCircleList"/>
    <dgm:cxn modelId="{D21D9342-12E1-44D7-9382-4ACD34D62158}" type="presParOf" srcId="{385BD1DB-D9FE-493C-972A-33C967DA217A}" destId="{06DC4169-C39E-4C89-819A-C85E3C41102C}" srcOrd="1" destOrd="0" presId="urn:microsoft.com/office/officeart/2018/2/layout/IconCircleList"/>
    <dgm:cxn modelId="{04573926-0AD6-46B3-852A-73B6FE3350EA}" type="presParOf" srcId="{385BD1DB-D9FE-493C-972A-33C967DA217A}" destId="{132D11D0-F946-40B0-8A1A-5849F76E04F1}" srcOrd="2" destOrd="0" presId="urn:microsoft.com/office/officeart/2018/2/layout/IconCircleList"/>
    <dgm:cxn modelId="{85A60438-BB15-45B9-9DF3-30D384E3944E}" type="presParOf" srcId="{385BD1DB-D9FE-493C-972A-33C967DA217A}" destId="{80C33BCE-6A7F-482C-845B-2C3D5FEDED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4D1463-F65B-4245-82B7-5CF375B4452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5E112A8-4D5B-4C8C-BFE9-D4A8CDD7FB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Communicate information from computer to user</a:t>
          </a:r>
          <a:endParaRPr lang="en-US"/>
        </a:p>
      </dgm:t>
    </dgm:pt>
    <dgm:pt modelId="{2BCA2611-D8CD-4913-A0ED-9DEB7DDBA9BA}" type="parTrans" cxnId="{089664A7-5F32-4C30-96AD-DAEE938DCC8F}">
      <dgm:prSet/>
      <dgm:spPr/>
      <dgm:t>
        <a:bodyPr/>
        <a:lstStyle/>
        <a:p>
          <a:endParaRPr lang="en-US"/>
        </a:p>
      </dgm:t>
    </dgm:pt>
    <dgm:pt modelId="{3D1F7D30-6122-48B9-8B00-F1FA3973D505}" type="sibTrans" cxnId="{089664A7-5F32-4C30-96AD-DAEE938DCC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A84B3AD-070A-4F70-A895-AC639B846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Common devices: monitor, printer, speakers</a:t>
          </a:r>
          <a:endParaRPr lang="en-US"/>
        </a:p>
      </dgm:t>
    </dgm:pt>
    <dgm:pt modelId="{813BE1C9-7748-4745-BD82-D3D6182B7E32}" type="parTrans" cxnId="{ED0FA8C7-77BD-4815-8422-B6D5138AF218}">
      <dgm:prSet/>
      <dgm:spPr/>
      <dgm:t>
        <a:bodyPr/>
        <a:lstStyle/>
        <a:p>
          <a:endParaRPr lang="en-US"/>
        </a:p>
      </dgm:t>
    </dgm:pt>
    <dgm:pt modelId="{AF684C6D-5DA2-48BD-9987-DFEF3E5EC9F9}" type="sibTrans" cxnId="{ED0FA8C7-77BD-4815-8422-B6D5138AF2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391F1E-C481-4063-AEDF-5AE529C60B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Specialised output: 3D printers, laser cutters, head-up displays</a:t>
          </a:r>
          <a:endParaRPr lang="en-US"/>
        </a:p>
      </dgm:t>
    </dgm:pt>
    <dgm:pt modelId="{7C4CA1BB-A907-45F0-A557-0CD38CC99F0F}" type="parTrans" cxnId="{7F87F1EC-F7A8-4E9E-AA7B-04AE1AC2EBCD}">
      <dgm:prSet/>
      <dgm:spPr/>
      <dgm:t>
        <a:bodyPr/>
        <a:lstStyle/>
        <a:p>
          <a:endParaRPr lang="en-US"/>
        </a:p>
      </dgm:t>
    </dgm:pt>
    <dgm:pt modelId="{FAD20853-AFDD-485A-A1DF-EA02772CDDC7}" type="sibTrans" cxnId="{7F87F1EC-F7A8-4E9E-AA7B-04AE1AC2EB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D25B22-C64B-4F57-A885-563BF9B895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Monitors convert digital signals to visual patterns</a:t>
          </a:r>
          <a:endParaRPr lang="en-US"/>
        </a:p>
      </dgm:t>
    </dgm:pt>
    <dgm:pt modelId="{6AAD555D-7E5B-4FCA-B23E-04E478758CFB}" type="parTrans" cxnId="{317D889A-96F4-4A24-A5E6-78C3188A6F76}">
      <dgm:prSet/>
      <dgm:spPr/>
      <dgm:t>
        <a:bodyPr/>
        <a:lstStyle/>
        <a:p>
          <a:endParaRPr lang="en-US"/>
        </a:p>
      </dgm:t>
    </dgm:pt>
    <dgm:pt modelId="{65C86930-A64A-498C-BF47-3C81E34EADC1}" type="sibTrans" cxnId="{317D889A-96F4-4A24-A5E6-78C3188A6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0AB50A-2886-469C-877A-F5DB88A50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Speakers convert digital signals to sound waves</a:t>
          </a:r>
          <a:endParaRPr lang="en-US"/>
        </a:p>
      </dgm:t>
    </dgm:pt>
    <dgm:pt modelId="{F3D2D8CF-6D62-4207-893C-7A91979358D7}" type="parTrans" cxnId="{FEBC68D3-EC56-4502-8680-8E1860DF7AC1}">
      <dgm:prSet/>
      <dgm:spPr/>
      <dgm:t>
        <a:bodyPr/>
        <a:lstStyle/>
        <a:p>
          <a:endParaRPr lang="en-US"/>
        </a:p>
      </dgm:t>
    </dgm:pt>
    <dgm:pt modelId="{FB3C505C-0C14-4408-A5AE-2B8FA7A615CA}" type="sibTrans" cxnId="{FEBC68D3-EC56-4502-8680-8E1860DF7AC1}">
      <dgm:prSet/>
      <dgm:spPr/>
      <dgm:t>
        <a:bodyPr/>
        <a:lstStyle/>
        <a:p>
          <a:endParaRPr lang="en-US"/>
        </a:p>
      </dgm:t>
    </dgm:pt>
    <dgm:pt modelId="{8C547B3B-4B2E-4326-9551-8FFBBE0E9665}" type="pres">
      <dgm:prSet presAssocID="{D84D1463-F65B-4245-82B7-5CF375B44523}" presName="root" presStyleCnt="0">
        <dgm:presLayoutVars>
          <dgm:dir/>
          <dgm:resizeHandles val="exact"/>
        </dgm:presLayoutVars>
      </dgm:prSet>
      <dgm:spPr/>
    </dgm:pt>
    <dgm:pt modelId="{77F3E51B-080C-4C7A-91E9-3C825F169E8F}" type="pres">
      <dgm:prSet presAssocID="{D84D1463-F65B-4245-82B7-5CF375B44523}" presName="container" presStyleCnt="0">
        <dgm:presLayoutVars>
          <dgm:dir/>
          <dgm:resizeHandles val="exact"/>
        </dgm:presLayoutVars>
      </dgm:prSet>
      <dgm:spPr/>
    </dgm:pt>
    <dgm:pt modelId="{2FAB2D2A-8332-48BE-8E99-C12A0CA62380}" type="pres">
      <dgm:prSet presAssocID="{A5E112A8-4D5B-4C8C-BFE9-D4A8CDD7FBAA}" presName="compNode" presStyleCnt="0"/>
      <dgm:spPr/>
    </dgm:pt>
    <dgm:pt modelId="{8EBB7D77-61B5-45D8-A16A-F2EB020C28BD}" type="pres">
      <dgm:prSet presAssocID="{A5E112A8-4D5B-4C8C-BFE9-D4A8CDD7FBAA}" presName="iconBgRect" presStyleLbl="bgShp" presStyleIdx="0" presStyleCnt="5"/>
      <dgm:spPr/>
    </dgm:pt>
    <dgm:pt modelId="{A2D7F2B9-9D01-430D-8776-54C6DC4348A3}" type="pres">
      <dgm:prSet presAssocID="{A5E112A8-4D5B-4C8C-BFE9-D4A8CDD7FBA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1B19450-8B03-4E98-9CB4-4B9D2EA0CD17}" type="pres">
      <dgm:prSet presAssocID="{A5E112A8-4D5B-4C8C-BFE9-D4A8CDD7FBAA}" presName="spaceRect" presStyleCnt="0"/>
      <dgm:spPr/>
    </dgm:pt>
    <dgm:pt modelId="{A7DD0E67-6CFC-4C7C-AEDC-6EC82B9E79BD}" type="pres">
      <dgm:prSet presAssocID="{A5E112A8-4D5B-4C8C-BFE9-D4A8CDD7FBAA}" presName="textRect" presStyleLbl="revTx" presStyleIdx="0" presStyleCnt="5">
        <dgm:presLayoutVars>
          <dgm:chMax val="1"/>
          <dgm:chPref val="1"/>
        </dgm:presLayoutVars>
      </dgm:prSet>
      <dgm:spPr/>
    </dgm:pt>
    <dgm:pt modelId="{0458102F-EB66-4A1C-A033-AB7BF78A1BEB}" type="pres">
      <dgm:prSet presAssocID="{3D1F7D30-6122-48B9-8B00-F1FA3973D505}" presName="sibTrans" presStyleLbl="sibTrans2D1" presStyleIdx="0" presStyleCnt="0"/>
      <dgm:spPr/>
    </dgm:pt>
    <dgm:pt modelId="{7F6095F9-AA67-490D-964D-B7A90324A75D}" type="pres">
      <dgm:prSet presAssocID="{6A84B3AD-070A-4F70-A895-AC639B846FC3}" presName="compNode" presStyleCnt="0"/>
      <dgm:spPr/>
    </dgm:pt>
    <dgm:pt modelId="{6FE57AAB-2C5D-41DD-9403-9E874A3B494D}" type="pres">
      <dgm:prSet presAssocID="{6A84B3AD-070A-4F70-A895-AC639B846FC3}" presName="iconBgRect" presStyleLbl="bgShp" presStyleIdx="1" presStyleCnt="5"/>
      <dgm:spPr/>
    </dgm:pt>
    <dgm:pt modelId="{145F324B-D2E3-420E-92C8-9DF5A4D01BE5}" type="pres">
      <dgm:prSet presAssocID="{6A84B3AD-070A-4F70-A895-AC639B846FC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82DEE98B-287F-40C7-AAAB-886C05BF5DE8}" type="pres">
      <dgm:prSet presAssocID="{6A84B3AD-070A-4F70-A895-AC639B846FC3}" presName="spaceRect" presStyleCnt="0"/>
      <dgm:spPr/>
    </dgm:pt>
    <dgm:pt modelId="{B349EFEB-F888-48BD-AE35-49EC46396DE2}" type="pres">
      <dgm:prSet presAssocID="{6A84B3AD-070A-4F70-A895-AC639B846FC3}" presName="textRect" presStyleLbl="revTx" presStyleIdx="1" presStyleCnt="5">
        <dgm:presLayoutVars>
          <dgm:chMax val="1"/>
          <dgm:chPref val="1"/>
        </dgm:presLayoutVars>
      </dgm:prSet>
      <dgm:spPr/>
    </dgm:pt>
    <dgm:pt modelId="{838A308A-E963-467B-88B3-3E44F943CDE3}" type="pres">
      <dgm:prSet presAssocID="{AF684C6D-5DA2-48BD-9987-DFEF3E5EC9F9}" presName="sibTrans" presStyleLbl="sibTrans2D1" presStyleIdx="0" presStyleCnt="0"/>
      <dgm:spPr/>
    </dgm:pt>
    <dgm:pt modelId="{5FC76A79-6694-4604-AAA5-BD42D0B96705}" type="pres">
      <dgm:prSet presAssocID="{1A391F1E-C481-4063-AEDF-5AE529C60BDF}" presName="compNode" presStyleCnt="0"/>
      <dgm:spPr/>
    </dgm:pt>
    <dgm:pt modelId="{ADFDBEA9-11C4-48BB-A988-F74638209DE9}" type="pres">
      <dgm:prSet presAssocID="{1A391F1E-C481-4063-AEDF-5AE529C60BDF}" presName="iconBgRect" presStyleLbl="bgShp" presStyleIdx="2" presStyleCnt="5"/>
      <dgm:spPr/>
    </dgm:pt>
    <dgm:pt modelId="{0961212C-042B-4713-A781-41EA54F7EFD8}" type="pres">
      <dgm:prSet presAssocID="{1A391F1E-C481-4063-AEDF-5AE529C60BD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F41CB270-8873-4D50-9686-ADD152429B8B}" type="pres">
      <dgm:prSet presAssocID="{1A391F1E-C481-4063-AEDF-5AE529C60BDF}" presName="spaceRect" presStyleCnt="0"/>
      <dgm:spPr/>
    </dgm:pt>
    <dgm:pt modelId="{E5792579-CD3A-42B8-8832-C0EBB913BE62}" type="pres">
      <dgm:prSet presAssocID="{1A391F1E-C481-4063-AEDF-5AE529C60BDF}" presName="textRect" presStyleLbl="revTx" presStyleIdx="2" presStyleCnt="5">
        <dgm:presLayoutVars>
          <dgm:chMax val="1"/>
          <dgm:chPref val="1"/>
        </dgm:presLayoutVars>
      </dgm:prSet>
      <dgm:spPr/>
    </dgm:pt>
    <dgm:pt modelId="{6D55C84C-E8F8-4EFB-B134-35BA1F9864CC}" type="pres">
      <dgm:prSet presAssocID="{FAD20853-AFDD-485A-A1DF-EA02772CDDC7}" presName="sibTrans" presStyleLbl="sibTrans2D1" presStyleIdx="0" presStyleCnt="0"/>
      <dgm:spPr/>
    </dgm:pt>
    <dgm:pt modelId="{2179C0DE-2321-419D-8B12-E82F6F923A6A}" type="pres">
      <dgm:prSet presAssocID="{42D25B22-C64B-4F57-A885-563BF9B89518}" presName="compNode" presStyleCnt="0"/>
      <dgm:spPr/>
    </dgm:pt>
    <dgm:pt modelId="{D3ACCB33-61D8-4DB5-B812-68E2B565134D}" type="pres">
      <dgm:prSet presAssocID="{42D25B22-C64B-4F57-A885-563BF9B89518}" presName="iconBgRect" presStyleLbl="bgShp" presStyleIdx="3" presStyleCnt="5"/>
      <dgm:spPr/>
    </dgm:pt>
    <dgm:pt modelId="{B72FA59C-4462-41F6-9080-9B879323277B}" type="pres">
      <dgm:prSet presAssocID="{42D25B22-C64B-4F57-A885-563BF9B8951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D2CD1545-A5EC-49D9-8FEE-ADE5F28DF9E2}" type="pres">
      <dgm:prSet presAssocID="{42D25B22-C64B-4F57-A885-563BF9B89518}" presName="spaceRect" presStyleCnt="0"/>
      <dgm:spPr/>
    </dgm:pt>
    <dgm:pt modelId="{40976F9A-3BC6-4B59-81EC-DD6225BF3E25}" type="pres">
      <dgm:prSet presAssocID="{42D25B22-C64B-4F57-A885-563BF9B89518}" presName="textRect" presStyleLbl="revTx" presStyleIdx="3" presStyleCnt="5">
        <dgm:presLayoutVars>
          <dgm:chMax val="1"/>
          <dgm:chPref val="1"/>
        </dgm:presLayoutVars>
      </dgm:prSet>
      <dgm:spPr/>
    </dgm:pt>
    <dgm:pt modelId="{1332D759-B0FD-41C2-AF1E-58084DB90004}" type="pres">
      <dgm:prSet presAssocID="{65C86930-A64A-498C-BF47-3C81E34EADC1}" presName="sibTrans" presStyleLbl="sibTrans2D1" presStyleIdx="0" presStyleCnt="0"/>
      <dgm:spPr/>
    </dgm:pt>
    <dgm:pt modelId="{21ADBC7F-BC0C-4E94-9F5F-724F59960609}" type="pres">
      <dgm:prSet presAssocID="{CF0AB50A-2886-469C-877A-F5DB88A50CFA}" presName="compNode" presStyleCnt="0"/>
      <dgm:spPr/>
    </dgm:pt>
    <dgm:pt modelId="{9858E001-9B6C-44B1-A266-12C03A2858E9}" type="pres">
      <dgm:prSet presAssocID="{CF0AB50A-2886-469C-877A-F5DB88A50CFA}" presName="iconBgRect" presStyleLbl="bgShp" presStyleIdx="4" presStyleCnt="5"/>
      <dgm:spPr/>
    </dgm:pt>
    <dgm:pt modelId="{9E59A7A9-7565-46F1-AFB1-DD3B4B16A9A0}" type="pres">
      <dgm:prSet presAssocID="{CF0AB50A-2886-469C-877A-F5DB88A50CF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E76FC14B-48E0-489E-BFFD-6451AD803E6C}" type="pres">
      <dgm:prSet presAssocID="{CF0AB50A-2886-469C-877A-F5DB88A50CFA}" presName="spaceRect" presStyleCnt="0"/>
      <dgm:spPr/>
    </dgm:pt>
    <dgm:pt modelId="{51504F85-C08D-4F2D-9B4A-3E03677D3FD4}" type="pres">
      <dgm:prSet presAssocID="{CF0AB50A-2886-469C-877A-F5DB88A50C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62FD335-0C43-4CC3-89D2-BF31C41DED9B}" type="presOf" srcId="{A5E112A8-4D5B-4C8C-BFE9-D4A8CDD7FBAA}" destId="{A7DD0E67-6CFC-4C7C-AEDC-6EC82B9E79BD}" srcOrd="0" destOrd="0" presId="urn:microsoft.com/office/officeart/2018/2/layout/IconCircleList"/>
    <dgm:cxn modelId="{EE41D739-16C9-4121-8B03-6B0D7DD51184}" type="presOf" srcId="{42D25B22-C64B-4F57-A885-563BF9B89518}" destId="{40976F9A-3BC6-4B59-81EC-DD6225BF3E25}" srcOrd="0" destOrd="0" presId="urn:microsoft.com/office/officeart/2018/2/layout/IconCircleList"/>
    <dgm:cxn modelId="{02231E41-DA7A-459D-A32E-B2730F486ADF}" type="presOf" srcId="{AF684C6D-5DA2-48BD-9987-DFEF3E5EC9F9}" destId="{838A308A-E963-467B-88B3-3E44F943CDE3}" srcOrd="0" destOrd="0" presId="urn:microsoft.com/office/officeart/2018/2/layout/IconCircleList"/>
    <dgm:cxn modelId="{816EF545-7BF9-4599-BDCD-740C06B8BCE8}" type="presOf" srcId="{65C86930-A64A-498C-BF47-3C81E34EADC1}" destId="{1332D759-B0FD-41C2-AF1E-58084DB90004}" srcOrd="0" destOrd="0" presId="urn:microsoft.com/office/officeart/2018/2/layout/IconCircleList"/>
    <dgm:cxn modelId="{837EA346-15D0-45B9-99CE-F79215D76BC7}" type="presOf" srcId="{FAD20853-AFDD-485A-A1DF-EA02772CDDC7}" destId="{6D55C84C-E8F8-4EFB-B134-35BA1F9864CC}" srcOrd="0" destOrd="0" presId="urn:microsoft.com/office/officeart/2018/2/layout/IconCircleList"/>
    <dgm:cxn modelId="{36E6EF55-AEC3-42B7-967D-92F8121D3EBF}" type="presOf" srcId="{D84D1463-F65B-4245-82B7-5CF375B44523}" destId="{8C547B3B-4B2E-4326-9551-8FFBBE0E9665}" srcOrd="0" destOrd="0" presId="urn:microsoft.com/office/officeart/2018/2/layout/IconCircleList"/>
    <dgm:cxn modelId="{317D889A-96F4-4A24-A5E6-78C3188A6F76}" srcId="{D84D1463-F65B-4245-82B7-5CF375B44523}" destId="{42D25B22-C64B-4F57-A885-563BF9B89518}" srcOrd="3" destOrd="0" parTransId="{6AAD555D-7E5B-4FCA-B23E-04E478758CFB}" sibTransId="{65C86930-A64A-498C-BF47-3C81E34EADC1}"/>
    <dgm:cxn modelId="{089664A7-5F32-4C30-96AD-DAEE938DCC8F}" srcId="{D84D1463-F65B-4245-82B7-5CF375B44523}" destId="{A5E112A8-4D5B-4C8C-BFE9-D4A8CDD7FBAA}" srcOrd="0" destOrd="0" parTransId="{2BCA2611-D8CD-4913-A0ED-9DEB7DDBA9BA}" sibTransId="{3D1F7D30-6122-48B9-8B00-F1FA3973D505}"/>
    <dgm:cxn modelId="{74DD08BF-4D8B-4FDB-A4E0-ECE86F0906EA}" type="presOf" srcId="{CF0AB50A-2886-469C-877A-F5DB88A50CFA}" destId="{51504F85-C08D-4F2D-9B4A-3E03677D3FD4}" srcOrd="0" destOrd="0" presId="urn:microsoft.com/office/officeart/2018/2/layout/IconCircleList"/>
    <dgm:cxn modelId="{ED0FA8C7-77BD-4815-8422-B6D5138AF218}" srcId="{D84D1463-F65B-4245-82B7-5CF375B44523}" destId="{6A84B3AD-070A-4F70-A895-AC639B846FC3}" srcOrd="1" destOrd="0" parTransId="{813BE1C9-7748-4745-BD82-D3D6182B7E32}" sibTransId="{AF684C6D-5DA2-48BD-9987-DFEF3E5EC9F9}"/>
    <dgm:cxn modelId="{FEBC68D3-EC56-4502-8680-8E1860DF7AC1}" srcId="{D84D1463-F65B-4245-82B7-5CF375B44523}" destId="{CF0AB50A-2886-469C-877A-F5DB88A50CFA}" srcOrd="4" destOrd="0" parTransId="{F3D2D8CF-6D62-4207-893C-7A91979358D7}" sibTransId="{FB3C505C-0C14-4408-A5AE-2B8FA7A615CA}"/>
    <dgm:cxn modelId="{3175ABE0-D897-43F5-B339-B85D33236994}" type="presOf" srcId="{1A391F1E-C481-4063-AEDF-5AE529C60BDF}" destId="{E5792579-CD3A-42B8-8832-C0EBB913BE62}" srcOrd="0" destOrd="0" presId="urn:microsoft.com/office/officeart/2018/2/layout/IconCircleList"/>
    <dgm:cxn modelId="{1C324EE3-22DC-4661-86F7-C84CDF516491}" type="presOf" srcId="{3D1F7D30-6122-48B9-8B00-F1FA3973D505}" destId="{0458102F-EB66-4A1C-A033-AB7BF78A1BEB}" srcOrd="0" destOrd="0" presId="urn:microsoft.com/office/officeart/2018/2/layout/IconCircleList"/>
    <dgm:cxn modelId="{85B22BE7-FC62-4ECF-999F-94D390C91978}" type="presOf" srcId="{6A84B3AD-070A-4F70-A895-AC639B846FC3}" destId="{B349EFEB-F888-48BD-AE35-49EC46396DE2}" srcOrd="0" destOrd="0" presId="urn:microsoft.com/office/officeart/2018/2/layout/IconCircleList"/>
    <dgm:cxn modelId="{7F87F1EC-F7A8-4E9E-AA7B-04AE1AC2EBCD}" srcId="{D84D1463-F65B-4245-82B7-5CF375B44523}" destId="{1A391F1E-C481-4063-AEDF-5AE529C60BDF}" srcOrd="2" destOrd="0" parTransId="{7C4CA1BB-A907-45F0-A557-0CD38CC99F0F}" sibTransId="{FAD20853-AFDD-485A-A1DF-EA02772CDDC7}"/>
    <dgm:cxn modelId="{543CFCD6-4B99-4D28-92DE-B7BCCC0C897C}" type="presParOf" srcId="{8C547B3B-4B2E-4326-9551-8FFBBE0E9665}" destId="{77F3E51B-080C-4C7A-91E9-3C825F169E8F}" srcOrd="0" destOrd="0" presId="urn:microsoft.com/office/officeart/2018/2/layout/IconCircleList"/>
    <dgm:cxn modelId="{C0156799-063B-4B30-B3B2-316483B485D4}" type="presParOf" srcId="{77F3E51B-080C-4C7A-91E9-3C825F169E8F}" destId="{2FAB2D2A-8332-48BE-8E99-C12A0CA62380}" srcOrd="0" destOrd="0" presId="urn:microsoft.com/office/officeart/2018/2/layout/IconCircleList"/>
    <dgm:cxn modelId="{454E593E-966C-4556-ADEC-88299E45687E}" type="presParOf" srcId="{2FAB2D2A-8332-48BE-8E99-C12A0CA62380}" destId="{8EBB7D77-61B5-45D8-A16A-F2EB020C28BD}" srcOrd="0" destOrd="0" presId="urn:microsoft.com/office/officeart/2018/2/layout/IconCircleList"/>
    <dgm:cxn modelId="{0A5084ED-CE5B-4878-A1BF-7FAC1DB82056}" type="presParOf" srcId="{2FAB2D2A-8332-48BE-8E99-C12A0CA62380}" destId="{A2D7F2B9-9D01-430D-8776-54C6DC4348A3}" srcOrd="1" destOrd="0" presId="urn:microsoft.com/office/officeart/2018/2/layout/IconCircleList"/>
    <dgm:cxn modelId="{5E1BD7D9-5CE7-4D7A-A495-C6752B87C0EE}" type="presParOf" srcId="{2FAB2D2A-8332-48BE-8E99-C12A0CA62380}" destId="{21B19450-8B03-4E98-9CB4-4B9D2EA0CD17}" srcOrd="2" destOrd="0" presId="urn:microsoft.com/office/officeart/2018/2/layout/IconCircleList"/>
    <dgm:cxn modelId="{C42E9317-369F-4951-BBD1-0074CD3EF4DC}" type="presParOf" srcId="{2FAB2D2A-8332-48BE-8E99-C12A0CA62380}" destId="{A7DD0E67-6CFC-4C7C-AEDC-6EC82B9E79BD}" srcOrd="3" destOrd="0" presId="urn:microsoft.com/office/officeart/2018/2/layout/IconCircleList"/>
    <dgm:cxn modelId="{25BF63CA-73D9-45BD-86A1-DC41B830160B}" type="presParOf" srcId="{77F3E51B-080C-4C7A-91E9-3C825F169E8F}" destId="{0458102F-EB66-4A1C-A033-AB7BF78A1BEB}" srcOrd="1" destOrd="0" presId="urn:microsoft.com/office/officeart/2018/2/layout/IconCircleList"/>
    <dgm:cxn modelId="{DAA8A973-E3CD-4CE9-BCBA-345C5694EA31}" type="presParOf" srcId="{77F3E51B-080C-4C7A-91E9-3C825F169E8F}" destId="{7F6095F9-AA67-490D-964D-B7A90324A75D}" srcOrd="2" destOrd="0" presId="urn:microsoft.com/office/officeart/2018/2/layout/IconCircleList"/>
    <dgm:cxn modelId="{B552F648-8B94-4C50-BE57-71C7D9BCCBBA}" type="presParOf" srcId="{7F6095F9-AA67-490D-964D-B7A90324A75D}" destId="{6FE57AAB-2C5D-41DD-9403-9E874A3B494D}" srcOrd="0" destOrd="0" presId="urn:microsoft.com/office/officeart/2018/2/layout/IconCircleList"/>
    <dgm:cxn modelId="{7EE06CB0-0620-4D34-A17C-3033AE4A83D1}" type="presParOf" srcId="{7F6095F9-AA67-490D-964D-B7A90324A75D}" destId="{145F324B-D2E3-420E-92C8-9DF5A4D01BE5}" srcOrd="1" destOrd="0" presId="urn:microsoft.com/office/officeart/2018/2/layout/IconCircleList"/>
    <dgm:cxn modelId="{D3DFD16B-13B0-46B6-A344-0977FCD0AF39}" type="presParOf" srcId="{7F6095F9-AA67-490D-964D-B7A90324A75D}" destId="{82DEE98B-287F-40C7-AAAB-886C05BF5DE8}" srcOrd="2" destOrd="0" presId="urn:microsoft.com/office/officeart/2018/2/layout/IconCircleList"/>
    <dgm:cxn modelId="{A3255420-07DF-482E-A6D1-55569B42CBC4}" type="presParOf" srcId="{7F6095F9-AA67-490D-964D-B7A90324A75D}" destId="{B349EFEB-F888-48BD-AE35-49EC46396DE2}" srcOrd="3" destOrd="0" presId="urn:microsoft.com/office/officeart/2018/2/layout/IconCircleList"/>
    <dgm:cxn modelId="{5466D6E4-7953-48B9-BC21-3AB18FD5A960}" type="presParOf" srcId="{77F3E51B-080C-4C7A-91E9-3C825F169E8F}" destId="{838A308A-E963-467B-88B3-3E44F943CDE3}" srcOrd="3" destOrd="0" presId="urn:microsoft.com/office/officeart/2018/2/layout/IconCircleList"/>
    <dgm:cxn modelId="{44CED854-AC3B-4607-ABAB-A6EC86CF455A}" type="presParOf" srcId="{77F3E51B-080C-4C7A-91E9-3C825F169E8F}" destId="{5FC76A79-6694-4604-AAA5-BD42D0B96705}" srcOrd="4" destOrd="0" presId="urn:microsoft.com/office/officeart/2018/2/layout/IconCircleList"/>
    <dgm:cxn modelId="{410D5F85-71FB-4D7E-9C4C-92C53CF13F17}" type="presParOf" srcId="{5FC76A79-6694-4604-AAA5-BD42D0B96705}" destId="{ADFDBEA9-11C4-48BB-A988-F74638209DE9}" srcOrd="0" destOrd="0" presId="urn:microsoft.com/office/officeart/2018/2/layout/IconCircleList"/>
    <dgm:cxn modelId="{95A751AA-E449-4716-9756-729FCFE8B613}" type="presParOf" srcId="{5FC76A79-6694-4604-AAA5-BD42D0B96705}" destId="{0961212C-042B-4713-A781-41EA54F7EFD8}" srcOrd="1" destOrd="0" presId="urn:microsoft.com/office/officeart/2018/2/layout/IconCircleList"/>
    <dgm:cxn modelId="{64B0BBCB-D6DB-4900-B2A9-9C7345319468}" type="presParOf" srcId="{5FC76A79-6694-4604-AAA5-BD42D0B96705}" destId="{F41CB270-8873-4D50-9686-ADD152429B8B}" srcOrd="2" destOrd="0" presId="urn:microsoft.com/office/officeart/2018/2/layout/IconCircleList"/>
    <dgm:cxn modelId="{D299C673-C634-4827-B5DD-AB18EAFCD3CF}" type="presParOf" srcId="{5FC76A79-6694-4604-AAA5-BD42D0B96705}" destId="{E5792579-CD3A-42B8-8832-C0EBB913BE62}" srcOrd="3" destOrd="0" presId="urn:microsoft.com/office/officeart/2018/2/layout/IconCircleList"/>
    <dgm:cxn modelId="{D28A4229-31D0-40AC-BC28-56DFE85CB366}" type="presParOf" srcId="{77F3E51B-080C-4C7A-91E9-3C825F169E8F}" destId="{6D55C84C-E8F8-4EFB-B134-35BA1F9864CC}" srcOrd="5" destOrd="0" presId="urn:microsoft.com/office/officeart/2018/2/layout/IconCircleList"/>
    <dgm:cxn modelId="{C29115DB-0EC2-42C8-A354-A08F7DE68E63}" type="presParOf" srcId="{77F3E51B-080C-4C7A-91E9-3C825F169E8F}" destId="{2179C0DE-2321-419D-8B12-E82F6F923A6A}" srcOrd="6" destOrd="0" presId="urn:microsoft.com/office/officeart/2018/2/layout/IconCircleList"/>
    <dgm:cxn modelId="{EFAA3FD0-37F1-4540-A1E4-90B501E3E083}" type="presParOf" srcId="{2179C0DE-2321-419D-8B12-E82F6F923A6A}" destId="{D3ACCB33-61D8-4DB5-B812-68E2B565134D}" srcOrd="0" destOrd="0" presId="urn:microsoft.com/office/officeart/2018/2/layout/IconCircleList"/>
    <dgm:cxn modelId="{E657EF96-CF6F-4922-B720-C1B43B466A0B}" type="presParOf" srcId="{2179C0DE-2321-419D-8B12-E82F6F923A6A}" destId="{B72FA59C-4462-41F6-9080-9B879323277B}" srcOrd="1" destOrd="0" presId="urn:microsoft.com/office/officeart/2018/2/layout/IconCircleList"/>
    <dgm:cxn modelId="{EA7E1B0F-FE7D-4044-9038-D593A9920E9F}" type="presParOf" srcId="{2179C0DE-2321-419D-8B12-E82F6F923A6A}" destId="{D2CD1545-A5EC-49D9-8FEE-ADE5F28DF9E2}" srcOrd="2" destOrd="0" presId="urn:microsoft.com/office/officeart/2018/2/layout/IconCircleList"/>
    <dgm:cxn modelId="{3A1FB4DB-A655-46E2-9E00-01DB8BE1B629}" type="presParOf" srcId="{2179C0DE-2321-419D-8B12-E82F6F923A6A}" destId="{40976F9A-3BC6-4B59-81EC-DD6225BF3E25}" srcOrd="3" destOrd="0" presId="urn:microsoft.com/office/officeart/2018/2/layout/IconCircleList"/>
    <dgm:cxn modelId="{50CC2C05-8C5B-444F-AED7-ED181C2711A5}" type="presParOf" srcId="{77F3E51B-080C-4C7A-91E9-3C825F169E8F}" destId="{1332D759-B0FD-41C2-AF1E-58084DB90004}" srcOrd="7" destOrd="0" presId="urn:microsoft.com/office/officeart/2018/2/layout/IconCircleList"/>
    <dgm:cxn modelId="{0775EF30-244F-4F88-AD9D-E81B9E62D636}" type="presParOf" srcId="{77F3E51B-080C-4C7A-91E9-3C825F169E8F}" destId="{21ADBC7F-BC0C-4E94-9F5F-724F59960609}" srcOrd="8" destOrd="0" presId="urn:microsoft.com/office/officeart/2018/2/layout/IconCircleList"/>
    <dgm:cxn modelId="{B9B5F269-09B6-4B09-AEF7-A919373B73FB}" type="presParOf" srcId="{21ADBC7F-BC0C-4E94-9F5F-724F59960609}" destId="{9858E001-9B6C-44B1-A266-12C03A2858E9}" srcOrd="0" destOrd="0" presId="urn:microsoft.com/office/officeart/2018/2/layout/IconCircleList"/>
    <dgm:cxn modelId="{ECA57788-5411-4ACE-AFEC-D4758DA5C9F1}" type="presParOf" srcId="{21ADBC7F-BC0C-4E94-9F5F-724F59960609}" destId="{9E59A7A9-7565-46F1-AFB1-DD3B4B16A9A0}" srcOrd="1" destOrd="0" presId="urn:microsoft.com/office/officeart/2018/2/layout/IconCircleList"/>
    <dgm:cxn modelId="{032AF45E-588D-4B90-84A0-19B935B0C7D8}" type="presParOf" srcId="{21ADBC7F-BC0C-4E94-9F5F-724F59960609}" destId="{E76FC14B-48E0-489E-BFFD-6451AD803E6C}" srcOrd="2" destOrd="0" presId="urn:microsoft.com/office/officeart/2018/2/layout/IconCircleList"/>
    <dgm:cxn modelId="{213D8A0A-2C65-4C9E-A2DD-6E1129777CBA}" type="presParOf" srcId="{21ADBC7F-BC0C-4E94-9F5F-724F59960609}" destId="{51504F85-C08D-4F2D-9B4A-3E03677D3FD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F4C971-A588-4627-B0BF-CD799D0E6C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76BD66F-E598-4161-AC39-CF9C06F29AD9}">
      <dgm:prSet/>
      <dgm:spPr/>
      <dgm:t>
        <a:bodyPr/>
        <a:lstStyle/>
        <a:p>
          <a:r>
            <a:rPr lang="en-US" b="1" i="0" baseline="0"/>
            <a:t>Primary storage</a:t>
          </a:r>
          <a:r>
            <a:rPr lang="en-US" b="0" i="0" baseline="0"/>
            <a:t>: short-term, volatile (RAM, cache)</a:t>
          </a:r>
          <a:endParaRPr lang="en-US"/>
        </a:p>
      </dgm:t>
    </dgm:pt>
    <dgm:pt modelId="{CBC2FE7A-E31C-46AB-9C6A-212CF90CBEC0}" type="parTrans" cxnId="{8908E057-910C-429A-A756-9AA4364C06B4}">
      <dgm:prSet/>
      <dgm:spPr/>
      <dgm:t>
        <a:bodyPr/>
        <a:lstStyle/>
        <a:p>
          <a:endParaRPr lang="en-US"/>
        </a:p>
      </dgm:t>
    </dgm:pt>
    <dgm:pt modelId="{FE9D48C3-D071-42A0-8CDF-F6E78C68F0D6}" type="sibTrans" cxnId="{8908E057-910C-429A-A756-9AA4364C06B4}">
      <dgm:prSet/>
      <dgm:spPr/>
      <dgm:t>
        <a:bodyPr/>
        <a:lstStyle/>
        <a:p>
          <a:endParaRPr lang="en-US"/>
        </a:p>
      </dgm:t>
    </dgm:pt>
    <dgm:pt modelId="{9D3F049B-17C5-4A47-9A17-1D037C13E281}">
      <dgm:prSet/>
      <dgm:spPr/>
      <dgm:t>
        <a:bodyPr/>
        <a:lstStyle/>
        <a:p>
          <a:r>
            <a:rPr lang="en-US" b="1" i="0" baseline="0"/>
            <a:t>Secondary storage</a:t>
          </a:r>
          <a:r>
            <a:rPr lang="en-US" b="0" i="0" baseline="0"/>
            <a:t>: long-term, non-volatile</a:t>
          </a:r>
          <a:endParaRPr lang="en-US"/>
        </a:p>
      </dgm:t>
    </dgm:pt>
    <dgm:pt modelId="{D72E9119-C881-4C9C-A9BA-D8A4E025A07A}" type="parTrans" cxnId="{B463560E-90C8-4525-95F8-E9FD27E9452C}">
      <dgm:prSet/>
      <dgm:spPr/>
      <dgm:t>
        <a:bodyPr/>
        <a:lstStyle/>
        <a:p>
          <a:endParaRPr lang="en-US"/>
        </a:p>
      </dgm:t>
    </dgm:pt>
    <dgm:pt modelId="{B8ACB583-ECF5-4839-BAF6-E033BCB69DEF}" type="sibTrans" cxnId="{B463560E-90C8-4525-95F8-E9FD27E9452C}">
      <dgm:prSet/>
      <dgm:spPr/>
      <dgm:t>
        <a:bodyPr/>
        <a:lstStyle/>
        <a:p>
          <a:endParaRPr lang="en-US"/>
        </a:p>
      </dgm:t>
    </dgm:pt>
    <dgm:pt modelId="{EBEF34E4-A7F7-4E94-9828-5CD8F8C6287B}">
      <dgm:prSet/>
      <dgm:spPr/>
      <dgm:t>
        <a:bodyPr/>
        <a:lstStyle/>
        <a:p>
          <a:r>
            <a:rPr lang="en-US" b="0" i="0" baseline="0"/>
            <a:t>Magnetic: hard drives</a:t>
          </a:r>
          <a:endParaRPr lang="en-US"/>
        </a:p>
      </dgm:t>
    </dgm:pt>
    <dgm:pt modelId="{6D099D6B-90E0-408A-B665-08070D55F9C6}" type="parTrans" cxnId="{C711F171-1ED0-45F8-B619-143FBE6A4C43}">
      <dgm:prSet/>
      <dgm:spPr/>
      <dgm:t>
        <a:bodyPr/>
        <a:lstStyle/>
        <a:p>
          <a:endParaRPr lang="en-US"/>
        </a:p>
      </dgm:t>
    </dgm:pt>
    <dgm:pt modelId="{0CDDB7B9-1FD5-4888-908A-D4C94B0A41DB}" type="sibTrans" cxnId="{C711F171-1ED0-45F8-B619-143FBE6A4C43}">
      <dgm:prSet/>
      <dgm:spPr/>
      <dgm:t>
        <a:bodyPr/>
        <a:lstStyle/>
        <a:p>
          <a:endParaRPr lang="en-US"/>
        </a:p>
      </dgm:t>
    </dgm:pt>
    <dgm:pt modelId="{712EC85B-8FFB-40F4-B03B-47350946E0C4}">
      <dgm:prSet/>
      <dgm:spPr/>
      <dgm:t>
        <a:bodyPr/>
        <a:lstStyle/>
        <a:p>
          <a:r>
            <a:rPr lang="en-US" b="0" i="0" baseline="0"/>
            <a:t>Optical: CDs, DVDs</a:t>
          </a:r>
          <a:endParaRPr lang="en-US"/>
        </a:p>
      </dgm:t>
    </dgm:pt>
    <dgm:pt modelId="{A5A89045-D53F-4E24-815B-67ED3F410DBB}" type="parTrans" cxnId="{2B110D4A-5040-4351-99AB-5501E26D1E9A}">
      <dgm:prSet/>
      <dgm:spPr/>
      <dgm:t>
        <a:bodyPr/>
        <a:lstStyle/>
        <a:p>
          <a:endParaRPr lang="en-US"/>
        </a:p>
      </dgm:t>
    </dgm:pt>
    <dgm:pt modelId="{1CCF4EAA-A63E-4578-AC37-8364A0FC00AA}" type="sibTrans" cxnId="{2B110D4A-5040-4351-99AB-5501E26D1E9A}">
      <dgm:prSet/>
      <dgm:spPr/>
      <dgm:t>
        <a:bodyPr/>
        <a:lstStyle/>
        <a:p>
          <a:endParaRPr lang="en-US"/>
        </a:p>
      </dgm:t>
    </dgm:pt>
    <dgm:pt modelId="{D69EBF7E-F165-466B-9E4F-E84AB9B26E50}">
      <dgm:prSet/>
      <dgm:spPr/>
      <dgm:t>
        <a:bodyPr/>
        <a:lstStyle/>
        <a:p>
          <a:r>
            <a:rPr lang="en-US" b="0" i="0" baseline="0"/>
            <a:t>Solid-state/flash: USB drives, SSDs</a:t>
          </a:r>
          <a:endParaRPr lang="en-US"/>
        </a:p>
      </dgm:t>
    </dgm:pt>
    <dgm:pt modelId="{4633E3B1-9289-4970-910E-B72C61691654}" type="parTrans" cxnId="{8DC68D99-E136-4215-AA88-2272B7482ED6}">
      <dgm:prSet/>
      <dgm:spPr/>
      <dgm:t>
        <a:bodyPr/>
        <a:lstStyle/>
        <a:p>
          <a:endParaRPr lang="en-US"/>
        </a:p>
      </dgm:t>
    </dgm:pt>
    <dgm:pt modelId="{66CBA5BD-BE79-4DA1-87B5-956880D56234}" type="sibTrans" cxnId="{8DC68D99-E136-4215-AA88-2272B7482ED6}">
      <dgm:prSet/>
      <dgm:spPr/>
      <dgm:t>
        <a:bodyPr/>
        <a:lstStyle/>
        <a:p>
          <a:endParaRPr lang="en-US"/>
        </a:p>
      </dgm:t>
    </dgm:pt>
    <dgm:pt modelId="{D1DCF593-1D69-4693-8B0B-B551F171796F}">
      <dgm:prSet/>
      <dgm:spPr/>
      <dgm:t>
        <a:bodyPr/>
        <a:lstStyle/>
        <a:p>
          <a:r>
            <a:rPr lang="en-US" b="0" i="0" baseline="0"/>
            <a:t>Storage can be </a:t>
          </a:r>
          <a:r>
            <a:rPr lang="en-US" b="1" i="0" baseline="0"/>
            <a:t>local</a:t>
          </a:r>
          <a:r>
            <a:rPr lang="en-US" b="0" i="0" baseline="0"/>
            <a:t> or </a:t>
          </a:r>
          <a:r>
            <a:rPr lang="en-US" b="1" i="0" baseline="0"/>
            <a:t>remote (cloud storage)</a:t>
          </a:r>
          <a:r>
            <a:rPr lang="en-US" b="0" i="0" baseline="0"/>
            <a:t> for accessibility and security</a:t>
          </a:r>
          <a:endParaRPr lang="en-US"/>
        </a:p>
      </dgm:t>
    </dgm:pt>
    <dgm:pt modelId="{1E86CE9F-BD33-4BC3-9364-0444A0F8932B}" type="parTrans" cxnId="{74FCB748-E673-4562-85B4-91367D339B0F}">
      <dgm:prSet/>
      <dgm:spPr/>
      <dgm:t>
        <a:bodyPr/>
        <a:lstStyle/>
        <a:p>
          <a:endParaRPr lang="en-US"/>
        </a:p>
      </dgm:t>
    </dgm:pt>
    <dgm:pt modelId="{3E65EEFC-AAE4-4793-B01C-5B89C1E64E9B}" type="sibTrans" cxnId="{74FCB748-E673-4562-85B4-91367D339B0F}">
      <dgm:prSet/>
      <dgm:spPr/>
      <dgm:t>
        <a:bodyPr/>
        <a:lstStyle/>
        <a:p>
          <a:endParaRPr lang="en-US"/>
        </a:p>
      </dgm:t>
    </dgm:pt>
    <dgm:pt modelId="{52EBABD1-186D-49F5-945C-D2EE9BBFC2E1}" type="pres">
      <dgm:prSet presAssocID="{0EF4C971-A588-4627-B0BF-CD799D0E6C3E}" presName="root" presStyleCnt="0">
        <dgm:presLayoutVars>
          <dgm:dir/>
          <dgm:resizeHandles val="exact"/>
        </dgm:presLayoutVars>
      </dgm:prSet>
      <dgm:spPr/>
    </dgm:pt>
    <dgm:pt modelId="{F91A43A5-6756-440E-BFD6-FE1C30DCBCB2}" type="pres">
      <dgm:prSet presAssocID="{576BD66F-E598-4161-AC39-CF9C06F29AD9}" presName="compNode" presStyleCnt="0"/>
      <dgm:spPr/>
    </dgm:pt>
    <dgm:pt modelId="{ED273695-9E54-41E6-97E4-37D2CED939E8}" type="pres">
      <dgm:prSet presAssocID="{576BD66F-E598-4161-AC39-CF9C06F29AD9}" presName="bgRect" presStyleLbl="bgShp" presStyleIdx="0" presStyleCnt="3"/>
      <dgm:spPr/>
    </dgm:pt>
    <dgm:pt modelId="{12EDD030-35E2-4EEB-9DDC-4A730285F0BD}" type="pres">
      <dgm:prSet presAssocID="{576BD66F-E598-4161-AC39-CF9C06F29A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79FB0E8-F666-4E91-BDBA-FF00951AF2BF}" type="pres">
      <dgm:prSet presAssocID="{576BD66F-E598-4161-AC39-CF9C06F29AD9}" presName="spaceRect" presStyleCnt="0"/>
      <dgm:spPr/>
    </dgm:pt>
    <dgm:pt modelId="{DC1FB961-0B80-4C1F-A587-5AC206011CAF}" type="pres">
      <dgm:prSet presAssocID="{576BD66F-E598-4161-AC39-CF9C06F29AD9}" presName="parTx" presStyleLbl="revTx" presStyleIdx="0" presStyleCnt="4">
        <dgm:presLayoutVars>
          <dgm:chMax val="0"/>
          <dgm:chPref val="0"/>
        </dgm:presLayoutVars>
      </dgm:prSet>
      <dgm:spPr/>
    </dgm:pt>
    <dgm:pt modelId="{37F7CFFF-8FCE-49C2-8A90-D544F409CE65}" type="pres">
      <dgm:prSet presAssocID="{FE9D48C3-D071-42A0-8CDF-F6E78C68F0D6}" presName="sibTrans" presStyleCnt="0"/>
      <dgm:spPr/>
    </dgm:pt>
    <dgm:pt modelId="{0478738D-AC97-4ABA-9EDD-21C41CA01FB4}" type="pres">
      <dgm:prSet presAssocID="{9D3F049B-17C5-4A47-9A17-1D037C13E281}" presName="compNode" presStyleCnt="0"/>
      <dgm:spPr/>
    </dgm:pt>
    <dgm:pt modelId="{89316198-5A62-4830-8CE3-FB75678CBB9F}" type="pres">
      <dgm:prSet presAssocID="{9D3F049B-17C5-4A47-9A17-1D037C13E281}" presName="bgRect" presStyleLbl="bgShp" presStyleIdx="1" presStyleCnt="3"/>
      <dgm:spPr/>
    </dgm:pt>
    <dgm:pt modelId="{29B90877-4333-4D9F-AC3F-B1862148801B}" type="pres">
      <dgm:prSet presAssocID="{9D3F049B-17C5-4A47-9A17-1D037C13E2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ADBF3B67-0812-4F4F-8BA6-58CA0C615505}" type="pres">
      <dgm:prSet presAssocID="{9D3F049B-17C5-4A47-9A17-1D037C13E281}" presName="spaceRect" presStyleCnt="0"/>
      <dgm:spPr/>
    </dgm:pt>
    <dgm:pt modelId="{747FA074-1F2D-4AF0-8881-4CCE7355D704}" type="pres">
      <dgm:prSet presAssocID="{9D3F049B-17C5-4A47-9A17-1D037C13E281}" presName="parTx" presStyleLbl="revTx" presStyleIdx="1" presStyleCnt="4">
        <dgm:presLayoutVars>
          <dgm:chMax val="0"/>
          <dgm:chPref val="0"/>
        </dgm:presLayoutVars>
      </dgm:prSet>
      <dgm:spPr/>
    </dgm:pt>
    <dgm:pt modelId="{0C724FF6-8D1D-4BAD-8BB1-4DBB585A6473}" type="pres">
      <dgm:prSet presAssocID="{9D3F049B-17C5-4A47-9A17-1D037C13E281}" presName="desTx" presStyleLbl="revTx" presStyleIdx="2" presStyleCnt="4">
        <dgm:presLayoutVars/>
      </dgm:prSet>
      <dgm:spPr/>
    </dgm:pt>
    <dgm:pt modelId="{EE48189E-3BD8-4222-A982-70AE85F679CF}" type="pres">
      <dgm:prSet presAssocID="{B8ACB583-ECF5-4839-BAF6-E033BCB69DEF}" presName="sibTrans" presStyleCnt="0"/>
      <dgm:spPr/>
    </dgm:pt>
    <dgm:pt modelId="{952FDEA3-5BB9-4730-B956-9432BE479FEA}" type="pres">
      <dgm:prSet presAssocID="{D1DCF593-1D69-4693-8B0B-B551F171796F}" presName="compNode" presStyleCnt="0"/>
      <dgm:spPr/>
    </dgm:pt>
    <dgm:pt modelId="{F0924B2F-77A0-4E9F-A3EC-87E9EDB252C2}" type="pres">
      <dgm:prSet presAssocID="{D1DCF593-1D69-4693-8B0B-B551F171796F}" presName="bgRect" presStyleLbl="bgShp" presStyleIdx="2" presStyleCnt="3"/>
      <dgm:spPr/>
    </dgm:pt>
    <dgm:pt modelId="{06D8C9F2-EA38-4875-AA30-E13388FA34A2}" type="pres">
      <dgm:prSet presAssocID="{D1DCF593-1D69-4693-8B0B-B551F17179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4920590-6AA6-462F-8EE3-3F268878577B}" type="pres">
      <dgm:prSet presAssocID="{D1DCF593-1D69-4693-8B0B-B551F171796F}" presName="spaceRect" presStyleCnt="0"/>
      <dgm:spPr/>
    </dgm:pt>
    <dgm:pt modelId="{6B39038D-931E-40F9-ABA9-69EC8F266A69}" type="pres">
      <dgm:prSet presAssocID="{D1DCF593-1D69-4693-8B0B-B551F171796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D9D0B01-B85D-44CA-8CF5-E76F82F79F7B}" type="presOf" srcId="{576BD66F-E598-4161-AC39-CF9C06F29AD9}" destId="{DC1FB961-0B80-4C1F-A587-5AC206011CAF}" srcOrd="0" destOrd="0" presId="urn:microsoft.com/office/officeart/2018/2/layout/IconVerticalSolidList"/>
    <dgm:cxn modelId="{A056EF07-0CD7-4663-8C9F-8B6EAA8A22EF}" type="presOf" srcId="{0EF4C971-A588-4627-B0BF-CD799D0E6C3E}" destId="{52EBABD1-186D-49F5-945C-D2EE9BBFC2E1}" srcOrd="0" destOrd="0" presId="urn:microsoft.com/office/officeart/2018/2/layout/IconVerticalSolidList"/>
    <dgm:cxn modelId="{B463560E-90C8-4525-95F8-E9FD27E9452C}" srcId="{0EF4C971-A588-4627-B0BF-CD799D0E6C3E}" destId="{9D3F049B-17C5-4A47-9A17-1D037C13E281}" srcOrd="1" destOrd="0" parTransId="{D72E9119-C881-4C9C-A9BA-D8A4E025A07A}" sibTransId="{B8ACB583-ECF5-4839-BAF6-E033BCB69DEF}"/>
    <dgm:cxn modelId="{4C1FB625-B4B4-4AD3-8EC0-FD9D88CD55B6}" type="presOf" srcId="{D1DCF593-1D69-4693-8B0B-B551F171796F}" destId="{6B39038D-931E-40F9-ABA9-69EC8F266A69}" srcOrd="0" destOrd="0" presId="urn:microsoft.com/office/officeart/2018/2/layout/IconVerticalSolidList"/>
    <dgm:cxn modelId="{ED7CEA31-105B-495E-943F-DB84F6A55534}" type="presOf" srcId="{D69EBF7E-F165-466B-9E4F-E84AB9B26E50}" destId="{0C724FF6-8D1D-4BAD-8BB1-4DBB585A6473}" srcOrd="0" destOrd="2" presId="urn:microsoft.com/office/officeart/2018/2/layout/IconVerticalSolidList"/>
    <dgm:cxn modelId="{62BAF264-DE31-4415-9471-30CBDF8D24FE}" type="presOf" srcId="{EBEF34E4-A7F7-4E94-9828-5CD8F8C6287B}" destId="{0C724FF6-8D1D-4BAD-8BB1-4DBB585A6473}" srcOrd="0" destOrd="0" presId="urn:microsoft.com/office/officeart/2018/2/layout/IconVerticalSolidList"/>
    <dgm:cxn modelId="{75046548-FB96-46B4-A466-F0A34DD04597}" type="presOf" srcId="{9D3F049B-17C5-4A47-9A17-1D037C13E281}" destId="{747FA074-1F2D-4AF0-8881-4CCE7355D704}" srcOrd="0" destOrd="0" presId="urn:microsoft.com/office/officeart/2018/2/layout/IconVerticalSolidList"/>
    <dgm:cxn modelId="{74FCB748-E673-4562-85B4-91367D339B0F}" srcId="{0EF4C971-A588-4627-B0BF-CD799D0E6C3E}" destId="{D1DCF593-1D69-4693-8B0B-B551F171796F}" srcOrd="2" destOrd="0" parTransId="{1E86CE9F-BD33-4BC3-9364-0444A0F8932B}" sibTransId="{3E65EEFC-AAE4-4793-B01C-5B89C1E64E9B}"/>
    <dgm:cxn modelId="{2B110D4A-5040-4351-99AB-5501E26D1E9A}" srcId="{9D3F049B-17C5-4A47-9A17-1D037C13E281}" destId="{712EC85B-8FFB-40F4-B03B-47350946E0C4}" srcOrd="1" destOrd="0" parTransId="{A5A89045-D53F-4E24-815B-67ED3F410DBB}" sibTransId="{1CCF4EAA-A63E-4578-AC37-8364A0FC00AA}"/>
    <dgm:cxn modelId="{C711F171-1ED0-45F8-B619-143FBE6A4C43}" srcId="{9D3F049B-17C5-4A47-9A17-1D037C13E281}" destId="{EBEF34E4-A7F7-4E94-9828-5CD8F8C6287B}" srcOrd="0" destOrd="0" parTransId="{6D099D6B-90E0-408A-B665-08070D55F9C6}" sibTransId="{0CDDB7B9-1FD5-4888-908A-D4C94B0A41DB}"/>
    <dgm:cxn modelId="{8908E057-910C-429A-A756-9AA4364C06B4}" srcId="{0EF4C971-A588-4627-B0BF-CD799D0E6C3E}" destId="{576BD66F-E598-4161-AC39-CF9C06F29AD9}" srcOrd="0" destOrd="0" parTransId="{CBC2FE7A-E31C-46AB-9C6A-212CF90CBEC0}" sibTransId="{FE9D48C3-D071-42A0-8CDF-F6E78C68F0D6}"/>
    <dgm:cxn modelId="{8DC68D99-E136-4215-AA88-2272B7482ED6}" srcId="{9D3F049B-17C5-4A47-9A17-1D037C13E281}" destId="{D69EBF7E-F165-466B-9E4F-E84AB9B26E50}" srcOrd="2" destOrd="0" parTransId="{4633E3B1-9289-4970-910E-B72C61691654}" sibTransId="{66CBA5BD-BE79-4DA1-87B5-956880D56234}"/>
    <dgm:cxn modelId="{6B6188D6-BE12-43B7-AC38-488119B1E216}" type="presOf" srcId="{712EC85B-8FFB-40F4-B03B-47350946E0C4}" destId="{0C724FF6-8D1D-4BAD-8BB1-4DBB585A6473}" srcOrd="0" destOrd="1" presId="urn:microsoft.com/office/officeart/2018/2/layout/IconVerticalSolidList"/>
    <dgm:cxn modelId="{DA3A1E59-CFD0-4A5C-80AC-140203C4BD37}" type="presParOf" srcId="{52EBABD1-186D-49F5-945C-D2EE9BBFC2E1}" destId="{F91A43A5-6756-440E-BFD6-FE1C30DCBCB2}" srcOrd="0" destOrd="0" presId="urn:microsoft.com/office/officeart/2018/2/layout/IconVerticalSolidList"/>
    <dgm:cxn modelId="{C6AFE18A-59E2-44BD-B6AC-B8A2CCF11EB5}" type="presParOf" srcId="{F91A43A5-6756-440E-BFD6-FE1C30DCBCB2}" destId="{ED273695-9E54-41E6-97E4-37D2CED939E8}" srcOrd="0" destOrd="0" presId="urn:microsoft.com/office/officeart/2018/2/layout/IconVerticalSolidList"/>
    <dgm:cxn modelId="{EE8EB7F5-C1BE-4FF8-B947-9F3C94E0ED6C}" type="presParOf" srcId="{F91A43A5-6756-440E-BFD6-FE1C30DCBCB2}" destId="{12EDD030-35E2-4EEB-9DDC-4A730285F0BD}" srcOrd="1" destOrd="0" presId="urn:microsoft.com/office/officeart/2018/2/layout/IconVerticalSolidList"/>
    <dgm:cxn modelId="{B708F358-6945-4C65-9666-28386BAC5096}" type="presParOf" srcId="{F91A43A5-6756-440E-BFD6-FE1C30DCBCB2}" destId="{279FB0E8-F666-4E91-BDBA-FF00951AF2BF}" srcOrd="2" destOrd="0" presId="urn:microsoft.com/office/officeart/2018/2/layout/IconVerticalSolidList"/>
    <dgm:cxn modelId="{926516C0-2617-404A-AC84-E8AD1D218F0D}" type="presParOf" srcId="{F91A43A5-6756-440E-BFD6-FE1C30DCBCB2}" destId="{DC1FB961-0B80-4C1F-A587-5AC206011CAF}" srcOrd="3" destOrd="0" presId="urn:microsoft.com/office/officeart/2018/2/layout/IconVerticalSolidList"/>
    <dgm:cxn modelId="{56B2AF9F-04B3-4F2C-909D-AFB8E0C31045}" type="presParOf" srcId="{52EBABD1-186D-49F5-945C-D2EE9BBFC2E1}" destId="{37F7CFFF-8FCE-49C2-8A90-D544F409CE65}" srcOrd="1" destOrd="0" presId="urn:microsoft.com/office/officeart/2018/2/layout/IconVerticalSolidList"/>
    <dgm:cxn modelId="{A754AEB4-1749-47FE-A551-FBAFFE28DA9B}" type="presParOf" srcId="{52EBABD1-186D-49F5-945C-D2EE9BBFC2E1}" destId="{0478738D-AC97-4ABA-9EDD-21C41CA01FB4}" srcOrd="2" destOrd="0" presId="urn:microsoft.com/office/officeart/2018/2/layout/IconVerticalSolidList"/>
    <dgm:cxn modelId="{CCD53371-F78D-4E1C-9C8E-54DB4CCD834B}" type="presParOf" srcId="{0478738D-AC97-4ABA-9EDD-21C41CA01FB4}" destId="{89316198-5A62-4830-8CE3-FB75678CBB9F}" srcOrd="0" destOrd="0" presId="urn:microsoft.com/office/officeart/2018/2/layout/IconVerticalSolidList"/>
    <dgm:cxn modelId="{89BB8024-7909-4751-8CA7-765661D3FA4C}" type="presParOf" srcId="{0478738D-AC97-4ABA-9EDD-21C41CA01FB4}" destId="{29B90877-4333-4D9F-AC3F-B1862148801B}" srcOrd="1" destOrd="0" presId="urn:microsoft.com/office/officeart/2018/2/layout/IconVerticalSolidList"/>
    <dgm:cxn modelId="{0EDD2CD5-32C7-4DB4-BE3B-313E967D1D5E}" type="presParOf" srcId="{0478738D-AC97-4ABA-9EDD-21C41CA01FB4}" destId="{ADBF3B67-0812-4F4F-8BA6-58CA0C615505}" srcOrd="2" destOrd="0" presId="urn:microsoft.com/office/officeart/2018/2/layout/IconVerticalSolidList"/>
    <dgm:cxn modelId="{6D40D262-6326-4061-B2B7-0121765C6AF7}" type="presParOf" srcId="{0478738D-AC97-4ABA-9EDD-21C41CA01FB4}" destId="{747FA074-1F2D-4AF0-8881-4CCE7355D704}" srcOrd="3" destOrd="0" presId="urn:microsoft.com/office/officeart/2018/2/layout/IconVerticalSolidList"/>
    <dgm:cxn modelId="{638970F1-E131-4001-96A2-17B3B08E19F7}" type="presParOf" srcId="{0478738D-AC97-4ABA-9EDD-21C41CA01FB4}" destId="{0C724FF6-8D1D-4BAD-8BB1-4DBB585A6473}" srcOrd="4" destOrd="0" presId="urn:microsoft.com/office/officeart/2018/2/layout/IconVerticalSolidList"/>
    <dgm:cxn modelId="{A82E9F7F-00AC-4EDB-8C1F-7DABFB4E6914}" type="presParOf" srcId="{52EBABD1-186D-49F5-945C-D2EE9BBFC2E1}" destId="{EE48189E-3BD8-4222-A982-70AE85F679CF}" srcOrd="3" destOrd="0" presId="urn:microsoft.com/office/officeart/2018/2/layout/IconVerticalSolidList"/>
    <dgm:cxn modelId="{B62765BA-3465-40DC-B43A-3885534E2AD5}" type="presParOf" srcId="{52EBABD1-186D-49F5-945C-D2EE9BBFC2E1}" destId="{952FDEA3-5BB9-4730-B956-9432BE479FEA}" srcOrd="4" destOrd="0" presId="urn:microsoft.com/office/officeart/2018/2/layout/IconVerticalSolidList"/>
    <dgm:cxn modelId="{0BBCFD04-34E1-4775-B41F-4AE6391B015F}" type="presParOf" srcId="{952FDEA3-5BB9-4730-B956-9432BE479FEA}" destId="{F0924B2F-77A0-4E9F-A3EC-87E9EDB252C2}" srcOrd="0" destOrd="0" presId="urn:microsoft.com/office/officeart/2018/2/layout/IconVerticalSolidList"/>
    <dgm:cxn modelId="{7033A7B3-2DF1-4495-88AF-6CB110D8D483}" type="presParOf" srcId="{952FDEA3-5BB9-4730-B956-9432BE479FEA}" destId="{06D8C9F2-EA38-4875-AA30-E13388FA34A2}" srcOrd="1" destOrd="0" presId="urn:microsoft.com/office/officeart/2018/2/layout/IconVerticalSolidList"/>
    <dgm:cxn modelId="{080E32F9-D083-4933-A5DC-150A6C9075F4}" type="presParOf" srcId="{952FDEA3-5BB9-4730-B956-9432BE479FEA}" destId="{74920590-6AA6-462F-8EE3-3F268878577B}" srcOrd="2" destOrd="0" presId="urn:microsoft.com/office/officeart/2018/2/layout/IconVerticalSolidList"/>
    <dgm:cxn modelId="{4EBE2490-60B4-4823-8646-5CE104D5AE1A}" type="presParOf" srcId="{952FDEA3-5BB9-4730-B956-9432BE479FEA}" destId="{6B39038D-931E-40F9-ABA9-69EC8F266A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9801EC-DC8E-4EE6-99B2-228C792236E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BC563F-F830-498E-99A5-DA96B85CACFC}">
      <dgm:prSet/>
      <dgm:spPr/>
      <dgm:t>
        <a:bodyPr/>
        <a:lstStyle/>
        <a:p>
          <a:r>
            <a:rPr lang="en-AU" b="1" dirty="0">
              <a:solidFill>
                <a:srgbClr val="FF0000"/>
              </a:solidFill>
            </a:rPr>
            <a:t>CPU</a:t>
          </a:r>
          <a:r>
            <a:rPr lang="en-AU" dirty="0">
              <a:solidFill>
                <a:srgbClr val="FF0000"/>
              </a:solidFill>
            </a:rPr>
            <a:t>:  often called the “brain” </a:t>
          </a:r>
          <a:r>
            <a:rPr lang="en-GB" b="0" i="0" dirty="0">
              <a:solidFill>
                <a:srgbClr val="FF0000"/>
              </a:solidFill>
            </a:rPr>
            <a:t>the primary chip on the motherboard responsible for interpreting and executing instructions from software and hardware</a:t>
          </a:r>
          <a:endParaRPr lang="en-US" dirty="0">
            <a:solidFill>
              <a:srgbClr val="FF0000"/>
            </a:solidFill>
          </a:endParaRPr>
        </a:p>
      </dgm:t>
    </dgm:pt>
    <dgm:pt modelId="{5BA03FDD-A0BA-4D54-8167-5F1C0CD6ADE4}" type="parTrans" cxnId="{52BE64D0-8949-4F1D-B9B6-8CF7E024C73C}">
      <dgm:prSet/>
      <dgm:spPr/>
      <dgm:t>
        <a:bodyPr/>
        <a:lstStyle/>
        <a:p>
          <a:endParaRPr lang="en-US"/>
        </a:p>
      </dgm:t>
    </dgm:pt>
    <dgm:pt modelId="{D852D60E-21D7-4959-9D49-18A38DACECB3}" type="sibTrans" cxnId="{52BE64D0-8949-4F1D-B9B6-8CF7E024C73C}">
      <dgm:prSet/>
      <dgm:spPr/>
      <dgm:t>
        <a:bodyPr/>
        <a:lstStyle/>
        <a:p>
          <a:endParaRPr lang="en-US"/>
        </a:p>
      </dgm:t>
    </dgm:pt>
    <dgm:pt modelId="{0BBE8C6C-75DF-4604-8E2E-132C2618189C}">
      <dgm:prSet/>
      <dgm:spPr/>
      <dgm:t>
        <a:bodyPr/>
        <a:lstStyle/>
        <a:p>
          <a:r>
            <a:rPr lang="en-AU"/>
            <a:t>Computer chips are made of </a:t>
          </a:r>
          <a:r>
            <a:rPr lang="en-AU" b="1"/>
            <a:t>microprocessors</a:t>
          </a:r>
          <a:r>
            <a:rPr lang="en-AU"/>
            <a:t> (millions of transistors)</a:t>
          </a:r>
          <a:endParaRPr lang="en-US"/>
        </a:p>
      </dgm:t>
    </dgm:pt>
    <dgm:pt modelId="{E45D8DC1-1E46-47EF-A9F4-6DD1B0E2F6A5}" type="parTrans" cxnId="{6A92203F-AC99-4C3F-A810-C92233EB94AC}">
      <dgm:prSet/>
      <dgm:spPr/>
      <dgm:t>
        <a:bodyPr/>
        <a:lstStyle/>
        <a:p>
          <a:endParaRPr lang="en-US"/>
        </a:p>
      </dgm:t>
    </dgm:pt>
    <dgm:pt modelId="{3C99ADD6-64B3-4905-943D-EE7BADF9716C}" type="sibTrans" cxnId="{6A92203F-AC99-4C3F-A810-C92233EB94AC}">
      <dgm:prSet/>
      <dgm:spPr/>
      <dgm:t>
        <a:bodyPr/>
        <a:lstStyle/>
        <a:p>
          <a:endParaRPr lang="en-US"/>
        </a:p>
      </dgm:t>
    </dgm:pt>
    <dgm:pt modelId="{C0BAEDB6-EBAD-4098-986E-0F8991402526}">
      <dgm:prSet/>
      <dgm:spPr/>
      <dgm:t>
        <a:bodyPr/>
        <a:lstStyle/>
        <a:p>
          <a:r>
            <a:rPr lang="en-AU" b="1" dirty="0"/>
            <a:t>RAM</a:t>
          </a:r>
          <a:r>
            <a:rPr lang="en-AU" dirty="0"/>
            <a:t>: volatile, temporary storage</a:t>
          </a:r>
          <a:endParaRPr lang="en-US" dirty="0"/>
        </a:p>
      </dgm:t>
    </dgm:pt>
    <dgm:pt modelId="{DC2F5579-2080-45C0-AE0C-B423F79F4F6B}" type="parTrans" cxnId="{A523A3A5-F273-48D2-B144-2058F7018909}">
      <dgm:prSet/>
      <dgm:spPr/>
      <dgm:t>
        <a:bodyPr/>
        <a:lstStyle/>
        <a:p>
          <a:endParaRPr lang="en-US"/>
        </a:p>
      </dgm:t>
    </dgm:pt>
    <dgm:pt modelId="{B5FDADF7-E279-49B7-9A67-13C07973DC62}" type="sibTrans" cxnId="{A523A3A5-F273-48D2-B144-2058F7018909}">
      <dgm:prSet/>
      <dgm:spPr/>
      <dgm:t>
        <a:bodyPr/>
        <a:lstStyle/>
        <a:p>
          <a:endParaRPr lang="en-US"/>
        </a:p>
      </dgm:t>
    </dgm:pt>
    <dgm:pt modelId="{40F99227-7272-4290-900F-EF239816B4CB}">
      <dgm:prSet/>
      <dgm:spPr/>
      <dgm:t>
        <a:bodyPr/>
        <a:lstStyle/>
        <a:p>
          <a:r>
            <a:rPr lang="en-AU" b="1"/>
            <a:t>ROM</a:t>
          </a:r>
          <a:r>
            <a:rPr lang="en-AU"/>
            <a:t>: permanent storage, contains essential startup information</a:t>
          </a:r>
          <a:endParaRPr lang="en-US"/>
        </a:p>
      </dgm:t>
    </dgm:pt>
    <dgm:pt modelId="{24C3817A-02A1-4614-BCA1-6763DCE0F3BF}" type="parTrans" cxnId="{2B73ED10-C678-4E6C-92F8-2BAD12465A88}">
      <dgm:prSet/>
      <dgm:spPr/>
      <dgm:t>
        <a:bodyPr/>
        <a:lstStyle/>
        <a:p>
          <a:endParaRPr lang="en-US"/>
        </a:p>
      </dgm:t>
    </dgm:pt>
    <dgm:pt modelId="{5FE83035-78C8-4DBB-8A58-6D57664AD13F}" type="sibTrans" cxnId="{2B73ED10-C678-4E6C-92F8-2BAD12465A88}">
      <dgm:prSet/>
      <dgm:spPr/>
      <dgm:t>
        <a:bodyPr/>
        <a:lstStyle/>
        <a:p>
          <a:endParaRPr lang="en-US"/>
        </a:p>
      </dgm:t>
    </dgm:pt>
    <dgm:pt modelId="{D4809F4D-32CC-42D0-B731-4BBCA86920E9}">
      <dgm:prSet/>
      <dgm:spPr/>
      <dgm:t>
        <a:bodyPr/>
        <a:lstStyle/>
        <a:p>
          <a:r>
            <a:rPr lang="en-AU" b="1"/>
            <a:t>GPU</a:t>
          </a:r>
          <a:r>
            <a:rPr lang="en-AU"/>
            <a:t>: handles graphics tasks, video rendering, AI, and parallel processing tasks</a:t>
          </a:r>
          <a:endParaRPr lang="en-US"/>
        </a:p>
      </dgm:t>
    </dgm:pt>
    <dgm:pt modelId="{A221D92E-2DC9-488B-AFE9-D4625A848660}" type="parTrans" cxnId="{995D226C-50DB-4352-A3EC-03F353802168}">
      <dgm:prSet/>
      <dgm:spPr/>
      <dgm:t>
        <a:bodyPr/>
        <a:lstStyle/>
        <a:p>
          <a:endParaRPr lang="en-US"/>
        </a:p>
      </dgm:t>
    </dgm:pt>
    <dgm:pt modelId="{C077A81D-D3A9-4E65-852C-24645E8F3380}" type="sibTrans" cxnId="{995D226C-50DB-4352-A3EC-03F353802168}">
      <dgm:prSet/>
      <dgm:spPr/>
      <dgm:t>
        <a:bodyPr/>
        <a:lstStyle/>
        <a:p>
          <a:endParaRPr lang="en-US"/>
        </a:p>
      </dgm:t>
    </dgm:pt>
    <dgm:pt modelId="{C5EA6CD2-18AF-4F47-B4D5-C37371645470}">
      <dgm:prSet/>
      <dgm:spPr/>
      <dgm:t>
        <a:bodyPr/>
        <a:lstStyle/>
        <a:p>
          <a:r>
            <a:rPr lang="en-AU"/>
            <a:t>Chips work together to process, store, and control data</a:t>
          </a:r>
          <a:endParaRPr lang="en-US"/>
        </a:p>
      </dgm:t>
    </dgm:pt>
    <dgm:pt modelId="{39BDE288-4154-4BAB-AC0A-C22E08C657D5}" type="parTrans" cxnId="{A127B1EE-6CF8-4765-A4A8-5B70EF548C82}">
      <dgm:prSet/>
      <dgm:spPr/>
      <dgm:t>
        <a:bodyPr/>
        <a:lstStyle/>
        <a:p>
          <a:endParaRPr lang="en-US"/>
        </a:p>
      </dgm:t>
    </dgm:pt>
    <dgm:pt modelId="{B434FD5D-A5EC-4AA9-B9D1-37A38FC9B9B1}" type="sibTrans" cxnId="{A127B1EE-6CF8-4765-A4A8-5B70EF548C82}">
      <dgm:prSet/>
      <dgm:spPr/>
      <dgm:t>
        <a:bodyPr/>
        <a:lstStyle/>
        <a:p>
          <a:endParaRPr lang="en-US"/>
        </a:p>
      </dgm:t>
    </dgm:pt>
    <dgm:pt modelId="{B7688ED9-3C3B-46F1-A56C-E2A99DE70AF2}" type="pres">
      <dgm:prSet presAssocID="{6E9801EC-DC8E-4EE6-99B2-228C792236E4}" presName="vert0" presStyleCnt="0">
        <dgm:presLayoutVars>
          <dgm:dir/>
          <dgm:animOne val="branch"/>
          <dgm:animLvl val="lvl"/>
        </dgm:presLayoutVars>
      </dgm:prSet>
      <dgm:spPr/>
    </dgm:pt>
    <dgm:pt modelId="{EE612F44-C173-4387-AD25-A4FA4681F1A2}" type="pres">
      <dgm:prSet presAssocID="{E5BC563F-F830-498E-99A5-DA96B85CACFC}" presName="thickLine" presStyleLbl="alignNode1" presStyleIdx="0" presStyleCnt="6"/>
      <dgm:spPr/>
    </dgm:pt>
    <dgm:pt modelId="{4E09AD04-B1FA-4C90-89B0-6EABB8CB5590}" type="pres">
      <dgm:prSet presAssocID="{E5BC563F-F830-498E-99A5-DA96B85CACFC}" presName="horz1" presStyleCnt="0"/>
      <dgm:spPr/>
    </dgm:pt>
    <dgm:pt modelId="{FBEC48C7-B365-489E-B631-4150E8350D5C}" type="pres">
      <dgm:prSet presAssocID="{E5BC563F-F830-498E-99A5-DA96B85CACFC}" presName="tx1" presStyleLbl="revTx" presStyleIdx="0" presStyleCnt="6"/>
      <dgm:spPr/>
    </dgm:pt>
    <dgm:pt modelId="{298ABB52-694D-4CA8-8C0F-CA25F77B4261}" type="pres">
      <dgm:prSet presAssocID="{E5BC563F-F830-498E-99A5-DA96B85CACFC}" presName="vert1" presStyleCnt="0"/>
      <dgm:spPr/>
    </dgm:pt>
    <dgm:pt modelId="{46A3C97C-CD52-418E-AA64-30C4EE7291B2}" type="pres">
      <dgm:prSet presAssocID="{0BBE8C6C-75DF-4604-8E2E-132C2618189C}" presName="thickLine" presStyleLbl="alignNode1" presStyleIdx="1" presStyleCnt="6"/>
      <dgm:spPr/>
    </dgm:pt>
    <dgm:pt modelId="{ECAECD5E-8576-4ED1-9AC6-9A0F32B43AF5}" type="pres">
      <dgm:prSet presAssocID="{0BBE8C6C-75DF-4604-8E2E-132C2618189C}" presName="horz1" presStyleCnt="0"/>
      <dgm:spPr/>
    </dgm:pt>
    <dgm:pt modelId="{2F2262B9-9491-4ACB-841D-4EE554ED42C8}" type="pres">
      <dgm:prSet presAssocID="{0BBE8C6C-75DF-4604-8E2E-132C2618189C}" presName="tx1" presStyleLbl="revTx" presStyleIdx="1" presStyleCnt="6"/>
      <dgm:spPr/>
    </dgm:pt>
    <dgm:pt modelId="{3AE3359B-8A01-4186-A8A9-8761B564D843}" type="pres">
      <dgm:prSet presAssocID="{0BBE8C6C-75DF-4604-8E2E-132C2618189C}" presName="vert1" presStyleCnt="0"/>
      <dgm:spPr/>
    </dgm:pt>
    <dgm:pt modelId="{7D3CB8E9-285A-49CE-B143-84E00EAD70A2}" type="pres">
      <dgm:prSet presAssocID="{C0BAEDB6-EBAD-4098-986E-0F8991402526}" presName="thickLine" presStyleLbl="alignNode1" presStyleIdx="2" presStyleCnt="6"/>
      <dgm:spPr/>
    </dgm:pt>
    <dgm:pt modelId="{1CBFE748-7F04-42F7-806D-2F91E7364B42}" type="pres">
      <dgm:prSet presAssocID="{C0BAEDB6-EBAD-4098-986E-0F8991402526}" presName="horz1" presStyleCnt="0"/>
      <dgm:spPr/>
    </dgm:pt>
    <dgm:pt modelId="{719778B0-7475-4F7F-9602-F906A5C49395}" type="pres">
      <dgm:prSet presAssocID="{C0BAEDB6-EBAD-4098-986E-0F8991402526}" presName="tx1" presStyleLbl="revTx" presStyleIdx="2" presStyleCnt="6"/>
      <dgm:spPr/>
    </dgm:pt>
    <dgm:pt modelId="{783E8469-E7C8-43E0-8476-C3822680788D}" type="pres">
      <dgm:prSet presAssocID="{C0BAEDB6-EBAD-4098-986E-0F8991402526}" presName="vert1" presStyleCnt="0"/>
      <dgm:spPr/>
    </dgm:pt>
    <dgm:pt modelId="{DCDF94D8-AE1A-42B1-983C-991386681F5E}" type="pres">
      <dgm:prSet presAssocID="{40F99227-7272-4290-900F-EF239816B4CB}" presName="thickLine" presStyleLbl="alignNode1" presStyleIdx="3" presStyleCnt="6"/>
      <dgm:spPr/>
    </dgm:pt>
    <dgm:pt modelId="{5FDFE2A5-1AB9-4392-AD43-37600FFE72D8}" type="pres">
      <dgm:prSet presAssocID="{40F99227-7272-4290-900F-EF239816B4CB}" presName="horz1" presStyleCnt="0"/>
      <dgm:spPr/>
    </dgm:pt>
    <dgm:pt modelId="{4A9F0D75-9E81-47A0-A25F-3DA33E5D505D}" type="pres">
      <dgm:prSet presAssocID="{40F99227-7272-4290-900F-EF239816B4CB}" presName="tx1" presStyleLbl="revTx" presStyleIdx="3" presStyleCnt="6"/>
      <dgm:spPr/>
    </dgm:pt>
    <dgm:pt modelId="{B133379D-472B-4F58-9D53-F855FB73C072}" type="pres">
      <dgm:prSet presAssocID="{40F99227-7272-4290-900F-EF239816B4CB}" presName="vert1" presStyleCnt="0"/>
      <dgm:spPr/>
    </dgm:pt>
    <dgm:pt modelId="{8DCB09B5-A86C-4B7B-8FE5-B84B8C930DF8}" type="pres">
      <dgm:prSet presAssocID="{D4809F4D-32CC-42D0-B731-4BBCA86920E9}" presName="thickLine" presStyleLbl="alignNode1" presStyleIdx="4" presStyleCnt="6"/>
      <dgm:spPr/>
    </dgm:pt>
    <dgm:pt modelId="{243FF67A-B3F0-40B3-BDC6-62D85BD10A1E}" type="pres">
      <dgm:prSet presAssocID="{D4809F4D-32CC-42D0-B731-4BBCA86920E9}" presName="horz1" presStyleCnt="0"/>
      <dgm:spPr/>
    </dgm:pt>
    <dgm:pt modelId="{78D542DB-605B-42EA-A498-363DB4AB8209}" type="pres">
      <dgm:prSet presAssocID="{D4809F4D-32CC-42D0-B731-4BBCA86920E9}" presName="tx1" presStyleLbl="revTx" presStyleIdx="4" presStyleCnt="6"/>
      <dgm:spPr/>
    </dgm:pt>
    <dgm:pt modelId="{B021C3B6-01E5-4D21-A90C-F21FAE422871}" type="pres">
      <dgm:prSet presAssocID="{D4809F4D-32CC-42D0-B731-4BBCA86920E9}" presName="vert1" presStyleCnt="0"/>
      <dgm:spPr/>
    </dgm:pt>
    <dgm:pt modelId="{BCB6812F-47D5-425C-AF61-7073B058E357}" type="pres">
      <dgm:prSet presAssocID="{C5EA6CD2-18AF-4F47-B4D5-C37371645470}" presName="thickLine" presStyleLbl="alignNode1" presStyleIdx="5" presStyleCnt="6"/>
      <dgm:spPr/>
    </dgm:pt>
    <dgm:pt modelId="{4FA07E28-9840-4C21-A928-056040FB634C}" type="pres">
      <dgm:prSet presAssocID="{C5EA6CD2-18AF-4F47-B4D5-C37371645470}" presName="horz1" presStyleCnt="0"/>
      <dgm:spPr/>
    </dgm:pt>
    <dgm:pt modelId="{65509F59-B272-46CB-BBBE-8D4DE3D5EEB0}" type="pres">
      <dgm:prSet presAssocID="{C5EA6CD2-18AF-4F47-B4D5-C37371645470}" presName="tx1" presStyleLbl="revTx" presStyleIdx="5" presStyleCnt="6"/>
      <dgm:spPr/>
    </dgm:pt>
    <dgm:pt modelId="{3D15B336-215D-4EB5-A395-5AA9107AA781}" type="pres">
      <dgm:prSet presAssocID="{C5EA6CD2-18AF-4F47-B4D5-C37371645470}" presName="vert1" presStyleCnt="0"/>
      <dgm:spPr/>
    </dgm:pt>
  </dgm:ptLst>
  <dgm:cxnLst>
    <dgm:cxn modelId="{F1378C05-6AB9-4C5E-A5C4-DB258862326B}" type="presOf" srcId="{C5EA6CD2-18AF-4F47-B4D5-C37371645470}" destId="{65509F59-B272-46CB-BBBE-8D4DE3D5EEB0}" srcOrd="0" destOrd="0" presId="urn:microsoft.com/office/officeart/2008/layout/LinedList"/>
    <dgm:cxn modelId="{2B73ED10-C678-4E6C-92F8-2BAD12465A88}" srcId="{6E9801EC-DC8E-4EE6-99B2-228C792236E4}" destId="{40F99227-7272-4290-900F-EF239816B4CB}" srcOrd="3" destOrd="0" parTransId="{24C3817A-02A1-4614-BCA1-6763DCE0F3BF}" sibTransId="{5FE83035-78C8-4DBB-8A58-6D57664AD13F}"/>
    <dgm:cxn modelId="{E14D4029-557E-4369-BB87-BC790079B847}" type="presOf" srcId="{D4809F4D-32CC-42D0-B731-4BBCA86920E9}" destId="{78D542DB-605B-42EA-A498-363DB4AB8209}" srcOrd="0" destOrd="0" presId="urn:microsoft.com/office/officeart/2008/layout/LinedList"/>
    <dgm:cxn modelId="{6A92203F-AC99-4C3F-A810-C92233EB94AC}" srcId="{6E9801EC-DC8E-4EE6-99B2-228C792236E4}" destId="{0BBE8C6C-75DF-4604-8E2E-132C2618189C}" srcOrd="1" destOrd="0" parTransId="{E45D8DC1-1E46-47EF-A9F4-6DD1B0E2F6A5}" sibTransId="{3C99ADD6-64B3-4905-943D-EE7BADF9716C}"/>
    <dgm:cxn modelId="{B11D7E40-00DF-45EC-BC2B-4831E356DBA7}" type="presOf" srcId="{0BBE8C6C-75DF-4604-8E2E-132C2618189C}" destId="{2F2262B9-9491-4ACB-841D-4EE554ED42C8}" srcOrd="0" destOrd="0" presId="urn:microsoft.com/office/officeart/2008/layout/LinedList"/>
    <dgm:cxn modelId="{995D226C-50DB-4352-A3EC-03F353802168}" srcId="{6E9801EC-DC8E-4EE6-99B2-228C792236E4}" destId="{D4809F4D-32CC-42D0-B731-4BBCA86920E9}" srcOrd="4" destOrd="0" parTransId="{A221D92E-2DC9-488B-AFE9-D4625A848660}" sibTransId="{C077A81D-D3A9-4E65-852C-24645E8F3380}"/>
    <dgm:cxn modelId="{7BDD8693-399E-49AA-BC3C-F768ADE80B21}" type="presOf" srcId="{6E9801EC-DC8E-4EE6-99B2-228C792236E4}" destId="{B7688ED9-3C3B-46F1-A56C-E2A99DE70AF2}" srcOrd="0" destOrd="0" presId="urn:microsoft.com/office/officeart/2008/layout/LinedList"/>
    <dgm:cxn modelId="{A523A3A5-F273-48D2-B144-2058F7018909}" srcId="{6E9801EC-DC8E-4EE6-99B2-228C792236E4}" destId="{C0BAEDB6-EBAD-4098-986E-0F8991402526}" srcOrd="2" destOrd="0" parTransId="{DC2F5579-2080-45C0-AE0C-B423F79F4F6B}" sibTransId="{B5FDADF7-E279-49B7-9A67-13C07973DC62}"/>
    <dgm:cxn modelId="{13BA57B0-C662-421D-A761-780CF229A384}" type="presOf" srcId="{40F99227-7272-4290-900F-EF239816B4CB}" destId="{4A9F0D75-9E81-47A0-A25F-3DA33E5D505D}" srcOrd="0" destOrd="0" presId="urn:microsoft.com/office/officeart/2008/layout/LinedList"/>
    <dgm:cxn modelId="{52BE64D0-8949-4F1D-B9B6-8CF7E024C73C}" srcId="{6E9801EC-DC8E-4EE6-99B2-228C792236E4}" destId="{E5BC563F-F830-498E-99A5-DA96B85CACFC}" srcOrd="0" destOrd="0" parTransId="{5BA03FDD-A0BA-4D54-8167-5F1C0CD6ADE4}" sibTransId="{D852D60E-21D7-4959-9D49-18A38DACECB3}"/>
    <dgm:cxn modelId="{2FEA24E1-09CC-441C-9B25-F4FBBA934212}" type="presOf" srcId="{E5BC563F-F830-498E-99A5-DA96B85CACFC}" destId="{FBEC48C7-B365-489E-B631-4150E8350D5C}" srcOrd="0" destOrd="0" presId="urn:microsoft.com/office/officeart/2008/layout/LinedList"/>
    <dgm:cxn modelId="{A127B1EE-6CF8-4765-A4A8-5B70EF548C82}" srcId="{6E9801EC-DC8E-4EE6-99B2-228C792236E4}" destId="{C5EA6CD2-18AF-4F47-B4D5-C37371645470}" srcOrd="5" destOrd="0" parTransId="{39BDE288-4154-4BAB-AC0A-C22E08C657D5}" sibTransId="{B434FD5D-A5EC-4AA9-B9D1-37A38FC9B9B1}"/>
    <dgm:cxn modelId="{C76912FA-B36C-4D78-8B78-456482D460B1}" type="presOf" srcId="{C0BAEDB6-EBAD-4098-986E-0F8991402526}" destId="{719778B0-7475-4F7F-9602-F906A5C49395}" srcOrd="0" destOrd="0" presId="urn:microsoft.com/office/officeart/2008/layout/LinedList"/>
    <dgm:cxn modelId="{F1DE792D-D980-4520-9F74-99ABB744ECF6}" type="presParOf" srcId="{B7688ED9-3C3B-46F1-A56C-E2A99DE70AF2}" destId="{EE612F44-C173-4387-AD25-A4FA4681F1A2}" srcOrd="0" destOrd="0" presId="urn:microsoft.com/office/officeart/2008/layout/LinedList"/>
    <dgm:cxn modelId="{1223FC91-9B7E-4DD2-AEDC-340BAACBDD61}" type="presParOf" srcId="{B7688ED9-3C3B-46F1-A56C-E2A99DE70AF2}" destId="{4E09AD04-B1FA-4C90-89B0-6EABB8CB5590}" srcOrd="1" destOrd="0" presId="urn:microsoft.com/office/officeart/2008/layout/LinedList"/>
    <dgm:cxn modelId="{8B264658-93C6-4B69-9CAC-A5A03A87C1FE}" type="presParOf" srcId="{4E09AD04-B1FA-4C90-89B0-6EABB8CB5590}" destId="{FBEC48C7-B365-489E-B631-4150E8350D5C}" srcOrd="0" destOrd="0" presId="urn:microsoft.com/office/officeart/2008/layout/LinedList"/>
    <dgm:cxn modelId="{BB081402-C414-4C14-85DE-48C6162AF3BB}" type="presParOf" srcId="{4E09AD04-B1FA-4C90-89B0-6EABB8CB5590}" destId="{298ABB52-694D-4CA8-8C0F-CA25F77B4261}" srcOrd="1" destOrd="0" presId="urn:microsoft.com/office/officeart/2008/layout/LinedList"/>
    <dgm:cxn modelId="{79F41B24-BFB4-43A4-B7A1-07A5A54BC111}" type="presParOf" srcId="{B7688ED9-3C3B-46F1-A56C-E2A99DE70AF2}" destId="{46A3C97C-CD52-418E-AA64-30C4EE7291B2}" srcOrd="2" destOrd="0" presId="urn:microsoft.com/office/officeart/2008/layout/LinedList"/>
    <dgm:cxn modelId="{03C5CAFA-38FB-42CA-9B6C-F2F42A01C1B7}" type="presParOf" srcId="{B7688ED9-3C3B-46F1-A56C-E2A99DE70AF2}" destId="{ECAECD5E-8576-4ED1-9AC6-9A0F32B43AF5}" srcOrd="3" destOrd="0" presId="urn:microsoft.com/office/officeart/2008/layout/LinedList"/>
    <dgm:cxn modelId="{7B2FFFB7-7D06-49C1-A486-2F83B4BBE62C}" type="presParOf" srcId="{ECAECD5E-8576-4ED1-9AC6-9A0F32B43AF5}" destId="{2F2262B9-9491-4ACB-841D-4EE554ED42C8}" srcOrd="0" destOrd="0" presId="urn:microsoft.com/office/officeart/2008/layout/LinedList"/>
    <dgm:cxn modelId="{77193ED5-8680-4D7A-9D8B-6BE8B705266E}" type="presParOf" srcId="{ECAECD5E-8576-4ED1-9AC6-9A0F32B43AF5}" destId="{3AE3359B-8A01-4186-A8A9-8761B564D843}" srcOrd="1" destOrd="0" presId="urn:microsoft.com/office/officeart/2008/layout/LinedList"/>
    <dgm:cxn modelId="{BB7EC64E-C5BF-441A-BC7C-36FD6E9296B9}" type="presParOf" srcId="{B7688ED9-3C3B-46F1-A56C-E2A99DE70AF2}" destId="{7D3CB8E9-285A-49CE-B143-84E00EAD70A2}" srcOrd="4" destOrd="0" presId="urn:microsoft.com/office/officeart/2008/layout/LinedList"/>
    <dgm:cxn modelId="{D90B4402-F7E2-4160-8446-7CBBAC65F37E}" type="presParOf" srcId="{B7688ED9-3C3B-46F1-A56C-E2A99DE70AF2}" destId="{1CBFE748-7F04-42F7-806D-2F91E7364B42}" srcOrd="5" destOrd="0" presId="urn:microsoft.com/office/officeart/2008/layout/LinedList"/>
    <dgm:cxn modelId="{43F5ABE2-AD89-4815-B5DA-EA72A6332370}" type="presParOf" srcId="{1CBFE748-7F04-42F7-806D-2F91E7364B42}" destId="{719778B0-7475-4F7F-9602-F906A5C49395}" srcOrd="0" destOrd="0" presId="urn:microsoft.com/office/officeart/2008/layout/LinedList"/>
    <dgm:cxn modelId="{DE0BD11E-27EA-4C60-911A-70D075705729}" type="presParOf" srcId="{1CBFE748-7F04-42F7-806D-2F91E7364B42}" destId="{783E8469-E7C8-43E0-8476-C3822680788D}" srcOrd="1" destOrd="0" presId="urn:microsoft.com/office/officeart/2008/layout/LinedList"/>
    <dgm:cxn modelId="{2623F29F-8052-4928-9F89-3780C38006EE}" type="presParOf" srcId="{B7688ED9-3C3B-46F1-A56C-E2A99DE70AF2}" destId="{DCDF94D8-AE1A-42B1-983C-991386681F5E}" srcOrd="6" destOrd="0" presId="urn:microsoft.com/office/officeart/2008/layout/LinedList"/>
    <dgm:cxn modelId="{B34170BE-6A88-48E1-8C43-FD32BC870D11}" type="presParOf" srcId="{B7688ED9-3C3B-46F1-A56C-E2A99DE70AF2}" destId="{5FDFE2A5-1AB9-4392-AD43-37600FFE72D8}" srcOrd="7" destOrd="0" presId="urn:microsoft.com/office/officeart/2008/layout/LinedList"/>
    <dgm:cxn modelId="{DBFD9D88-742B-43AE-825A-0AF67B46C381}" type="presParOf" srcId="{5FDFE2A5-1AB9-4392-AD43-37600FFE72D8}" destId="{4A9F0D75-9E81-47A0-A25F-3DA33E5D505D}" srcOrd="0" destOrd="0" presId="urn:microsoft.com/office/officeart/2008/layout/LinedList"/>
    <dgm:cxn modelId="{10758668-337F-4865-8299-6356CBB2EB41}" type="presParOf" srcId="{5FDFE2A5-1AB9-4392-AD43-37600FFE72D8}" destId="{B133379D-472B-4F58-9D53-F855FB73C072}" srcOrd="1" destOrd="0" presId="urn:microsoft.com/office/officeart/2008/layout/LinedList"/>
    <dgm:cxn modelId="{99A75E2C-0E1A-4985-8C42-1C4FBAA3FA1E}" type="presParOf" srcId="{B7688ED9-3C3B-46F1-A56C-E2A99DE70AF2}" destId="{8DCB09B5-A86C-4B7B-8FE5-B84B8C930DF8}" srcOrd="8" destOrd="0" presId="urn:microsoft.com/office/officeart/2008/layout/LinedList"/>
    <dgm:cxn modelId="{548066ED-325D-4A44-847D-A867E0213A7D}" type="presParOf" srcId="{B7688ED9-3C3B-46F1-A56C-E2A99DE70AF2}" destId="{243FF67A-B3F0-40B3-BDC6-62D85BD10A1E}" srcOrd="9" destOrd="0" presId="urn:microsoft.com/office/officeart/2008/layout/LinedList"/>
    <dgm:cxn modelId="{1BE38872-EAEE-4468-8F09-7DF10C262392}" type="presParOf" srcId="{243FF67A-B3F0-40B3-BDC6-62D85BD10A1E}" destId="{78D542DB-605B-42EA-A498-363DB4AB8209}" srcOrd="0" destOrd="0" presId="urn:microsoft.com/office/officeart/2008/layout/LinedList"/>
    <dgm:cxn modelId="{7602FE18-D190-4DBF-92E8-13DA912F875C}" type="presParOf" srcId="{243FF67A-B3F0-40B3-BDC6-62D85BD10A1E}" destId="{B021C3B6-01E5-4D21-A90C-F21FAE422871}" srcOrd="1" destOrd="0" presId="urn:microsoft.com/office/officeart/2008/layout/LinedList"/>
    <dgm:cxn modelId="{E5EA0F41-9018-4E0C-A779-327ED5A4EEED}" type="presParOf" srcId="{B7688ED9-3C3B-46F1-A56C-E2A99DE70AF2}" destId="{BCB6812F-47D5-425C-AF61-7073B058E357}" srcOrd="10" destOrd="0" presId="urn:microsoft.com/office/officeart/2008/layout/LinedList"/>
    <dgm:cxn modelId="{E4E650D4-EE40-4CCD-A6DC-E3ECC79C60AA}" type="presParOf" srcId="{B7688ED9-3C3B-46F1-A56C-E2A99DE70AF2}" destId="{4FA07E28-9840-4C21-A928-056040FB634C}" srcOrd="11" destOrd="0" presId="urn:microsoft.com/office/officeart/2008/layout/LinedList"/>
    <dgm:cxn modelId="{829C3245-779C-42F2-872A-EAA5FFC288AA}" type="presParOf" srcId="{4FA07E28-9840-4C21-A928-056040FB634C}" destId="{65509F59-B272-46CB-BBBE-8D4DE3D5EEB0}" srcOrd="0" destOrd="0" presId="urn:microsoft.com/office/officeart/2008/layout/LinedList"/>
    <dgm:cxn modelId="{9EC4DFFE-EAFD-4E8C-B202-1487A8B3229A}" type="presParOf" srcId="{4FA07E28-9840-4C21-A928-056040FB634C}" destId="{3D15B336-215D-4EB5-A395-5AA9107AA7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2301FC5-17B7-4BCD-B444-74AD29FD513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82E94C-F77E-4585-8AB8-7E653ACB95C6}">
      <dgm:prSet/>
      <dgm:spPr/>
      <dgm:t>
        <a:bodyPr/>
        <a:lstStyle/>
        <a:p>
          <a:pPr>
            <a:defRPr b="1"/>
          </a:pPr>
          <a:r>
            <a:rPr lang="en-US" b="1" i="0" baseline="0"/>
            <a:t>Smartphones</a:t>
          </a:r>
          <a:r>
            <a:rPr lang="en-US" b="0" i="0" baseline="0"/>
            <a:t>: portable, many sensors, mostly server-processed</a:t>
          </a:r>
          <a:endParaRPr lang="en-US"/>
        </a:p>
      </dgm:t>
    </dgm:pt>
    <dgm:pt modelId="{9004472D-B48B-48BF-85D1-ACBFECC82794}" type="parTrans" cxnId="{D48829AF-CD28-4081-942C-3C848ABB6C04}">
      <dgm:prSet/>
      <dgm:spPr/>
      <dgm:t>
        <a:bodyPr/>
        <a:lstStyle/>
        <a:p>
          <a:endParaRPr lang="en-US"/>
        </a:p>
      </dgm:t>
    </dgm:pt>
    <dgm:pt modelId="{E644D532-AAE8-43C5-81FF-E9D044AE57DB}" type="sibTrans" cxnId="{D48829AF-CD28-4081-942C-3C848ABB6C04}">
      <dgm:prSet/>
      <dgm:spPr/>
      <dgm:t>
        <a:bodyPr/>
        <a:lstStyle/>
        <a:p>
          <a:endParaRPr lang="en-US"/>
        </a:p>
      </dgm:t>
    </dgm:pt>
    <dgm:pt modelId="{00833441-208E-4D63-84A5-5A1A231067C6}">
      <dgm:prSet/>
      <dgm:spPr/>
      <dgm:t>
        <a:bodyPr/>
        <a:lstStyle/>
        <a:p>
          <a:pPr>
            <a:defRPr b="1"/>
          </a:pPr>
          <a:r>
            <a:rPr lang="en-US" b="1" i="0" baseline="0"/>
            <a:t>Personal computers</a:t>
          </a:r>
          <a:r>
            <a:rPr lang="en-US" b="0" i="0" baseline="0"/>
            <a:t>: self-contained, handle input, processing, output, storage</a:t>
          </a:r>
          <a:endParaRPr lang="en-US"/>
        </a:p>
      </dgm:t>
    </dgm:pt>
    <dgm:pt modelId="{EEF65A49-5B01-4508-8A73-B6791A25485A}" type="parTrans" cxnId="{A8866D87-D540-44F5-94F8-7CA69CA8148E}">
      <dgm:prSet/>
      <dgm:spPr/>
      <dgm:t>
        <a:bodyPr/>
        <a:lstStyle/>
        <a:p>
          <a:endParaRPr lang="en-US"/>
        </a:p>
      </dgm:t>
    </dgm:pt>
    <dgm:pt modelId="{AC6ACCDF-0BC5-4181-9024-35EA62D204AF}" type="sibTrans" cxnId="{A8866D87-D540-44F5-94F8-7CA69CA8148E}">
      <dgm:prSet/>
      <dgm:spPr/>
      <dgm:t>
        <a:bodyPr/>
        <a:lstStyle/>
        <a:p>
          <a:endParaRPr lang="en-US"/>
        </a:p>
      </dgm:t>
    </dgm:pt>
    <dgm:pt modelId="{79183F8E-DAC3-42F7-B00A-C2848673D240}">
      <dgm:prSet/>
      <dgm:spPr/>
      <dgm:t>
        <a:bodyPr/>
        <a:lstStyle/>
        <a:p>
          <a:r>
            <a:rPr lang="en-US" b="0" i="0" baseline="0" dirty="0"/>
            <a:t>Desktops, laptops, workstations</a:t>
          </a:r>
          <a:endParaRPr lang="en-US" dirty="0"/>
        </a:p>
      </dgm:t>
    </dgm:pt>
    <dgm:pt modelId="{3C6F8EED-7912-4192-8BB1-26C8F028C448}" type="parTrans" cxnId="{D3B674CF-F398-4724-B234-FE12B6736F6E}">
      <dgm:prSet/>
      <dgm:spPr/>
      <dgm:t>
        <a:bodyPr/>
        <a:lstStyle/>
        <a:p>
          <a:endParaRPr lang="en-US"/>
        </a:p>
      </dgm:t>
    </dgm:pt>
    <dgm:pt modelId="{54A161D4-F274-4B21-AD16-723B6AFD578C}" type="sibTrans" cxnId="{D3B674CF-F398-4724-B234-FE12B6736F6E}">
      <dgm:prSet/>
      <dgm:spPr/>
      <dgm:t>
        <a:bodyPr/>
        <a:lstStyle/>
        <a:p>
          <a:endParaRPr lang="en-US"/>
        </a:p>
      </dgm:t>
    </dgm:pt>
    <dgm:pt modelId="{6C2DF40E-F95D-4770-9C4A-F31F42C7CE0E}">
      <dgm:prSet/>
      <dgm:spPr/>
      <dgm:t>
        <a:bodyPr/>
        <a:lstStyle/>
        <a:p>
          <a:pPr>
            <a:defRPr b="1"/>
          </a:pPr>
          <a:r>
            <a:rPr lang="en-US" b="1" i="0" baseline="0"/>
            <a:t>Servers</a:t>
          </a:r>
          <a:r>
            <a:rPr lang="en-US" b="0" i="0" baseline="0"/>
            <a:t>: networked, manage software, files, and access for multiple users</a:t>
          </a:r>
          <a:endParaRPr lang="en-US"/>
        </a:p>
      </dgm:t>
    </dgm:pt>
    <dgm:pt modelId="{05F39DC5-C2CC-4263-96AC-12722B15E973}" type="parTrans" cxnId="{C7D8999A-F553-44DE-A52E-438C206F0368}">
      <dgm:prSet/>
      <dgm:spPr/>
      <dgm:t>
        <a:bodyPr/>
        <a:lstStyle/>
        <a:p>
          <a:endParaRPr lang="en-US"/>
        </a:p>
      </dgm:t>
    </dgm:pt>
    <dgm:pt modelId="{6F5089D0-5104-4B9E-AE4B-C0A0A4964E85}" type="sibTrans" cxnId="{C7D8999A-F553-44DE-A52E-438C206F0368}">
      <dgm:prSet/>
      <dgm:spPr/>
      <dgm:t>
        <a:bodyPr/>
        <a:lstStyle/>
        <a:p>
          <a:endParaRPr lang="en-US"/>
        </a:p>
      </dgm:t>
    </dgm:pt>
    <dgm:pt modelId="{D65B06BC-AB57-449F-AC73-FD9C8E36125D}">
      <dgm:prSet/>
      <dgm:spPr/>
      <dgm:t>
        <a:bodyPr/>
        <a:lstStyle/>
        <a:p>
          <a:pPr>
            <a:defRPr b="1"/>
          </a:pPr>
          <a:r>
            <a:rPr lang="en-US" b="1" i="0" baseline="0"/>
            <a:t>Mainframes</a:t>
          </a:r>
          <a:r>
            <a:rPr lang="en-US" b="0" i="0" baseline="0"/>
            <a:t>: large-scale, handle massive transactions (banks, government)</a:t>
          </a:r>
          <a:endParaRPr lang="en-US"/>
        </a:p>
      </dgm:t>
    </dgm:pt>
    <dgm:pt modelId="{3A65C501-A5BC-4015-92E2-C8DA88F3F44C}" type="parTrans" cxnId="{BE619309-C95E-471A-B937-D7F865754A99}">
      <dgm:prSet/>
      <dgm:spPr/>
      <dgm:t>
        <a:bodyPr/>
        <a:lstStyle/>
        <a:p>
          <a:endParaRPr lang="en-US"/>
        </a:p>
      </dgm:t>
    </dgm:pt>
    <dgm:pt modelId="{EEA64026-1C78-4D7A-A39F-7E37F1D7862B}" type="sibTrans" cxnId="{BE619309-C95E-471A-B937-D7F865754A99}">
      <dgm:prSet/>
      <dgm:spPr/>
      <dgm:t>
        <a:bodyPr/>
        <a:lstStyle/>
        <a:p>
          <a:endParaRPr lang="en-US"/>
        </a:p>
      </dgm:t>
    </dgm:pt>
    <dgm:pt modelId="{954D2557-5719-4A48-8CC2-DE269782AEB0}">
      <dgm:prSet/>
      <dgm:spPr/>
      <dgm:t>
        <a:bodyPr/>
        <a:lstStyle/>
        <a:p>
          <a:pPr>
            <a:defRPr b="1"/>
          </a:pPr>
          <a:r>
            <a:rPr lang="en-US" b="1" i="0" baseline="0"/>
            <a:t>Supercomputers</a:t>
          </a:r>
          <a:r>
            <a:rPr lang="en-US" b="0" i="0" baseline="0"/>
            <a:t>: fastest, perform trillions of calculations (weather, science)</a:t>
          </a:r>
          <a:endParaRPr lang="en-US"/>
        </a:p>
      </dgm:t>
    </dgm:pt>
    <dgm:pt modelId="{B4624AB5-D5B7-4AC7-9288-71FEC80BF074}" type="parTrans" cxnId="{63F385AD-9793-479E-B0E9-66520A0C38A0}">
      <dgm:prSet/>
      <dgm:spPr/>
      <dgm:t>
        <a:bodyPr/>
        <a:lstStyle/>
        <a:p>
          <a:endParaRPr lang="en-US"/>
        </a:p>
      </dgm:t>
    </dgm:pt>
    <dgm:pt modelId="{2189CE83-29FE-48DA-AAD8-87B561BD7EA4}" type="sibTrans" cxnId="{63F385AD-9793-479E-B0E9-66520A0C38A0}">
      <dgm:prSet/>
      <dgm:spPr/>
      <dgm:t>
        <a:bodyPr/>
        <a:lstStyle/>
        <a:p>
          <a:endParaRPr lang="en-US"/>
        </a:p>
      </dgm:t>
    </dgm:pt>
    <dgm:pt modelId="{277E240F-650F-4B0C-A7B7-EB3965855D18}">
      <dgm:prSet/>
      <dgm:spPr/>
      <dgm:t>
        <a:bodyPr/>
        <a:lstStyle/>
        <a:p>
          <a:pPr>
            <a:defRPr b="1"/>
          </a:pPr>
          <a:r>
            <a:rPr lang="en-US" b="1" i="0" baseline="0"/>
            <a:t>Quantum computers</a:t>
          </a:r>
          <a:r>
            <a:rPr lang="en-US" b="0" i="0" baseline="0"/>
            <a:t>: use qubits, perform complex calculations at unprecedented speeds</a:t>
          </a:r>
          <a:endParaRPr lang="en-US"/>
        </a:p>
      </dgm:t>
    </dgm:pt>
    <dgm:pt modelId="{44C326F6-C4B1-44EE-A226-7E56E2B3C41E}" type="parTrans" cxnId="{5F36A3BE-BCAB-46D2-B902-4F05EF6B3687}">
      <dgm:prSet/>
      <dgm:spPr/>
      <dgm:t>
        <a:bodyPr/>
        <a:lstStyle/>
        <a:p>
          <a:endParaRPr lang="en-US"/>
        </a:p>
      </dgm:t>
    </dgm:pt>
    <dgm:pt modelId="{977F125B-5E4E-4807-ABE6-12CF421596A9}" type="sibTrans" cxnId="{5F36A3BE-BCAB-46D2-B902-4F05EF6B3687}">
      <dgm:prSet/>
      <dgm:spPr/>
      <dgm:t>
        <a:bodyPr/>
        <a:lstStyle/>
        <a:p>
          <a:endParaRPr lang="en-US"/>
        </a:p>
      </dgm:t>
    </dgm:pt>
    <dgm:pt modelId="{7EC770E5-9D77-4F9A-9645-4D0D351F932D}" type="pres">
      <dgm:prSet presAssocID="{C2301FC5-17B7-4BCD-B444-74AD29FD5137}" presName="root" presStyleCnt="0">
        <dgm:presLayoutVars>
          <dgm:dir/>
          <dgm:resizeHandles val="exact"/>
        </dgm:presLayoutVars>
      </dgm:prSet>
      <dgm:spPr/>
    </dgm:pt>
    <dgm:pt modelId="{71E01657-3647-4F8E-A035-1FC2ECFF8264}" type="pres">
      <dgm:prSet presAssocID="{8082E94C-F77E-4585-8AB8-7E653ACB95C6}" presName="compNode" presStyleCnt="0"/>
      <dgm:spPr/>
    </dgm:pt>
    <dgm:pt modelId="{4455925E-517E-4BE0-A6D5-D23B717A5C5F}" type="pres">
      <dgm:prSet presAssocID="{8082E94C-F77E-4585-8AB8-7E653ACB95C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AA55F17-0C75-4F75-84DD-CF225459946A}" type="pres">
      <dgm:prSet presAssocID="{8082E94C-F77E-4585-8AB8-7E653ACB95C6}" presName="iconSpace" presStyleCnt="0"/>
      <dgm:spPr/>
    </dgm:pt>
    <dgm:pt modelId="{9B59F41D-0DFC-4AE3-993F-16D7DA4632FC}" type="pres">
      <dgm:prSet presAssocID="{8082E94C-F77E-4585-8AB8-7E653ACB95C6}" presName="parTx" presStyleLbl="revTx" presStyleIdx="0" presStyleCnt="12">
        <dgm:presLayoutVars>
          <dgm:chMax val="0"/>
          <dgm:chPref val="0"/>
        </dgm:presLayoutVars>
      </dgm:prSet>
      <dgm:spPr/>
    </dgm:pt>
    <dgm:pt modelId="{3F4636C3-7904-4201-8A80-4C744C7911BE}" type="pres">
      <dgm:prSet presAssocID="{8082E94C-F77E-4585-8AB8-7E653ACB95C6}" presName="txSpace" presStyleCnt="0"/>
      <dgm:spPr/>
    </dgm:pt>
    <dgm:pt modelId="{972A7505-EABC-41E9-BE1C-536396A306A9}" type="pres">
      <dgm:prSet presAssocID="{8082E94C-F77E-4585-8AB8-7E653ACB95C6}" presName="desTx" presStyleLbl="revTx" presStyleIdx="1" presStyleCnt="12">
        <dgm:presLayoutVars/>
      </dgm:prSet>
      <dgm:spPr/>
    </dgm:pt>
    <dgm:pt modelId="{B8A99B5B-9C22-4F8B-8BEB-9424D6E48B7D}" type="pres">
      <dgm:prSet presAssocID="{E644D532-AAE8-43C5-81FF-E9D044AE57DB}" presName="sibTrans" presStyleCnt="0"/>
      <dgm:spPr/>
    </dgm:pt>
    <dgm:pt modelId="{F016C911-E62F-4B71-90D9-B6A494D90ACC}" type="pres">
      <dgm:prSet presAssocID="{00833441-208E-4D63-84A5-5A1A231067C6}" presName="compNode" presStyleCnt="0"/>
      <dgm:spPr/>
    </dgm:pt>
    <dgm:pt modelId="{39CDA6D5-90C9-4436-9DDD-697443A6E0A8}" type="pres">
      <dgm:prSet presAssocID="{00833441-208E-4D63-84A5-5A1A231067C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E95D2AE-D056-458E-BD32-A1FC4D3D4813}" type="pres">
      <dgm:prSet presAssocID="{00833441-208E-4D63-84A5-5A1A231067C6}" presName="iconSpace" presStyleCnt="0"/>
      <dgm:spPr/>
    </dgm:pt>
    <dgm:pt modelId="{3C8014FE-781A-43B4-A2BA-3E1A026A639E}" type="pres">
      <dgm:prSet presAssocID="{00833441-208E-4D63-84A5-5A1A231067C6}" presName="parTx" presStyleLbl="revTx" presStyleIdx="2" presStyleCnt="12">
        <dgm:presLayoutVars>
          <dgm:chMax val="0"/>
          <dgm:chPref val="0"/>
        </dgm:presLayoutVars>
      </dgm:prSet>
      <dgm:spPr/>
    </dgm:pt>
    <dgm:pt modelId="{33C3D97A-38F3-45F3-9D9F-930E894DA5F8}" type="pres">
      <dgm:prSet presAssocID="{00833441-208E-4D63-84A5-5A1A231067C6}" presName="txSpace" presStyleCnt="0"/>
      <dgm:spPr/>
    </dgm:pt>
    <dgm:pt modelId="{683573AE-1B4F-4389-8533-53AB148D8BE9}" type="pres">
      <dgm:prSet presAssocID="{00833441-208E-4D63-84A5-5A1A231067C6}" presName="desTx" presStyleLbl="revTx" presStyleIdx="3" presStyleCnt="12">
        <dgm:presLayoutVars/>
      </dgm:prSet>
      <dgm:spPr/>
    </dgm:pt>
    <dgm:pt modelId="{480A872B-3962-438F-8718-84692D091801}" type="pres">
      <dgm:prSet presAssocID="{AC6ACCDF-0BC5-4181-9024-35EA62D204AF}" presName="sibTrans" presStyleCnt="0"/>
      <dgm:spPr/>
    </dgm:pt>
    <dgm:pt modelId="{A0D4BC4B-EA1C-41A4-98CB-352D387E0BEF}" type="pres">
      <dgm:prSet presAssocID="{6C2DF40E-F95D-4770-9C4A-F31F42C7CE0E}" presName="compNode" presStyleCnt="0"/>
      <dgm:spPr/>
    </dgm:pt>
    <dgm:pt modelId="{9AA347B5-A645-433E-ACC4-CE306A781EE7}" type="pres">
      <dgm:prSet presAssocID="{6C2DF40E-F95D-4770-9C4A-F31F42C7CE0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1D842AE-65AE-48CE-A1D6-0E2546BBCA0A}" type="pres">
      <dgm:prSet presAssocID="{6C2DF40E-F95D-4770-9C4A-F31F42C7CE0E}" presName="iconSpace" presStyleCnt="0"/>
      <dgm:spPr/>
    </dgm:pt>
    <dgm:pt modelId="{FD98CCD8-59CD-44A0-A146-CE07EDAD10D2}" type="pres">
      <dgm:prSet presAssocID="{6C2DF40E-F95D-4770-9C4A-F31F42C7CE0E}" presName="parTx" presStyleLbl="revTx" presStyleIdx="4" presStyleCnt="12">
        <dgm:presLayoutVars>
          <dgm:chMax val="0"/>
          <dgm:chPref val="0"/>
        </dgm:presLayoutVars>
      </dgm:prSet>
      <dgm:spPr/>
    </dgm:pt>
    <dgm:pt modelId="{C7C21997-C194-488E-8A5C-C93992756333}" type="pres">
      <dgm:prSet presAssocID="{6C2DF40E-F95D-4770-9C4A-F31F42C7CE0E}" presName="txSpace" presStyleCnt="0"/>
      <dgm:spPr/>
    </dgm:pt>
    <dgm:pt modelId="{B1B9D948-822F-45FA-BDA8-E50286CC7E36}" type="pres">
      <dgm:prSet presAssocID="{6C2DF40E-F95D-4770-9C4A-F31F42C7CE0E}" presName="desTx" presStyleLbl="revTx" presStyleIdx="5" presStyleCnt="12">
        <dgm:presLayoutVars/>
      </dgm:prSet>
      <dgm:spPr/>
    </dgm:pt>
    <dgm:pt modelId="{6D9009E7-EBB5-48F2-B233-CDB577E7483A}" type="pres">
      <dgm:prSet presAssocID="{6F5089D0-5104-4B9E-AE4B-C0A0A4964E85}" presName="sibTrans" presStyleCnt="0"/>
      <dgm:spPr/>
    </dgm:pt>
    <dgm:pt modelId="{F943DA53-EFC4-4AA5-A5B2-1F74C67849CD}" type="pres">
      <dgm:prSet presAssocID="{D65B06BC-AB57-449F-AC73-FD9C8E36125D}" presName="compNode" presStyleCnt="0"/>
      <dgm:spPr/>
    </dgm:pt>
    <dgm:pt modelId="{80775ADB-AAB1-40D4-BEF9-6EF31663492E}" type="pres">
      <dgm:prSet presAssocID="{D65B06BC-AB57-449F-AC73-FD9C8E36125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0710E92-967B-49E9-8B94-83302D7D61C6}" type="pres">
      <dgm:prSet presAssocID="{D65B06BC-AB57-449F-AC73-FD9C8E36125D}" presName="iconSpace" presStyleCnt="0"/>
      <dgm:spPr/>
    </dgm:pt>
    <dgm:pt modelId="{795CA882-3AEA-4972-AB1F-39BEE99189AE}" type="pres">
      <dgm:prSet presAssocID="{D65B06BC-AB57-449F-AC73-FD9C8E36125D}" presName="parTx" presStyleLbl="revTx" presStyleIdx="6" presStyleCnt="12">
        <dgm:presLayoutVars>
          <dgm:chMax val="0"/>
          <dgm:chPref val="0"/>
        </dgm:presLayoutVars>
      </dgm:prSet>
      <dgm:spPr/>
    </dgm:pt>
    <dgm:pt modelId="{D79AA947-EA75-4EDD-8EA1-98E0C8578DFF}" type="pres">
      <dgm:prSet presAssocID="{D65B06BC-AB57-449F-AC73-FD9C8E36125D}" presName="txSpace" presStyleCnt="0"/>
      <dgm:spPr/>
    </dgm:pt>
    <dgm:pt modelId="{CC42A3CB-6209-4E4C-B960-53C237DEC9A9}" type="pres">
      <dgm:prSet presAssocID="{D65B06BC-AB57-449F-AC73-FD9C8E36125D}" presName="desTx" presStyleLbl="revTx" presStyleIdx="7" presStyleCnt="12">
        <dgm:presLayoutVars/>
      </dgm:prSet>
      <dgm:spPr/>
    </dgm:pt>
    <dgm:pt modelId="{1DA4792B-0C8A-4BF9-BC4F-176A6CD996B0}" type="pres">
      <dgm:prSet presAssocID="{EEA64026-1C78-4D7A-A39F-7E37F1D7862B}" presName="sibTrans" presStyleCnt="0"/>
      <dgm:spPr/>
    </dgm:pt>
    <dgm:pt modelId="{68DDB160-FA12-4E50-99F0-56DD67F2C323}" type="pres">
      <dgm:prSet presAssocID="{954D2557-5719-4A48-8CC2-DE269782AEB0}" presName="compNode" presStyleCnt="0"/>
      <dgm:spPr/>
    </dgm:pt>
    <dgm:pt modelId="{650915A8-6252-49D5-8BFD-F066F3DE00F0}" type="pres">
      <dgm:prSet presAssocID="{954D2557-5719-4A48-8CC2-DE269782AEB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D95A474-5451-4070-95B1-68489641102A}" type="pres">
      <dgm:prSet presAssocID="{954D2557-5719-4A48-8CC2-DE269782AEB0}" presName="iconSpace" presStyleCnt="0"/>
      <dgm:spPr/>
    </dgm:pt>
    <dgm:pt modelId="{BD3A4E4B-B59E-4CE0-916A-5EDEBA797AC8}" type="pres">
      <dgm:prSet presAssocID="{954D2557-5719-4A48-8CC2-DE269782AEB0}" presName="parTx" presStyleLbl="revTx" presStyleIdx="8" presStyleCnt="12">
        <dgm:presLayoutVars>
          <dgm:chMax val="0"/>
          <dgm:chPref val="0"/>
        </dgm:presLayoutVars>
      </dgm:prSet>
      <dgm:spPr/>
    </dgm:pt>
    <dgm:pt modelId="{A839AA01-064C-40C0-8124-37A626D52094}" type="pres">
      <dgm:prSet presAssocID="{954D2557-5719-4A48-8CC2-DE269782AEB0}" presName="txSpace" presStyleCnt="0"/>
      <dgm:spPr/>
    </dgm:pt>
    <dgm:pt modelId="{E335EB47-B3CE-4AA2-BD62-3325351B28F9}" type="pres">
      <dgm:prSet presAssocID="{954D2557-5719-4A48-8CC2-DE269782AEB0}" presName="desTx" presStyleLbl="revTx" presStyleIdx="9" presStyleCnt="12">
        <dgm:presLayoutVars/>
      </dgm:prSet>
      <dgm:spPr/>
    </dgm:pt>
    <dgm:pt modelId="{8360F401-DD38-4144-A7E5-8C4A33301168}" type="pres">
      <dgm:prSet presAssocID="{2189CE83-29FE-48DA-AAD8-87B561BD7EA4}" presName="sibTrans" presStyleCnt="0"/>
      <dgm:spPr/>
    </dgm:pt>
    <dgm:pt modelId="{08B3D109-2564-4DEC-A77E-C43CF795329E}" type="pres">
      <dgm:prSet presAssocID="{277E240F-650F-4B0C-A7B7-EB3965855D18}" presName="compNode" presStyleCnt="0"/>
      <dgm:spPr/>
    </dgm:pt>
    <dgm:pt modelId="{F91E7FF0-9E43-45C2-A514-603371A6843F}" type="pres">
      <dgm:prSet presAssocID="{277E240F-650F-4B0C-A7B7-EB3965855D1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FA9273D-DBB7-4CD8-AFA5-FDF8A8EF67C2}" type="pres">
      <dgm:prSet presAssocID="{277E240F-650F-4B0C-A7B7-EB3965855D18}" presName="iconSpace" presStyleCnt="0"/>
      <dgm:spPr/>
    </dgm:pt>
    <dgm:pt modelId="{6B65E372-BAC7-408B-90D5-9C532A7FFFDE}" type="pres">
      <dgm:prSet presAssocID="{277E240F-650F-4B0C-A7B7-EB3965855D18}" presName="parTx" presStyleLbl="revTx" presStyleIdx="10" presStyleCnt="12">
        <dgm:presLayoutVars>
          <dgm:chMax val="0"/>
          <dgm:chPref val="0"/>
        </dgm:presLayoutVars>
      </dgm:prSet>
      <dgm:spPr/>
    </dgm:pt>
    <dgm:pt modelId="{4B95DB4A-A158-46F7-8298-1A4323475793}" type="pres">
      <dgm:prSet presAssocID="{277E240F-650F-4B0C-A7B7-EB3965855D18}" presName="txSpace" presStyleCnt="0"/>
      <dgm:spPr/>
    </dgm:pt>
    <dgm:pt modelId="{BF18377B-CFCF-4250-9154-6C2AED3D8526}" type="pres">
      <dgm:prSet presAssocID="{277E240F-650F-4B0C-A7B7-EB3965855D18}" presName="desTx" presStyleLbl="revTx" presStyleIdx="11" presStyleCnt="12">
        <dgm:presLayoutVars/>
      </dgm:prSet>
      <dgm:spPr/>
    </dgm:pt>
  </dgm:ptLst>
  <dgm:cxnLst>
    <dgm:cxn modelId="{BE619309-C95E-471A-B937-D7F865754A99}" srcId="{C2301FC5-17B7-4BCD-B444-74AD29FD5137}" destId="{D65B06BC-AB57-449F-AC73-FD9C8E36125D}" srcOrd="3" destOrd="0" parTransId="{3A65C501-A5BC-4015-92E2-C8DA88F3F44C}" sibTransId="{EEA64026-1C78-4D7A-A39F-7E37F1D7862B}"/>
    <dgm:cxn modelId="{D2F1B17A-537B-46AE-BE5B-92BB79355353}" type="presOf" srcId="{954D2557-5719-4A48-8CC2-DE269782AEB0}" destId="{BD3A4E4B-B59E-4CE0-916A-5EDEBA797AC8}" srcOrd="0" destOrd="0" presId="urn:microsoft.com/office/officeart/2018/2/layout/IconLabelDescriptionList"/>
    <dgm:cxn modelId="{A8866D87-D540-44F5-94F8-7CA69CA8148E}" srcId="{C2301FC5-17B7-4BCD-B444-74AD29FD5137}" destId="{00833441-208E-4D63-84A5-5A1A231067C6}" srcOrd="1" destOrd="0" parTransId="{EEF65A49-5B01-4508-8A73-B6791A25485A}" sibTransId="{AC6ACCDF-0BC5-4181-9024-35EA62D204AF}"/>
    <dgm:cxn modelId="{C7D8999A-F553-44DE-A52E-438C206F0368}" srcId="{C2301FC5-17B7-4BCD-B444-74AD29FD5137}" destId="{6C2DF40E-F95D-4770-9C4A-F31F42C7CE0E}" srcOrd="2" destOrd="0" parTransId="{05F39DC5-C2CC-4263-96AC-12722B15E973}" sibTransId="{6F5089D0-5104-4B9E-AE4B-C0A0A4964E85}"/>
    <dgm:cxn modelId="{A14805A9-275D-444B-9035-6C60F718208A}" type="presOf" srcId="{C2301FC5-17B7-4BCD-B444-74AD29FD5137}" destId="{7EC770E5-9D77-4F9A-9645-4D0D351F932D}" srcOrd="0" destOrd="0" presId="urn:microsoft.com/office/officeart/2018/2/layout/IconLabelDescriptionList"/>
    <dgm:cxn modelId="{63F385AD-9793-479E-B0E9-66520A0C38A0}" srcId="{C2301FC5-17B7-4BCD-B444-74AD29FD5137}" destId="{954D2557-5719-4A48-8CC2-DE269782AEB0}" srcOrd="4" destOrd="0" parTransId="{B4624AB5-D5B7-4AC7-9288-71FEC80BF074}" sibTransId="{2189CE83-29FE-48DA-AAD8-87B561BD7EA4}"/>
    <dgm:cxn modelId="{F61ECAAE-3CFC-4DEE-BA0E-076CBC75703A}" type="presOf" srcId="{8082E94C-F77E-4585-8AB8-7E653ACB95C6}" destId="{9B59F41D-0DFC-4AE3-993F-16D7DA4632FC}" srcOrd="0" destOrd="0" presId="urn:microsoft.com/office/officeart/2018/2/layout/IconLabelDescriptionList"/>
    <dgm:cxn modelId="{D48829AF-CD28-4081-942C-3C848ABB6C04}" srcId="{C2301FC5-17B7-4BCD-B444-74AD29FD5137}" destId="{8082E94C-F77E-4585-8AB8-7E653ACB95C6}" srcOrd="0" destOrd="0" parTransId="{9004472D-B48B-48BF-85D1-ACBFECC82794}" sibTransId="{E644D532-AAE8-43C5-81FF-E9D044AE57DB}"/>
    <dgm:cxn modelId="{08E202B9-0293-4624-847C-33F1CC2FAEEE}" type="presOf" srcId="{79183F8E-DAC3-42F7-B00A-C2848673D240}" destId="{683573AE-1B4F-4389-8533-53AB148D8BE9}" srcOrd="0" destOrd="0" presId="urn:microsoft.com/office/officeart/2018/2/layout/IconLabelDescriptionList"/>
    <dgm:cxn modelId="{89BE15BA-A5C4-4121-9C1D-2189612AE8F2}" type="presOf" srcId="{D65B06BC-AB57-449F-AC73-FD9C8E36125D}" destId="{795CA882-3AEA-4972-AB1F-39BEE99189AE}" srcOrd="0" destOrd="0" presId="urn:microsoft.com/office/officeart/2018/2/layout/IconLabelDescriptionList"/>
    <dgm:cxn modelId="{5F36A3BE-BCAB-46D2-B902-4F05EF6B3687}" srcId="{C2301FC5-17B7-4BCD-B444-74AD29FD5137}" destId="{277E240F-650F-4B0C-A7B7-EB3965855D18}" srcOrd="5" destOrd="0" parTransId="{44C326F6-C4B1-44EE-A226-7E56E2B3C41E}" sibTransId="{977F125B-5E4E-4807-ABE6-12CF421596A9}"/>
    <dgm:cxn modelId="{DD58F7CE-7ABD-4DB0-A1FF-E751484FF737}" type="presOf" srcId="{277E240F-650F-4B0C-A7B7-EB3965855D18}" destId="{6B65E372-BAC7-408B-90D5-9C532A7FFFDE}" srcOrd="0" destOrd="0" presId="urn:microsoft.com/office/officeart/2018/2/layout/IconLabelDescriptionList"/>
    <dgm:cxn modelId="{D3B674CF-F398-4724-B234-FE12B6736F6E}" srcId="{00833441-208E-4D63-84A5-5A1A231067C6}" destId="{79183F8E-DAC3-42F7-B00A-C2848673D240}" srcOrd="0" destOrd="0" parTransId="{3C6F8EED-7912-4192-8BB1-26C8F028C448}" sibTransId="{54A161D4-F274-4B21-AD16-723B6AFD578C}"/>
    <dgm:cxn modelId="{54318DDE-28E2-43A2-A71C-3DAD1CC755D4}" type="presOf" srcId="{6C2DF40E-F95D-4770-9C4A-F31F42C7CE0E}" destId="{FD98CCD8-59CD-44A0-A146-CE07EDAD10D2}" srcOrd="0" destOrd="0" presId="urn:microsoft.com/office/officeart/2018/2/layout/IconLabelDescriptionList"/>
    <dgm:cxn modelId="{727FADEB-A86D-493E-AFE9-9024A88EB2D8}" type="presOf" srcId="{00833441-208E-4D63-84A5-5A1A231067C6}" destId="{3C8014FE-781A-43B4-A2BA-3E1A026A639E}" srcOrd="0" destOrd="0" presId="urn:microsoft.com/office/officeart/2018/2/layout/IconLabelDescriptionList"/>
    <dgm:cxn modelId="{3796758B-45E8-418A-9C27-D2ED4080579F}" type="presParOf" srcId="{7EC770E5-9D77-4F9A-9645-4D0D351F932D}" destId="{71E01657-3647-4F8E-A035-1FC2ECFF8264}" srcOrd="0" destOrd="0" presId="urn:microsoft.com/office/officeart/2018/2/layout/IconLabelDescriptionList"/>
    <dgm:cxn modelId="{C2D84D70-8D80-45A2-AACD-F04C5D9E91A1}" type="presParOf" srcId="{71E01657-3647-4F8E-A035-1FC2ECFF8264}" destId="{4455925E-517E-4BE0-A6D5-D23B717A5C5F}" srcOrd="0" destOrd="0" presId="urn:microsoft.com/office/officeart/2018/2/layout/IconLabelDescriptionList"/>
    <dgm:cxn modelId="{8FA13D09-9B05-4775-951B-2DDAC92F5D2D}" type="presParOf" srcId="{71E01657-3647-4F8E-A035-1FC2ECFF8264}" destId="{3AA55F17-0C75-4F75-84DD-CF225459946A}" srcOrd="1" destOrd="0" presId="urn:microsoft.com/office/officeart/2018/2/layout/IconLabelDescriptionList"/>
    <dgm:cxn modelId="{200119D0-DA9B-4BAD-A565-0ACEF55ED557}" type="presParOf" srcId="{71E01657-3647-4F8E-A035-1FC2ECFF8264}" destId="{9B59F41D-0DFC-4AE3-993F-16D7DA4632FC}" srcOrd="2" destOrd="0" presId="urn:microsoft.com/office/officeart/2018/2/layout/IconLabelDescriptionList"/>
    <dgm:cxn modelId="{78634A78-FD4D-49A1-A50C-C0FB72193E42}" type="presParOf" srcId="{71E01657-3647-4F8E-A035-1FC2ECFF8264}" destId="{3F4636C3-7904-4201-8A80-4C744C7911BE}" srcOrd="3" destOrd="0" presId="urn:microsoft.com/office/officeart/2018/2/layout/IconLabelDescriptionList"/>
    <dgm:cxn modelId="{19B5DCF8-2942-48C2-AF25-A3A91E2F0C64}" type="presParOf" srcId="{71E01657-3647-4F8E-A035-1FC2ECFF8264}" destId="{972A7505-EABC-41E9-BE1C-536396A306A9}" srcOrd="4" destOrd="0" presId="urn:microsoft.com/office/officeart/2018/2/layout/IconLabelDescriptionList"/>
    <dgm:cxn modelId="{3328DF10-F750-4408-A308-A7B3DC15DD00}" type="presParOf" srcId="{7EC770E5-9D77-4F9A-9645-4D0D351F932D}" destId="{B8A99B5B-9C22-4F8B-8BEB-9424D6E48B7D}" srcOrd="1" destOrd="0" presId="urn:microsoft.com/office/officeart/2018/2/layout/IconLabelDescriptionList"/>
    <dgm:cxn modelId="{8C754756-29C7-4166-8FF7-78EB5F852D4B}" type="presParOf" srcId="{7EC770E5-9D77-4F9A-9645-4D0D351F932D}" destId="{F016C911-E62F-4B71-90D9-B6A494D90ACC}" srcOrd="2" destOrd="0" presId="urn:microsoft.com/office/officeart/2018/2/layout/IconLabelDescriptionList"/>
    <dgm:cxn modelId="{529934E4-EC76-47C8-A161-74F3EC24733D}" type="presParOf" srcId="{F016C911-E62F-4B71-90D9-B6A494D90ACC}" destId="{39CDA6D5-90C9-4436-9DDD-697443A6E0A8}" srcOrd="0" destOrd="0" presId="urn:microsoft.com/office/officeart/2018/2/layout/IconLabelDescriptionList"/>
    <dgm:cxn modelId="{185BBB54-823F-412A-9C15-B3B650DA1007}" type="presParOf" srcId="{F016C911-E62F-4B71-90D9-B6A494D90ACC}" destId="{CE95D2AE-D056-458E-BD32-A1FC4D3D4813}" srcOrd="1" destOrd="0" presId="urn:microsoft.com/office/officeart/2018/2/layout/IconLabelDescriptionList"/>
    <dgm:cxn modelId="{856E92D0-74D6-499B-95CD-C0EE0294D302}" type="presParOf" srcId="{F016C911-E62F-4B71-90D9-B6A494D90ACC}" destId="{3C8014FE-781A-43B4-A2BA-3E1A026A639E}" srcOrd="2" destOrd="0" presId="urn:microsoft.com/office/officeart/2018/2/layout/IconLabelDescriptionList"/>
    <dgm:cxn modelId="{201308EE-7AE2-4150-A864-534B5AD97AFE}" type="presParOf" srcId="{F016C911-E62F-4B71-90D9-B6A494D90ACC}" destId="{33C3D97A-38F3-45F3-9D9F-930E894DA5F8}" srcOrd="3" destOrd="0" presId="urn:microsoft.com/office/officeart/2018/2/layout/IconLabelDescriptionList"/>
    <dgm:cxn modelId="{7223CEC6-0587-4047-A862-C668BC9DCF8B}" type="presParOf" srcId="{F016C911-E62F-4B71-90D9-B6A494D90ACC}" destId="{683573AE-1B4F-4389-8533-53AB148D8BE9}" srcOrd="4" destOrd="0" presId="urn:microsoft.com/office/officeart/2018/2/layout/IconLabelDescriptionList"/>
    <dgm:cxn modelId="{C403D77E-1EF7-4E69-8238-646F21518F48}" type="presParOf" srcId="{7EC770E5-9D77-4F9A-9645-4D0D351F932D}" destId="{480A872B-3962-438F-8718-84692D091801}" srcOrd="3" destOrd="0" presId="urn:microsoft.com/office/officeart/2018/2/layout/IconLabelDescriptionList"/>
    <dgm:cxn modelId="{3B55A58C-9883-4B24-B552-508CEDB1C1F5}" type="presParOf" srcId="{7EC770E5-9D77-4F9A-9645-4D0D351F932D}" destId="{A0D4BC4B-EA1C-41A4-98CB-352D387E0BEF}" srcOrd="4" destOrd="0" presId="urn:microsoft.com/office/officeart/2018/2/layout/IconLabelDescriptionList"/>
    <dgm:cxn modelId="{7E4DCDCA-C602-4DA5-A442-9210D46C7855}" type="presParOf" srcId="{A0D4BC4B-EA1C-41A4-98CB-352D387E0BEF}" destId="{9AA347B5-A645-433E-ACC4-CE306A781EE7}" srcOrd="0" destOrd="0" presId="urn:microsoft.com/office/officeart/2018/2/layout/IconLabelDescriptionList"/>
    <dgm:cxn modelId="{42B5ACAF-FC19-4CC2-906B-44E040D7D1C4}" type="presParOf" srcId="{A0D4BC4B-EA1C-41A4-98CB-352D387E0BEF}" destId="{91D842AE-65AE-48CE-A1D6-0E2546BBCA0A}" srcOrd="1" destOrd="0" presId="urn:microsoft.com/office/officeart/2018/2/layout/IconLabelDescriptionList"/>
    <dgm:cxn modelId="{B04F07E3-D5A5-47D2-B08C-F5F96CF7E269}" type="presParOf" srcId="{A0D4BC4B-EA1C-41A4-98CB-352D387E0BEF}" destId="{FD98CCD8-59CD-44A0-A146-CE07EDAD10D2}" srcOrd="2" destOrd="0" presId="urn:microsoft.com/office/officeart/2018/2/layout/IconLabelDescriptionList"/>
    <dgm:cxn modelId="{9EE69C0C-5C6B-4FDC-BEF6-5F3896283EF4}" type="presParOf" srcId="{A0D4BC4B-EA1C-41A4-98CB-352D387E0BEF}" destId="{C7C21997-C194-488E-8A5C-C93992756333}" srcOrd="3" destOrd="0" presId="urn:microsoft.com/office/officeart/2018/2/layout/IconLabelDescriptionList"/>
    <dgm:cxn modelId="{6D4F2299-7D54-4FDA-BCC1-3CE50C93086C}" type="presParOf" srcId="{A0D4BC4B-EA1C-41A4-98CB-352D387E0BEF}" destId="{B1B9D948-822F-45FA-BDA8-E50286CC7E36}" srcOrd="4" destOrd="0" presId="urn:microsoft.com/office/officeart/2018/2/layout/IconLabelDescriptionList"/>
    <dgm:cxn modelId="{0E14E159-B9E0-4396-B21E-E4706E08AEAF}" type="presParOf" srcId="{7EC770E5-9D77-4F9A-9645-4D0D351F932D}" destId="{6D9009E7-EBB5-48F2-B233-CDB577E7483A}" srcOrd="5" destOrd="0" presId="urn:microsoft.com/office/officeart/2018/2/layout/IconLabelDescriptionList"/>
    <dgm:cxn modelId="{E75867E9-7689-41E2-9DE3-1603C34A7A16}" type="presParOf" srcId="{7EC770E5-9D77-4F9A-9645-4D0D351F932D}" destId="{F943DA53-EFC4-4AA5-A5B2-1F74C67849CD}" srcOrd="6" destOrd="0" presId="urn:microsoft.com/office/officeart/2018/2/layout/IconLabelDescriptionList"/>
    <dgm:cxn modelId="{CC7E1D2F-B931-455A-B879-FF483A458177}" type="presParOf" srcId="{F943DA53-EFC4-4AA5-A5B2-1F74C67849CD}" destId="{80775ADB-AAB1-40D4-BEF9-6EF31663492E}" srcOrd="0" destOrd="0" presId="urn:microsoft.com/office/officeart/2018/2/layout/IconLabelDescriptionList"/>
    <dgm:cxn modelId="{E4324D0C-2712-4F6A-8826-CDEBF16252E4}" type="presParOf" srcId="{F943DA53-EFC4-4AA5-A5B2-1F74C67849CD}" destId="{60710E92-967B-49E9-8B94-83302D7D61C6}" srcOrd="1" destOrd="0" presId="urn:microsoft.com/office/officeart/2018/2/layout/IconLabelDescriptionList"/>
    <dgm:cxn modelId="{ED7EBCD3-E71B-460C-A8F5-9B5BBC858EFF}" type="presParOf" srcId="{F943DA53-EFC4-4AA5-A5B2-1F74C67849CD}" destId="{795CA882-3AEA-4972-AB1F-39BEE99189AE}" srcOrd="2" destOrd="0" presId="urn:microsoft.com/office/officeart/2018/2/layout/IconLabelDescriptionList"/>
    <dgm:cxn modelId="{9EA3F114-44DA-4825-9DC7-BD1CC202F3AA}" type="presParOf" srcId="{F943DA53-EFC4-4AA5-A5B2-1F74C67849CD}" destId="{D79AA947-EA75-4EDD-8EA1-98E0C8578DFF}" srcOrd="3" destOrd="0" presId="urn:microsoft.com/office/officeart/2018/2/layout/IconLabelDescriptionList"/>
    <dgm:cxn modelId="{39448ED1-CB6D-42A0-AF40-A9203D9548B7}" type="presParOf" srcId="{F943DA53-EFC4-4AA5-A5B2-1F74C67849CD}" destId="{CC42A3CB-6209-4E4C-B960-53C237DEC9A9}" srcOrd="4" destOrd="0" presId="urn:microsoft.com/office/officeart/2018/2/layout/IconLabelDescriptionList"/>
    <dgm:cxn modelId="{8A40BD17-5EF5-47AF-B1FC-D427807F63E5}" type="presParOf" srcId="{7EC770E5-9D77-4F9A-9645-4D0D351F932D}" destId="{1DA4792B-0C8A-4BF9-BC4F-176A6CD996B0}" srcOrd="7" destOrd="0" presId="urn:microsoft.com/office/officeart/2018/2/layout/IconLabelDescriptionList"/>
    <dgm:cxn modelId="{5FAD6EF9-3FF4-46B6-96FE-5435CBD2F56F}" type="presParOf" srcId="{7EC770E5-9D77-4F9A-9645-4D0D351F932D}" destId="{68DDB160-FA12-4E50-99F0-56DD67F2C323}" srcOrd="8" destOrd="0" presId="urn:microsoft.com/office/officeart/2018/2/layout/IconLabelDescriptionList"/>
    <dgm:cxn modelId="{AA0AB92F-424D-4D31-B796-C09BE61A59DB}" type="presParOf" srcId="{68DDB160-FA12-4E50-99F0-56DD67F2C323}" destId="{650915A8-6252-49D5-8BFD-F066F3DE00F0}" srcOrd="0" destOrd="0" presId="urn:microsoft.com/office/officeart/2018/2/layout/IconLabelDescriptionList"/>
    <dgm:cxn modelId="{D8B92F98-D943-4F68-9FCA-27CD38F7D6D8}" type="presParOf" srcId="{68DDB160-FA12-4E50-99F0-56DD67F2C323}" destId="{4D95A474-5451-4070-95B1-68489641102A}" srcOrd="1" destOrd="0" presId="urn:microsoft.com/office/officeart/2018/2/layout/IconLabelDescriptionList"/>
    <dgm:cxn modelId="{54AB9A2B-B663-412C-8A0F-617D8A6B001E}" type="presParOf" srcId="{68DDB160-FA12-4E50-99F0-56DD67F2C323}" destId="{BD3A4E4B-B59E-4CE0-916A-5EDEBA797AC8}" srcOrd="2" destOrd="0" presId="urn:microsoft.com/office/officeart/2018/2/layout/IconLabelDescriptionList"/>
    <dgm:cxn modelId="{E3B383FD-644A-4998-9A22-5421B88F9A7B}" type="presParOf" srcId="{68DDB160-FA12-4E50-99F0-56DD67F2C323}" destId="{A839AA01-064C-40C0-8124-37A626D52094}" srcOrd="3" destOrd="0" presId="urn:microsoft.com/office/officeart/2018/2/layout/IconLabelDescriptionList"/>
    <dgm:cxn modelId="{1538D42F-7256-4025-921A-FC8DE170A684}" type="presParOf" srcId="{68DDB160-FA12-4E50-99F0-56DD67F2C323}" destId="{E335EB47-B3CE-4AA2-BD62-3325351B28F9}" srcOrd="4" destOrd="0" presId="urn:microsoft.com/office/officeart/2018/2/layout/IconLabelDescriptionList"/>
    <dgm:cxn modelId="{BB53D81A-27AA-42B1-A4ED-81BAA523C185}" type="presParOf" srcId="{7EC770E5-9D77-4F9A-9645-4D0D351F932D}" destId="{8360F401-DD38-4144-A7E5-8C4A33301168}" srcOrd="9" destOrd="0" presId="urn:microsoft.com/office/officeart/2018/2/layout/IconLabelDescriptionList"/>
    <dgm:cxn modelId="{312B2E21-5D54-42FE-ABA8-D7B1FD612F7B}" type="presParOf" srcId="{7EC770E5-9D77-4F9A-9645-4D0D351F932D}" destId="{08B3D109-2564-4DEC-A77E-C43CF795329E}" srcOrd="10" destOrd="0" presId="urn:microsoft.com/office/officeart/2018/2/layout/IconLabelDescriptionList"/>
    <dgm:cxn modelId="{86EAF279-41E6-4EA5-A71A-590CE867960B}" type="presParOf" srcId="{08B3D109-2564-4DEC-A77E-C43CF795329E}" destId="{F91E7FF0-9E43-45C2-A514-603371A6843F}" srcOrd="0" destOrd="0" presId="urn:microsoft.com/office/officeart/2018/2/layout/IconLabelDescriptionList"/>
    <dgm:cxn modelId="{17D1C05C-B969-487B-8262-E1E5AA5232C6}" type="presParOf" srcId="{08B3D109-2564-4DEC-A77E-C43CF795329E}" destId="{BFA9273D-DBB7-4CD8-AFA5-FDF8A8EF67C2}" srcOrd="1" destOrd="0" presId="urn:microsoft.com/office/officeart/2018/2/layout/IconLabelDescriptionList"/>
    <dgm:cxn modelId="{76619BEE-AD03-48D2-9C1E-9F8CC55E1352}" type="presParOf" srcId="{08B3D109-2564-4DEC-A77E-C43CF795329E}" destId="{6B65E372-BAC7-408B-90D5-9C532A7FFFDE}" srcOrd="2" destOrd="0" presId="urn:microsoft.com/office/officeart/2018/2/layout/IconLabelDescriptionList"/>
    <dgm:cxn modelId="{5E2D9BEF-06C3-44DA-A022-3D8F5B3ABED8}" type="presParOf" srcId="{08B3D109-2564-4DEC-A77E-C43CF795329E}" destId="{4B95DB4A-A158-46F7-8298-1A4323475793}" srcOrd="3" destOrd="0" presId="urn:microsoft.com/office/officeart/2018/2/layout/IconLabelDescriptionList"/>
    <dgm:cxn modelId="{0EA449FC-5CCC-4D90-86A0-03B2AFBD3707}" type="presParOf" srcId="{08B3D109-2564-4DEC-A77E-C43CF795329E}" destId="{BF18377B-CFCF-4250-9154-6C2AED3D852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9A0C6-D90F-4959-9979-A7945A8A4772}">
      <dsp:nvSpPr>
        <dsp:cNvPr id="0" name=""/>
        <dsp:cNvSpPr/>
      </dsp:nvSpPr>
      <dsp:spPr>
        <a:xfrm>
          <a:off x="0" y="579500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6434C-38C0-4F19-A5C4-9F396908CE87}">
      <dsp:nvSpPr>
        <dsp:cNvPr id="0" name=""/>
        <dsp:cNvSpPr/>
      </dsp:nvSpPr>
      <dsp:spPr>
        <a:xfrm>
          <a:off x="323629" y="820216"/>
          <a:ext cx="588416" cy="588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C5B64-12B1-4816-8524-2AC56F495D6E}">
      <dsp:nvSpPr>
        <dsp:cNvPr id="0" name=""/>
        <dsp:cNvSpPr/>
      </dsp:nvSpPr>
      <dsp:spPr>
        <a:xfrm>
          <a:off x="1235674" y="579500"/>
          <a:ext cx="9655253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I can differentiate between input and output devices.</a:t>
          </a:r>
          <a:endParaRPr lang="en-US" sz="2500" kern="1200"/>
        </a:p>
      </dsp:txBody>
      <dsp:txXfrm>
        <a:off x="1235674" y="579500"/>
        <a:ext cx="9655253" cy="1069848"/>
      </dsp:txXfrm>
    </dsp:sp>
    <dsp:sp modelId="{DBE5AA2E-BB48-4EB7-BCA7-861A22075FD8}">
      <dsp:nvSpPr>
        <dsp:cNvPr id="0" name=""/>
        <dsp:cNvSpPr/>
      </dsp:nvSpPr>
      <dsp:spPr>
        <a:xfrm>
          <a:off x="0" y="1916811"/>
          <a:ext cx="10890928" cy="10698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B7AC0B-447C-40ED-87EA-0941B8053562}">
      <dsp:nvSpPr>
        <dsp:cNvPr id="0" name=""/>
        <dsp:cNvSpPr/>
      </dsp:nvSpPr>
      <dsp:spPr>
        <a:xfrm>
          <a:off x="323629" y="2157526"/>
          <a:ext cx="588416" cy="588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BE59F-B721-472F-A9D3-BCC1E30E3341}">
      <dsp:nvSpPr>
        <dsp:cNvPr id="0" name=""/>
        <dsp:cNvSpPr/>
      </dsp:nvSpPr>
      <dsp:spPr>
        <a:xfrm>
          <a:off x="1235674" y="1916811"/>
          <a:ext cx="9655253" cy="1069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226" tIns="113226" rIns="113226" bIns="11322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I can describe hardware components and storage devices used for computing.</a:t>
          </a:r>
          <a:endParaRPr lang="en-US" sz="2500" kern="1200"/>
        </a:p>
      </dsp:txBody>
      <dsp:txXfrm>
        <a:off x="1235674" y="1916811"/>
        <a:ext cx="9655253" cy="1069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F34E0-39A3-4D3A-AC00-8FDAE8DE5459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28575">
          <a:solidFill>
            <a:srgbClr val="FF000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5A7AD-12D6-43D7-A209-85AF7443BA2F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F3E3D-DDA8-4FF5-B553-524822AF22D2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Hardware: physical components of a computer system</a:t>
          </a:r>
          <a:endParaRPr lang="en-US" sz="2200" kern="1200" dirty="0"/>
        </a:p>
      </dsp:txBody>
      <dsp:txXfrm>
        <a:off x="1241811" y="2121"/>
        <a:ext cx="5974604" cy="1075161"/>
      </dsp:txXfrm>
    </dsp:sp>
    <dsp:sp modelId="{D33FE8C0-6999-41E9-A851-947411AF1F85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E71600-53E8-47FB-8747-10780A3C3DC3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F406A-B6DD-48E7-89AD-265C626ACF2E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Computers are </a:t>
          </a:r>
          <a:r>
            <a:rPr lang="en-US" sz="2200" b="1" i="0" kern="1200" baseline="0"/>
            <a:t>information processors</a:t>
          </a:r>
          <a:r>
            <a:rPr lang="en-US" sz="2200" b="0" i="0" kern="1200" baseline="0"/>
            <a:t> – data is input, processed, stored, or displayed</a:t>
          </a:r>
          <a:endParaRPr lang="en-US" sz="2200" kern="1200"/>
        </a:p>
      </dsp:txBody>
      <dsp:txXfrm>
        <a:off x="1241811" y="1346073"/>
        <a:ext cx="5974604" cy="1075161"/>
      </dsp:txXfrm>
    </dsp:sp>
    <dsp:sp modelId="{4912321E-B292-4183-9B45-8D8421D8DAC9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51A6B-BDBA-49D5-9CCC-23A3B882E6E2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63FEE-A12E-4831-9D14-6B0791A3819D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Hardware components work together to complete tasks</a:t>
          </a:r>
          <a:endParaRPr lang="en-US" sz="2200" kern="1200"/>
        </a:p>
      </dsp:txBody>
      <dsp:txXfrm>
        <a:off x="1241811" y="2690025"/>
        <a:ext cx="5974604" cy="1075161"/>
      </dsp:txXfrm>
    </dsp:sp>
    <dsp:sp modelId="{95DA42ED-C4CC-4C2F-BC27-5EB9D3C50D31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E509F-4380-4ED3-8423-24CD56FFC0F6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A387E-F8AB-413F-BEBE-8B6CC1076CD8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Main functions: </a:t>
          </a:r>
          <a:r>
            <a:rPr lang="en-US" sz="2200" b="1" i="0" kern="1200" baseline="0"/>
            <a:t>input, output, storage, processing, control</a:t>
          </a:r>
          <a:endParaRPr lang="en-US" sz="2200" kern="1200"/>
        </a:p>
      </dsp:txBody>
      <dsp:txXfrm>
        <a:off x="1241811" y="4033977"/>
        <a:ext cx="5974604" cy="1075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4D0B9-43EE-4E98-9899-EF5285CCCB5E}">
      <dsp:nvSpPr>
        <dsp:cNvPr id="0" name=""/>
        <dsp:cNvSpPr/>
      </dsp:nvSpPr>
      <dsp:spPr>
        <a:xfrm>
          <a:off x="275965" y="182873"/>
          <a:ext cx="1368756" cy="1368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099D0-C3AF-4248-B4A4-3FA1FD442496}">
      <dsp:nvSpPr>
        <dsp:cNvPr id="0" name=""/>
        <dsp:cNvSpPr/>
      </dsp:nvSpPr>
      <dsp:spPr>
        <a:xfrm>
          <a:off x="563404" y="470312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DF5F5-7D62-447A-A233-FA9B17CEFEFE}">
      <dsp:nvSpPr>
        <dsp:cNvPr id="0" name=""/>
        <dsp:cNvSpPr/>
      </dsp:nvSpPr>
      <dsp:spPr>
        <a:xfrm>
          <a:off x="1938026" y="182873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Collect data from the outside world and convert it for the computer</a:t>
          </a:r>
          <a:endParaRPr lang="en-US" sz="2100" kern="1200"/>
        </a:p>
      </dsp:txBody>
      <dsp:txXfrm>
        <a:off x="1938026" y="182873"/>
        <a:ext cx="3226354" cy="1368756"/>
      </dsp:txXfrm>
    </dsp:sp>
    <dsp:sp modelId="{8EB35BC4-91BF-4CED-BD7B-49A3A443EB32}">
      <dsp:nvSpPr>
        <dsp:cNvPr id="0" name=""/>
        <dsp:cNvSpPr/>
      </dsp:nvSpPr>
      <dsp:spPr>
        <a:xfrm>
          <a:off x="5726548" y="182873"/>
          <a:ext cx="1368756" cy="13687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73611-FE27-41D3-B1D5-E2D4CEFB53A0}">
      <dsp:nvSpPr>
        <dsp:cNvPr id="0" name=""/>
        <dsp:cNvSpPr/>
      </dsp:nvSpPr>
      <dsp:spPr>
        <a:xfrm>
          <a:off x="6013987" y="470312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1F14D-C69B-401A-AE76-D9AC3B52A35F}">
      <dsp:nvSpPr>
        <dsp:cNvPr id="0" name=""/>
        <dsp:cNvSpPr/>
      </dsp:nvSpPr>
      <dsp:spPr>
        <a:xfrm>
          <a:off x="7388609" y="182873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Common devices: </a:t>
          </a:r>
          <a:r>
            <a:rPr lang="en-US" sz="2100" b="0" i="0" kern="1200" baseline="0" dirty="0"/>
            <a:t>keyboard, mouse, touchpad, microphones, scanners, cameras, graphics tablets</a:t>
          </a:r>
          <a:endParaRPr lang="en-US" sz="2100" kern="1200" dirty="0"/>
        </a:p>
      </dsp:txBody>
      <dsp:txXfrm>
        <a:off x="7388609" y="182873"/>
        <a:ext cx="3226354" cy="1368756"/>
      </dsp:txXfrm>
    </dsp:sp>
    <dsp:sp modelId="{9C9B8079-6F6A-42C2-B426-6CFBD06437E6}">
      <dsp:nvSpPr>
        <dsp:cNvPr id="0" name=""/>
        <dsp:cNvSpPr/>
      </dsp:nvSpPr>
      <dsp:spPr>
        <a:xfrm>
          <a:off x="275965" y="2187237"/>
          <a:ext cx="1368756" cy="13687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F603E-BB78-42DC-98BF-0E824EE00403}">
      <dsp:nvSpPr>
        <dsp:cNvPr id="0" name=""/>
        <dsp:cNvSpPr/>
      </dsp:nvSpPr>
      <dsp:spPr>
        <a:xfrm>
          <a:off x="563404" y="2474676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0CFF9-6E7B-4593-9325-D91A4B3BE68B}">
      <dsp:nvSpPr>
        <dsp:cNvPr id="0" name=""/>
        <dsp:cNvSpPr/>
      </dsp:nvSpPr>
      <dsp:spPr>
        <a:xfrm>
          <a:off x="1938026" y="2187237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Sensors can collect data like temperature, light, sound, and movement</a:t>
          </a:r>
          <a:endParaRPr lang="en-US" sz="2100" kern="1200"/>
        </a:p>
      </dsp:txBody>
      <dsp:txXfrm>
        <a:off x="1938026" y="2187237"/>
        <a:ext cx="3226354" cy="1368756"/>
      </dsp:txXfrm>
    </dsp:sp>
    <dsp:sp modelId="{8BE6D084-FD9B-44BE-842B-04A9CFEC6CC3}">
      <dsp:nvSpPr>
        <dsp:cNvPr id="0" name=""/>
        <dsp:cNvSpPr/>
      </dsp:nvSpPr>
      <dsp:spPr>
        <a:xfrm>
          <a:off x="5726548" y="2187237"/>
          <a:ext cx="1368756" cy="1368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C4169-C39E-4C89-819A-C85E3C41102C}">
      <dsp:nvSpPr>
        <dsp:cNvPr id="0" name=""/>
        <dsp:cNvSpPr/>
      </dsp:nvSpPr>
      <dsp:spPr>
        <a:xfrm>
          <a:off x="6013987" y="2474676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33BCE-6A7F-482C-845B-2C3D5FEDED4C}">
      <dsp:nvSpPr>
        <dsp:cNvPr id="0" name=""/>
        <dsp:cNvSpPr/>
      </dsp:nvSpPr>
      <dsp:spPr>
        <a:xfrm>
          <a:off x="7388609" y="2187237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Input data is stored in memory until processed by the CPU</a:t>
          </a:r>
          <a:endParaRPr lang="en-US" sz="2100" kern="1200"/>
        </a:p>
      </dsp:txBody>
      <dsp:txXfrm>
        <a:off x="7388609" y="2187237"/>
        <a:ext cx="3226354" cy="1368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B7D77-61B5-45D8-A16A-F2EB020C28BD}">
      <dsp:nvSpPr>
        <dsp:cNvPr id="0" name=""/>
        <dsp:cNvSpPr/>
      </dsp:nvSpPr>
      <dsp:spPr>
        <a:xfrm>
          <a:off x="194508" y="641247"/>
          <a:ext cx="910382" cy="9103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7F2B9-9D01-430D-8776-54C6DC4348A3}">
      <dsp:nvSpPr>
        <dsp:cNvPr id="0" name=""/>
        <dsp:cNvSpPr/>
      </dsp:nvSpPr>
      <dsp:spPr>
        <a:xfrm>
          <a:off x="385688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D0E67-6CFC-4C7C-AEDC-6EC82B9E79BD}">
      <dsp:nvSpPr>
        <dsp:cNvPr id="0" name=""/>
        <dsp:cNvSpPr/>
      </dsp:nvSpPr>
      <dsp:spPr>
        <a:xfrm>
          <a:off x="1299972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Communicate information from computer to user</a:t>
          </a:r>
          <a:endParaRPr lang="en-US" sz="1700" kern="1200"/>
        </a:p>
      </dsp:txBody>
      <dsp:txXfrm>
        <a:off x="1299972" y="641247"/>
        <a:ext cx="2145901" cy="910382"/>
      </dsp:txXfrm>
    </dsp:sp>
    <dsp:sp modelId="{6FE57AAB-2C5D-41DD-9403-9E874A3B494D}">
      <dsp:nvSpPr>
        <dsp:cNvPr id="0" name=""/>
        <dsp:cNvSpPr/>
      </dsp:nvSpPr>
      <dsp:spPr>
        <a:xfrm>
          <a:off x="3819781" y="641247"/>
          <a:ext cx="910382" cy="91038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F324B-D2E3-420E-92C8-9DF5A4D01BE5}">
      <dsp:nvSpPr>
        <dsp:cNvPr id="0" name=""/>
        <dsp:cNvSpPr/>
      </dsp:nvSpPr>
      <dsp:spPr>
        <a:xfrm>
          <a:off x="4010961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9EFEB-F888-48BD-AE35-49EC46396DE2}">
      <dsp:nvSpPr>
        <dsp:cNvPr id="0" name=""/>
        <dsp:cNvSpPr/>
      </dsp:nvSpPr>
      <dsp:spPr>
        <a:xfrm>
          <a:off x="4925245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Common devices: monitor, printer, speakers</a:t>
          </a:r>
          <a:endParaRPr lang="en-US" sz="1700" kern="1200"/>
        </a:p>
      </dsp:txBody>
      <dsp:txXfrm>
        <a:off x="4925245" y="641247"/>
        <a:ext cx="2145901" cy="910382"/>
      </dsp:txXfrm>
    </dsp:sp>
    <dsp:sp modelId="{ADFDBEA9-11C4-48BB-A988-F74638209DE9}">
      <dsp:nvSpPr>
        <dsp:cNvPr id="0" name=""/>
        <dsp:cNvSpPr/>
      </dsp:nvSpPr>
      <dsp:spPr>
        <a:xfrm>
          <a:off x="7445054" y="641247"/>
          <a:ext cx="910382" cy="91038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1212C-042B-4713-A781-41EA54F7EFD8}">
      <dsp:nvSpPr>
        <dsp:cNvPr id="0" name=""/>
        <dsp:cNvSpPr/>
      </dsp:nvSpPr>
      <dsp:spPr>
        <a:xfrm>
          <a:off x="7636234" y="832428"/>
          <a:ext cx="528021" cy="5280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92579-CD3A-42B8-8832-C0EBB913BE62}">
      <dsp:nvSpPr>
        <dsp:cNvPr id="0" name=""/>
        <dsp:cNvSpPr/>
      </dsp:nvSpPr>
      <dsp:spPr>
        <a:xfrm>
          <a:off x="8550519" y="64124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Specialised output: 3D printers, laser cutters, head-up displays</a:t>
          </a:r>
          <a:endParaRPr lang="en-US" sz="1700" kern="1200"/>
        </a:p>
      </dsp:txBody>
      <dsp:txXfrm>
        <a:off x="8550519" y="641247"/>
        <a:ext cx="2145901" cy="910382"/>
      </dsp:txXfrm>
    </dsp:sp>
    <dsp:sp modelId="{D3ACCB33-61D8-4DB5-B812-68E2B565134D}">
      <dsp:nvSpPr>
        <dsp:cNvPr id="0" name=""/>
        <dsp:cNvSpPr/>
      </dsp:nvSpPr>
      <dsp:spPr>
        <a:xfrm>
          <a:off x="194508" y="2187237"/>
          <a:ext cx="910382" cy="91038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FA59C-4462-41F6-9080-9B879323277B}">
      <dsp:nvSpPr>
        <dsp:cNvPr id="0" name=""/>
        <dsp:cNvSpPr/>
      </dsp:nvSpPr>
      <dsp:spPr>
        <a:xfrm>
          <a:off x="385688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76F9A-3BC6-4B59-81EC-DD6225BF3E25}">
      <dsp:nvSpPr>
        <dsp:cNvPr id="0" name=""/>
        <dsp:cNvSpPr/>
      </dsp:nvSpPr>
      <dsp:spPr>
        <a:xfrm>
          <a:off x="1299972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Monitors convert digital signals to visual patterns</a:t>
          </a:r>
          <a:endParaRPr lang="en-US" sz="1700" kern="1200"/>
        </a:p>
      </dsp:txBody>
      <dsp:txXfrm>
        <a:off x="1299972" y="2187237"/>
        <a:ext cx="2145901" cy="910382"/>
      </dsp:txXfrm>
    </dsp:sp>
    <dsp:sp modelId="{9858E001-9B6C-44B1-A266-12C03A2858E9}">
      <dsp:nvSpPr>
        <dsp:cNvPr id="0" name=""/>
        <dsp:cNvSpPr/>
      </dsp:nvSpPr>
      <dsp:spPr>
        <a:xfrm>
          <a:off x="3819781" y="2187237"/>
          <a:ext cx="910382" cy="91038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59A7A9-7565-46F1-AFB1-DD3B4B16A9A0}">
      <dsp:nvSpPr>
        <dsp:cNvPr id="0" name=""/>
        <dsp:cNvSpPr/>
      </dsp:nvSpPr>
      <dsp:spPr>
        <a:xfrm>
          <a:off x="4010961" y="2378418"/>
          <a:ext cx="528021" cy="5280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04F85-C08D-4F2D-9B4A-3E03677D3FD4}">
      <dsp:nvSpPr>
        <dsp:cNvPr id="0" name=""/>
        <dsp:cNvSpPr/>
      </dsp:nvSpPr>
      <dsp:spPr>
        <a:xfrm>
          <a:off x="4925245" y="2187237"/>
          <a:ext cx="2145901" cy="910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Speakers convert digital signals to sound waves</a:t>
          </a:r>
          <a:endParaRPr lang="en-US" sz="1700" kern="1200"/>
        </a:p>
      </dsp:txBody>
      <dsp:txXfrm>
        <a:off x="4925245" y="2187237"/>
        <a:ext cx="2145901" cy="9103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73695-9E54-41E6-97E4-37D2CED939E8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DD030-35E2-4EEB-9DDC-4A730285F0BD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FB961-0B80-4C1F-A587-5AC206011CAF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Primary storage</a:t>
          </a:r>
          <a:r>
            <a:rPr lang="en-US" sz="2500" b="0" i="0" kern="1200" baseline="0"/>
            <a:t>: short-term, volatile (RAM, cache)</a:t>
          </a:r>
          <a:endParaRPr lang="en-US" sz="2500" kern="1200"/>
        </a:p>
      </dsp:txBody>
      <dsp:txXfrm>
        <a:off x="1686304" y="623"/>
        <a:ext cx="5530111" cy="1460003"/>
      </dsp:txXfrm>
    </dsp:sp>
    <dsp:sp modelId="{89316198-5A62-4830-8CE3-FB75678CBB9F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90877-4333-4D9F-AC3F-B1862148801B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FA074-1F2D-4AF0-8881-4CCE7355D704}">
      <dsp:nvSpPr>
        <dsp:cNvPr id="0" name=""/>
        <dsp:cNvSpPr/>
      </dsp:nvSpPr>
      <dsp:spPr>
        <a:xfrm>
          <a:off x="1686304" y="1825628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Secondary storage</a:t>
          </a:r>
          <a:r>
            <a:rPr lang="en-US" sz="2500" b="0" i="0" kern="1200" baseline="0"/>
            <a:t>: long-term, non-volatile</a:t>
          </a:r>
          <a:endParaRPr lang="en-US" sz="2500" kern="1200"/>
        </a:p>
      </dsp:txBody>
      <dsp:txXfrm>
        <a:off x="1686304" y="1825628"/>
        <a:ext cx="3247387" cy="1460003"/>
      </dsp:txXfrm>
    </dsp:sp>
    <dsp:sp modelId="{0C724FF6-8D1D-4BAD-8BB1-4DBB585A6473}">
      <dsp:nvSpPr>
        <dsp:cNvPr id="0" name=""/>
        <dsp:cNvSpPr/>
      </dsp:nvSpPr>
      <dsp:spPr>
        <a:xfrm>
          <a:off x="4933691" y="1825628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Magnetic: hard drives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Optical: CDs, DVDs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Solid-state/flash: USB drives, SSDs</a:t>
          </a:r>
          <a:endParaRPr lang="en-US" sz="1500" kern="1200"/>
        </a:p>
      </dsp:txBody>
      <dsp:txXfrm>
        <a:off x="4933691" y="1825628"/>
        <a:ext cx="2282724" cy="1460003"/>
      </dsp:txXfrm>
    </dsp:sp>
    <dsp:sp modelId="{F0924B2F-77A0-4E9F-A3EC-87E9EDB252C2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8C9F2-EA38-4875-AA30-E13388FA34A2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9038D-931E-40F9-ABA9-69EC8F266A69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Storage can be </a:t>
          </a:r>
          <a:r>
            <a:rPr lang="en-US" sz="2500" b="1" i="0" kern="1200" baseline="0"/>
            <a:t>local</a:t>
          </a:r>
          <a:r>
            <a:rPr lang="en-US" sz="2500" b="0" i="0" kern="1200" baseline="0"/>
            <a:t> or </a:t>
          </a:r>
          <a:r>
            <a:rPr lang="en-US" sz="2500" b="1" i="0" kern="1200" baseline="0"/>
            <a:t>remote (cloud storage)</a:t>
          </a:r>
          <a:r>
            <a:rPr lang="en-US" sz="2500" b="0" i="0" kern="1200" baseline="0"/>
            <a:t> for accessibility and security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12F44-C173-4387-AD25-A4FA4681F1A2}">
      <dsp:nvSpPr>
        <dsp:cNvPr id="0" name=""/>
        <dsp:cNvSpPr/>
      </dsp:nvSpPr>
      <dsp:spPr>
        <a:xfrm>
          <a:off x="0" y="2495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C48C7-B365-489E-B631-4150E8350D5C}">
      <dsp:nvSpPr>
        <dsp:cNvPr id="0" name=""/>
        <dsp:cNvSpPr/>
      </dsp:nvSpPr>
      <dsp:spPr>
        <a:xfrm>
          <a:off x="0" y="2495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 dirty="0">
              <a:solidFill>
                <a:srgbClr val="FF0000"/>
              </a:solidFill>
            </a:rPr>
            <a:t>CPU</a:t>
          </a:r>
          <a:r>
            <a:rPr lang="en-AU" sz="1700" kern="1200" dirty="0">
              <a:solidFill>
                <a:srgbClr val="FF0000"/>
              </a:solidFill>
            </a:rPr>
            <a:t>:  often called the “brain” </a:t>
          </a:r>
          <a:r>
            <a:rPr lang="en-GB" sz="1700" b="0" i="0" kern="1200" dirty="0">
              <a:solidFill>
                <a:srgbClr val="FF0000"/>
              </a:solidFill>
            </a:rPr>
            <a:t>the primary chip on the motherboard responsible for interpreting and executing instructions from software and hardware</a:t>
          </a:r>
          <a:endParaRPr lang="en-US" sz="1700" kern="1200" dirty="0">
            <a:solidFill>
              <a:srgbClr val="FF0000"/>
            </a:solidFill>
          </a:endParaRPr>
        </a:p>
      </dsp:txBody>
      <dsp:txXfrm>
        <a:off x="0" y="2495"/>
        <a:ext cx="7216416" cy="851044"/>
      </dsp:txXfrm>
    </dsp:sp>
    <dsp:sp modelId="{46A3C97C-CD52-418E-AA64-30C4EE7291B2}">
      <dsp:nvSpPr>
        <dsp:cNvPr id="0" name=""/>
        <dsp:cNvSpPr/>
      </dsp:nvSpPr>
      <dsp:spPr>
        <a:xfrm>
          <a:off x="0" y="853540"/>
          <a:ext cx="7216416" cy="0"/>
        </a:xfrm>
        <a:prstGeom prst="line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262B9-9491-4ACB-841D-4EE554ED42C8}">
      <dsp:nvSpPr>
        <dsp:cNvPr id="0" name=""/>
        <dsp:cNvSpPr/>
      </dsp:nvSpPr>
      <dsp:spPr>
        <a:xfrm>
          <a:off x="0" y="853540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Computer chips are made of </a:t>
          </a:r>
          <a:r>
            <a:rPr lang="en-AU" sz="1700" b="1" kern="1200"/>
            <a:t>microprocessors</a:t>
          </a:r>
          <a:r>
            <a:rPr lang="en-AU" sz="1700" kern="1200"/>
            <a:t> (millions of transistors)</a:t>
          </a:r>
          <a:endParaRPr lang="en-US" sz="1700" kern="1200"/>
        </a:p>
      </dsp:txBody>
      <dsp:txXfrm>
        <a:off x="0" y="853540"/>
        <a:ext cx="7216416" cy="851044"/>
      </dsp:txXfrm>
    </dsp:sp>
    <dsp:sp modelId="{7D3CB8E9-285A-49CE-B143-84E00EAD70A2}">
      <dsp:nvSpPr>
        <dsp:cNvPr id="0" name=""/>
        <dsp:cNvSpPr/>
      </dsp:nvSpPr>
      <dsp:spPr>
        <a:xfrm>
          <a:off x="0" y="1704585"/>
          <a:ext cx="7216416" cy="0"/>
        </a:xfrm>
        <a:prstGeom prst="lin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778B0-7475-4F7F-9602-F906A5C49395}">
      <dsp:nvSpPr>
        <dsp:cNvPr id="0" name=""/>
        <dsp:cNvSpPr/>
      </dsp:nvSpPr>
      <dsp:spPr>
        <a:xfrm>
          <a:off x="0" y="1704585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 dirty="0"/>
            <a:t>RAM</a:t>
          </a:r>
          <a:r>
            <a:rPr lang="en-AU" sz="1700" kern="1200" dirty="0"/>
            <a:t>: volatile, temporary storage</a:t>
          </a:r>
          <a:endParaRPr lang="en-US" sz="1700" kern="1200" dirty="0"/>
        </a:p>
      </dsp:txBody>
      <dsp:txXfrm>
        <a:off x="0" y="1704585"/>
        <a:ext cx="7216416" cy="851044"/>
      </dsp:txXfrm>
    </dsp:sp>
    <dsp:sp modelId="{DCDF94D8-AE1A-42B1-983C-991386681F5E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F0D75-9E81-47A0-A25F-3DA33E5D505D}">
      <dsp:nvSpPr>
        <dsp:cNvPr id="0" name=""/>
        <dsp:cNvSpPr/>
      </dsp:nvSpPr>
      <dsp:spPr>
        <a:xfrm>
          <a:off x="0" y="2555630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/>
            <a:t>ROM</a:t>
          </a:r>
          <a:r>
            <a:rPr lang="en-AU" sz="1700" kern="1200"/>
            <a:t>: permanent storage, contains essential startup information</a:t>
          </a:r>
          <a:endParaRPr lang="en-US" sz="1700" kern="1200"/>
        </a:p>
      </dsp:txBody>
      <dsp:txXfrm>
        <a:off x="0" y="2555630"/>
        <a:ext cx="7216416" cy="851044"/>
      </dsp:txXfrm>
    </dsp:sp>
    <dsp:sp modelId="{8DCB09B5-A86C-4B7B-8FE5-B84B8C930DF8}">
      <dsp:nvSpPr>
        <dsp:cNvPr id="0" name=""/>
        <dsp:cNvSpPr/>
      </dsp:nvSpPr>
      <dsp:spPr>
        <a:xfrm>
          <a:off x="0" y="3406674"/>
          <a:ext cx="7216416" cy="0"/>
        </a:xfrm>
        <a:prstGeom prst="lin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542DB-605B-42EA-A498-363DB4AB8209}">
      <dsp:nvSpPr>
        <dsp:cNvPr id="0" name=""/>
        <dsp:cNvSpPr/>
      </dsp:nvSpPr>
      <dsp:spPr>
        <a:xfrm>
          <a:off x="0" y="3406674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b="1" kern="1200"/>
            <a:t>GPU</a:t>
          </a:r>
          <a:r>
            <a:rPr lang="en-AU" sz="1700" kern="1200"/>
            <a:t>: handles graphics tasks, video rendering, AI, and parallel processing tasks</a:t>
          </a:r>
          <a:endParaRPr lang="en-US" sz="1700" kern="1200"/>
        </a:p>
      </dsp:txBody>
      <dsp:txXfrm>
        <a:off x="0" y="3406674"/>
        <a:ext cx="7216416" cy="851044"/>
      </dsp:txXfrm>
    </dsp:sp>
    <dsp:sp modelId="{BCB6812F-47D5-425C-AF61-7073B058E357}">
      <dsp:nvSpPr>
        <dsp:cNvPr id="0" name=""/>
        <dsp:cNvSpPr/>
      </dsp:nvSpPr>
      <dsp:spPr>
        <a:xfrm>
          <a:off x="0" y="4257719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09F59-B272-46CB-BBBE-8D4DE3D5EEB0}">
      <dsp:nvSpPr>
        <dsp:cNvPr id="0" name=""/>
        <dsp:cNvSpPr/>
      </dsp:nvSpPr>
      <dsp:spPr>
        <a:xfrm>
          <a:off x="0" y="4257719"/>
          <a:ext cx="7216416" cy="851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Chips work together to process, store, and control data</a:t>
          </a:r>
          <a:endParaRPr lang="en-US" sz="1700" kern="1200"/>
        </a:p>
      </dsp:txBody>
      <dsp:txXfrm>
        <a:off x="0" y="4257719"/>
        <a:ext cx="7216416" cy="8510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5925E-517E-4BE0-A6D5-D23B717A5C5F}">
      <dsp:nvSpPr>
        <dsp:cNvPr id="0" name=""/>
        <dsp:cNvSpPr/>
      </dsp:nvSpPr>
      <dsp:spPr>
        <a:xfrm>
          <a:off x="7232" y="817181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9F41D-0DFC-4AE3-993F-16D7DA4632FC}">
      <dsp:nvSpPr>
        <dsp:cNvPr id="0" name=""/>
        <dsp:cNvSpPr/>
      </dsp:nvSpPr>
      <dsp:spPr>
        <a:xfrm>
          <a:off x="7232" y="1461385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Smartphones</a:t>
          </a:r>
          <a:r>
            <a:rPr lang="en-US" sz="1400" b="0" i="0" kern="1200" baseline="0"/>
            <a:t>: portable, many sensors, mostly server-processed</a:t>
          </a:r>
          <a:endParaRPr lang="en-US" sz="1400" kern="1200"/>
        </a:p>
      </dsp:txBody>
      <dsp:txXfrm>
        <a:off x="7232" y="1461385"/>
        <a:ext cx="1582031" cy="1355695"/>
      </dsp:txXfrm>
    </dsp:sp>
    <dsp:sp modelId="{972A7505-EABC-41E9-BE1C-536396A306A9}">
      <dsp:nvSpPr>
        <dsp:cNvPr id="0" name=""/>
        <dsp:cNvSpPr/>
      </dsp:nvSpPr>
      <dsp:spPr>
        <a:xfrm>
          <a:off x="7232" y="2859171"/>
          <a:ext cx="1582031" cy="62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DA6D5-90C9-4436-9DDD-697443A6E0A8}">
      <dsp:nvSpPr>
        <dsp:cNvPr id="0" name=""/>
        <dsp:cNvSpPr/>
      </dsp:nvSpPr>
      <dsp:spPr>
        <a:xfrm>
          <a:off x="1866118" y="688264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014FE-781A-43B4-A2BA-3E1A026A639E}">
      <dsp:nvSpPr>
        <dsp:cNvPr id="0" name=""/>
        <dsp:cNvSpPr/>
      </dsp:nvSpPr>
      <dsp:spPr>
        <a:xfrm>
          <a:off x="1866118" y="1343556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Personal computers</a:t>
          </a:r>
          <a:r>
            <a:rPr lang="en-US" sz="1400" b="0" i="0" kern="1200" baseline="0"/>
            <a:t>: self-contained, handle input, processing, output, storage</a:t>
          </a:r>
          <a:endParaRPr lang="en-US" sz="1400" kern="1200"/>
        </a:p>
      </dsp:txBody>
      <dsp:txXfrm>
        <a:off x="1866118" y="1343556"/>
        <a:ext cx="1582031" cy="1355695"/>
      </dsp:txXfrm>
    </dsp:sp>
    <dsp:sp modelId="{683573AE-1B4F-4389-8533-53AB148D8BE9}">
      <dsp:nvSpPr>
        <dsp:cNvPr id="0" name=""/>
        <dsp:cNvSpPr/>
      </dsp:nvSpPr>
      <dsp:spPr>
        <a:xfrm>
          <a:off x="1866118" y="2746498"/>
          <a:ext cx="1582031" cy="30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Desktops, laptops, workstations</a:t>
          </a:r>
          <a:endParaRPr lang="en-US" sz="1100" kern="1200" dirty="0"/>
        </a:p>
      </dsp:txBody>
      <dsp:txXfrm>
        <a:off x="1866118" y="2746498"/>
        <a:ext cx="1582031" cy="304099"/>
      </dsp:txXfrm>
    </dsp:sp>
    <dsp:sp modelId="{9AA347B5-A645-433E-ACC4-CE306A781EE7}">
      <dsp:nvSpPr>
        <dsp:cNvPr id="0" name=""/>
        <dsp:cNvSpPr/>
      </dsp:nvSpPr>
      <dsp:spPr>
        <a:xfrm>
          <a:off x="3725005" y="688264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8CCD8-59CD-44A0-A146-CE07EDAD10D2}">
      <dsp:nvSpPr>
        <dsp:cNvPr id="0" name=""/>
        <dsp:cNvSpPr/>
      </dsp:nvSpPr>
      <dsp:spPr>
        <a:xfrm>
          <a:off x="3725005" y="1343556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Servers</a:t>
          </a:r>
          <a:r>
            <a:rPr lang="en-US" sz="1400" b="0" i="0" kern="1200" baseline="0"/>
            <a:t>: networked, manage software, files, and access for multiple users</a:t>
          </a:r>
          <a:endParaRPr lang="en-US" sz="1400" kern="1200"/>
        </a:p>
      </dsp:txBody>
      <dsp:txXfrm>
        <a:off x="3725005" y="1343556"/>
        <a:ext cx="1582031" cy="1355695"/>
      </dsp:txXfrm>
    </dsp:sp>
    <dsp:sp modelId="{B1B9D948-822F-45FA-BDA8-E50286CC7E36}">
      <dsp:nvSpPr>
        <dsp:cNvPr id="0" name=""/>
        <dsp:cNvSpPr/>
      </dsp:nvSpPr>
      <dsp:spPr>
        <a:xfrm>
          <a:off x="3725005" y="2746498"/>
          <a:ext cx="1582031" cy="30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775ADB-AAB1-40D4-BEF9-6EF31663492E}">
      <dsp:nvSpPr>
        <dsp:cNvPr id="0" name=""/>
        <dsp:cNvSpPr/>
      </dsp:nvSpPr>
      <dsp:spPr>
        <a:xfrm>
          <a:off x="5583892" y="688264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CA882-3AEA-4972-AB1F-39BEE99189AE}">
      <dsp:nvSpPr>
        <dsp:cNvPr id="0" name=""/>
        <dsp:cNvSpPr/>
      </dsp:nvSpPr>
      <dsp:spPr>
        <a:xfrm>
          <a:off x="5583892" y="1343556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Mainframes</a:t>
          </a:r>
          <a:r>
            <a:rPr lang="en-US" sz="1400" b="0" i="0" kern="1200" baseline="0"/>
            <a:t>: large-scale, handle massive transactions (banks, government)</a:t>
          </a:r>
          <a:endParaRPr lang="en-US" sz="1400" kern="1200"/>
        </a:p>
      </dsp:txBody>
      <dsp:txXfrm>
        <a:off x="5583892" y="1343556"/>
        <a:ext cx="1582031" cy="1355695"/>
      </dsp:txXfrm>
    </dsp:sp>
    <dsp:sp modelId="{CC42A3CB-6209-4E4C-B960-53C237DEC9A9}">
      <dsp:nvSpPr>
        <dsp:cNvPr id="0" name=""/>
        <dsp:cNvSpPr/>
      </dsp:nvSpPr>
      <dsp:spPr>
        <a:xfrm>
          <a:off x="5583892" y="2746498"/>
          <a:ext cx="1582031" cy="30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915A8-6252-49D5-8BFD-F066F3DE00F0}">
      <dsp:nvSpPr>
        <dsp:cNvPr id="0" name=""/>
        <dsp:cNvSpPr/>
      </dsp:nvSpPr>
      <dsp:spPr>
        <a:xfrm>
          <a:off x="7442778" y="688264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A4E4B-B59E-4CE0-916A-5EDEBA797AC8}">
      <dsp:nvSpPr>
        <dsp:cNvPr id="0" name=""/>
        <dsp:cNvSpPr/>
      </dsp:nvSpPr>
      <dsp:spPr>
        <a:xfrm>
          <a:off x="7442778" y="1343556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Supercomputers</a:t>
          </a:r>
          <a:r>
            <a:rPr lang="en-US" sz="1400" b="0" i="0" kern="1200" baseline="0"/>
            <a:t>: fastest, perform trillions of calculations (weather, science)</a:t>
          </a:r>
          <a:endParaRPr lang="en-US" sz="1400" kern="1200"/>
        </a:p>
      </dsp:txBody>
      <dsp:txXfrm>
        <a:off x="7442778" y="1343556"/>
        <a:ext cx="1582031" cy="1355695"/>
      </dsp:txXfrm>
    </dsp:sp>
    <dsp:sp modelId="{E335EB47-B3CE-4AA2-BD62-3325351B28F9}">
      <dsp:nvSpPr>
        <dsp:cNvPr id="0" name=""/>
        <dsp:cNvSpPr/>
      </dsp:nvSpPr>
      <dsp:spPr>
        <a:xfrm>
          <a:off x="7442778" y="2746498"/>
          <a:ext cx="1582031" cy="30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E7FF0-9E43-45C2-A514-603371A6843F}">
      <dsp:nvSpPr>
        <dsp:cNvPr id="0" name=""/>
        <dsp:cNvSpPr/>
      </dsp:nvSpPr>
      <dsp:spPr>
        <a:xfrm>
          <a:off x="9301665" y="688264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5E372-BAC7-408B-90D5-9C532A7FFFDE}">
      <dsp:nvSpPr>
        <dsp:cNvPr id="0" name=""/>
        <dsp:cNvSpPr/>
      </dsp:nvSpPr>
      <dsp:spPr>
        <a:xfrm>
          <a:off x="9301665" y="1343556"/>
          <a:ext cx="1582031" cy="135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Quantum computers</a:t>
          </a:r>
          <a:r>
            <a:rPr lang="en-US" sz="1400" b="0" i="0" kern="1200" baseline="0"/>
            <a:t>: use qubits, perform complex calculations at unprecedented speeds</a:t>
          </a:r>
          <a:endParaRPr lang="en-US" sz="1400" kern="1200"/>
        </a:p>
      </dsp:txBody>
      <dsp:txXfrm>
        <a:off x="9301665" y="1343556"/>
        <a:ext cx="1582031" cy="1355695"/>
      </dsp:txXfrm>
    </dsp:sp>
    <dsp:sp modelId="{BF18377B-CFCF-4250-9154-6C2AED3D8526}">
      <dsp:nvSpPr>
        <dsp:cNvPr id="0" name=""/>
        <dsp:cNvSpPr/>
      </dsp:nvSpPr>
      <dsp:spPr>
        <a:xfrm>
          <a:off x="9301665" y="2746498"/>
          <a:ext cx="1582031" cy="304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7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5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92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2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3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3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4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2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0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06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05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1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lor-coded on electronic circuit board">
            <a:extLst>
              <a:ext uri="{FF2B5EF4-FFF2-40B4-BE49-F238E27FC236}">
                <a16:creationId xmlns:a16="http://schemas.microsoft.com/office/drawing/2014/main" id="{AC91F617-0503-B73A-1B6A-4B71AE91F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6" b="701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D1DE7-AA8B-60BB-ACB4-CA9F7F0B0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Hardware</a:t>
            </a:r>
            <a:endParaRPr lang="en-AU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02FAA-4444-A550-B56C-D3290A465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Year 9 Computing Technology</a:t>
            </a:r>
            <a:endParaRPr lang="en-AU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24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31A84-0CA9-63E1-8140-07A0F282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501B6-72F5-A9DE-3490-EF2A9AE95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AU" dirty="0"/>
              <a:t>Learning Intention</a:t>
            </a:r>
          </a:p>
        </p:txBody>
      </p:sp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8FBA714F-93EC-6EFF-4EEF-1AE94EDA6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0FB3-E9D6-238C-3406-AB42A6928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en-GB" dirty="0"/>
              <a:t>Investigate how hardware and software are used to manage, control and secure the movement of, and access to, data in networked digital systems</a:t>
            </a:r>
            <a:endParaRPr lang="en-GB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10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D0A3-45E8-A70E-45EE-B156C0E7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36D59FD-743E-BF68-A08E-05612E9081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870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D4F01-7A24-F68A-66E4-73F21323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600"/>
              <a:t>What Is Hardware?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C3E047D-E004-782D-74FF-E170407D3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66983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Quill with solid fill">
            <a:extLst>
              <a:ext uri="{FF2B5EF4-FFF2-40B4-BE49-F238E27FC236}">
                <a16:creationId xmlns:a16="http://schemas.microsoft.com/office/drawing/2014/main" id="{18826E7B-BE51-07FB-401C-8287E14BEF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89829" y="748437"/>
            <a:ext cx="1243858" cy="12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0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DD8BA-1964-B2F3-282B-6FB6781A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GB"/>
              <a:t>Input Devices</a:t>
            </a:r>
            <a:endParaRPr lang="en-A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9147EE4-5726-2327-23ED-8E97563F3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91079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637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557D0-2B2F-4315-1007-254128C4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AU"/>
              <a:t>Output Devices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16C4A91-AE8D-040F-E57F-DD100619A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478607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487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18633-DC3F-E05B-4C9E-7CF9AB59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600"/>
              <a:t>Storage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F2A765E-3D44-4257-9220-9E6217B34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36718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89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FB2F1-A96F-2D62-5FE3-7CAA770F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AU" sz="3600"/>
              <a:t>Processing and Control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63DD3-4E0A-2703-F5F9-2E8E80890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533349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Quill with solid fill">
            <a:extLst>
              <a:ext uri="{FF2B5EF4-FFF2-40B4-BE49-F238E27FC236}">
                <a16:creationId xmlns:a16="http://schemas.microsoft.com/office/drawing/2014/main" id="{FE36A2B5-6E21-C628-89DF-F763CCABCD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5045" y="292470"/>
            <a:ext cx="1243858" cy="12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2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7" name="Straight Connector 513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831E6-733F-65BE-83BD-FA84DEB5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765184"/>
            <a:ext cx="10168106" cy="11470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Inside a PC</a:t>
            </a:r>
          </a:p>
        </p:txBody>
      </p:sp>
      <p:pic>
        <p:nvPicPr>
          <p:cNvPr id="5124" name="Picture 4" descr="Gaming PC Components Explained │ Alex Davis PCs">
            <a:extLst>
              <a:ext uri="{FF2B5EF4-FFF2-40B4-BE49-F238E27FC236}">
                <a16:creationId xmlns:a16="http://schemas.microsoft.com/office/drawing/2014/main" id="{6FE73535-0FEA-AE17-D4A2-7319D8ED3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7524" y="2793214"/>
            <a:ext cx="4943222" cy="32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Key Internal Computer Components">
            <a:extLst>
              <a:ext uri="{FF2B5EF4-FFF2-40B4-BE49-F238E27FC236}">
                <a16:creationId xmlns:a16="http://schemas.microsoft.com/office/drawing/2014/main" id="{A869BE2F-85F6-68A3-003B-7EDEBBDC2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2500" y="3292590"/>
            <a:ext cx="4978176" cy="280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39" name="Straight Connector 5138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432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05AC-9A30-8146-1C51-DDC76893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AU" dirty="0"/>
              <a:t>Classification of Computer Hardware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F8DBF0F-D836-868E-8EBD-646F7642C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183479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623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DB5D-D21A-464C-F3C5-60A72532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RAM and Secondary Storage</a:t>
            </a:r>
          </a:p>
        </p:txBody>
      </p:sp>
      <p:pic>
        <p:nvPicPr>
          <p:cNvPr id="4" name="Picture 3" descr="Secondary Storage Ram Stores Data Temporarily Hard Disk Ram Stores Data  Permanently Secondary Storage Devices">
            <a:extLst>
              <a:ext uri="{FF2B5EF4-FFF2-40B4-BE49-F238E27FC236}">
                <a16:creationId xmlns:a16="http://schemas.microsoft.com/office/drawing/2014/main" id="{99C8949B-3F79-10B7-5D7F-D50648C9C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043" y="2284022"/>
            <a:ext cx="80010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1829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c9e31e-07e0-41a6-b0ba-4839b3dda57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165B216B35044D9EADD54BFB9FA5BE" ma:contentTypeVersion="13" ma:contentTypeDescription="Create a new document." ma:contentTypeScope="" ma:versionID="c8ebe0c680e1971232f87045b37660ab">
  <xsd:schema xmlns:xsd="http://www.w3.org/2001/XMLSchema" xmlns:xs="http://www.w3.org/2001/XMLSchema" xmlns:p="http://schemas.microsoft.com/office/2006/metadata/properties" xmlns:ns2="6fc9e31e-07e0-41a6-b0ba-4839b3dda579" targetNamespace="http://schemas.microsoft.com/office/2006/metadata/properties" ma:root="true" ma:fieldsID="538ce2fcb89fe9660a774b4759b98954" ns2:_="">
    <xsd:import namespace="6fc9e31e-07e0-41a6-b0ba-4839b3dda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9e31e-07e0-41a6-b0ba-4839b3dda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165734-B776-498F-9353-650FE579C34E}">
  <ds:schemaRefs>
    <ds:schemaRef ds:uri="http://schemas.microsoft.com/office/2006/metadata/properties"/>
    <ds:schemaRef ds:uri="http://schemas.microsoft.com/office/infopath/2007/PartnerControls"/>
    <ds:schemaRef ds:uri="6fc9e31e-07e0-41a6-b0ba-4839b3dda579"/>
  </ds:schemaRefs>
</ds:datastoreItem>
</file>

<file path=customXml/itemProps2.xml><?xml version="1.0" encoding="utf-8"?>
<ds:datastoreItem xmlns:ds="http://schemas.openxmlformats.org/officeDocument/2006/customXml" ds:itemID="{78FBC525-2672-45B1-8A21-AADA5C0E47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15E26F-0242-46D1-BC15-1F121272D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c9e31e-07e0-41a6-b0ba-4839b3dda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Hardware</vt:lpstr>
      <vt:lpstr>Learning Intention</vt:lpstr>
      <vt:lpstr>Success Criteria</vt:lpstr>
      <vt:lpstr>What Is Hardware?</vt:lpstr>
      <vt:lpstr>Input Devices</vt:lpstr>
      <vt:lpstr>Output Devices</vt:lpstr>
      <vt:lpstr>Storage</vt:lpstr>
      <vt:lpstr>Processing and Control</vt:lpstr>
      <vt:lpstr>Inside a PC</vt:lpstr>
      <vt:lpstr>Classification of Computer Hardware</vt:lpstr>
      <vt:lpstr>RAM and Secondary Storage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Scott</dc:creator>
  <cp:lastModifiedBy>Stephen Scott</cp:lastModifiedBy>
  <cp:revision>1</cp:revision>
  <dcterms:created xsi:type="dcterms:W3CDTF">2026-02-07T04:40:09Z</dcterms:created>
  <dcterms:modified xsi:type="dcterms:W3CDTF">2026-02-09T01:51:01Z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03dfd7-d93a-4381-a340-2995d8282205_Enabled">
    <vt:lpwstr>true</vt:lpwstr>
  </property>
  <property fmtid="{D5CDD505-2E9C-101B-9397-08002B2CF9AE}" pid="3" name="MSIP_Label_b603dfd7-d93a-4381-a340-2995d8282205_SetDate">
    <vt:lpwstr>2026-02-07T04:41:23Z</vt:lpwstr>
  </property>
  <property fmtid="{D5CDD505-2E9C-101B-9397-08002B2CF9AE}" pid="4" name="MSIP_Label_b603dfd7-d93a-4381-a340-2995d8282205_Method">
    <vt:lpwstr>Standard</vt:lpwstr>
  </property>
  <property fmtid="{D5CDD505-2E9C-101B-9397-08002B2CF9AE}" pid="5" name="MSIP_Label_b603dfd7-d93a-4381-a340-2995d8282205_Name">
    <vt:lpwstr>OFFICIAL</vt:lpwstr>
  </property>
  <property fmtid="{D5CDD505-2E9C-101B-9397-08002B2CF9AE}" pid="6" name="MSIP_Label_b603dfd7-d93a-4381-a340-2995d8282205_SiteId">
    <vt:lpwstr>05a0e69a-418a-47c1-9c25-9387261bf991</vt:lpwstr>
  </property>
  <property fmtid="{D5CDD505-2E9C-101B-9397-08002B2CF9AE}" pid="7" name="MSIP_Label_b603dfd7-d93a-4381-a340-2995d8282205_ActionId">
    <vt:lpwstr>e29a4cb7-7192-4003-b1dd-b6d7cd26864e</vt:lpwstr>
  </property>
  <property fmtid="{D5CDD505-2E9C-101B-9397-08002B2CF9AE}" pid="8" name="MSIP_Label_b603dfd7-d93a-4381-a340-2995d8282205_ContentBits">
    <vt:lpwstr>0</vt:lpwstr>
  </property>
  <property fmtid="{D5CDD505-2E9C-101B-9397-08002B2CF9AE}" pid="9" name="MSIP_Label_b603dfd7-d93a-4381-a340-2995d8282205_Tag">
    <vt:lpwstr>10, 3, 0, 1</vt:lpwstr>
  </property>
  <property fmtid="{D5CDD505-2E9C-101B-9397-08002B2CF9AE}" pid="10" name="ContentTypeId">
    <vt:lpwstr>0x01010086165B216B35044D9EADD54BFB9FA5BE</vt:lpwstr>
  </property>
  <property fmtid="{D5CDD505-2E9C-101B-9397-08002B2CF9AE}" pid="11" name="MediaServiceImageTags">
    <vt:lpwstr/>
  </property>
</Properties>
</file>